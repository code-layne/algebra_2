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70" r:id="rId3"/>
    <p:sldId id="271" r:id="rId4"/>
    <p:sldId id="272" r:id="rId5"/>
    <p:sldId id="273" r:id="rId6"/>
  </p:sldIdLst>
  <p:sldSz cx="7772400" cy="100584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61" autoAdjust="0"/>
  </p:normalViewPr>
  <p:slideViewPr>
    <p:cSldViewPr>
      <p:cViewPr varScale="1">
        <p:scale>
          <a:sx n="110" d="100"/>
          <a:sy n="110" d="100"/>
        </p:scale>
        <p:origin x="3798"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35597E5E-CE15-4BF4-8842-16E7968348F8}" type="datetimeFigureOut">
              <a:rPr lang="en-US" smtClean="0"/>
              <a:t>3/8/2024</a:t>
            </a:fld>
            <a:endParaRPr lang="en-US"/>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F442317C-9AB0-4005-9427-B37C456A5619}" type="slidenum">
              <a:rPr lang="en-US" smtClean="0"/>
              <a:t>‹#›</a:t>
            </a:fld>
            <a:endParaRPr lang="en-US"/>
          </a:p>
        </p:txBody>
      </p:sp>
    </p:spTree>
    <p:extLst>
      <p:ext uri="{BB962C8B-B14F-4D97-AF65-F5344CB8AC3E}">
        <p14:creationId xmlns:p14="http://schemas.microsoft.com/office/powerpoint/2010/main" val="652512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700" b="0" i="0">
                <a:solidFill>
                  <a:schemeClr val="tx1"/>
                </a:solidFill>
                <a:latin typeface="Calibri"/>
                <a:cs typeface="Calibri"/>
              </a:defRPr>
            </a:lvl1pPr>
          </a:lstStyle>
          <a:p>
            <a:pPr marL="12700">
              <a:lnSpc>
                <a:spcPts val="770"/>
              </a:lnSpc>
            </a:pPr>
            <a:r>
              <a:rPr spc="-5" dirty="0"/>
              <a:t>Gina </a:t>
            </a:r>
            <a:r>
              <a:rPr dirty="0"/>
              <a:t>Wilson </a:t>
            </a:r>
            <a:r>
              <a:rPr spc="-5" dirty="0"/>
              <a:t>(All </a:t>
            </a:r>
            <a:r>
              <a:rPr dirty="0"/>
              <a:t>Things Algebra),</a:t>
            </a:r>
            <a:r>
              <a:rPr spc="-15" dirty="0"/>
              <a:t> </a:t>
            </a:r>
            <a:r>
              <a:rPr dirty="0"/>
              <a:t>2015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700" b="0" i="0">
                <a:solidFill>
                  <a:schemeClr val="tx1"/>
                </a:solidFill>
                <a:latin typeface="Calibri"/>
                <a:cs typeface="Calibri"/>
              </a:defRPr>
            </a:lvl1pPr>
          </a:lstStyle>
          <a:p>
            <a:pPr marL="12700">
              <a:lnSpc>
                <a:spcPts val="770"/>
              </a:lnSpc>
            </a:pPr>
            <a:r>
              <a:rPr spc="-5" dirty="0"/>
              <a:t>Gina </a:t>
            </a:r>
            <a:r>
              <a:rPr dirty="0"/>
              <a:t>Wilson </a:t>
            </a:r>
            <a:r>
              <a:rPr spc="-5" dirty="0"/>
              <a:t>(All </a:t>
            </a:r>
            <a:r>
              <a:rPr dirty="0"/>
              <a:t>Things Algebra),</a:t>
            </a:r>
            <a:r>
              <a:rPr spc="-15" dirty="0"/>
              <a:t> </a:t>
            </a:r>
            <a:r>
              <a:rPr dirty="0"/>
              <a:t>2015</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700" b="0" i="0">
                <a:solidFill>
                  <a:schemeClr val="tx1"/>
                </a:solidFill>
                <a:latin typeface="Calibri"/>
                <a:cs typeface="Calibri"/>
              </a:defRPr>
            </a:lvl1pPr>
          </a:lstStyle>
          <a:p>
            <a:pPr marL="12700">
              <a:lnSpc>
                <a:spcPts val="770"/>
              </a:lnSpc>
            </a:pPr>
            <a:r>
              <a:rPr spc="-5" dirty="0"/>
              <a:t>Gina </a:t>
            </a:r>
            <a:r>
              <a:rPr dirty="0"/>
              <a:t>Wilson </a:t>
            </a:r>
            <a:r>
              <a:rPr spc="-5" dirty="0"/>
              <a:t>(All </a:t>
            </a:r>
            <a:r>
              <a:rPr dirty="0"/>
              <a:t>Things Algebra),</a:t>
            </a:r>
            <a:r>
              <a:rPr spc="-15" dirty="0"/>
              <a:t> </a:t>
            </a:r>
            <a:r>
              <a:rPr dirty="0"/>
              <a:t>2015</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700" b="0" i="0">
                <a:solidFill>
                  <a:schemeClr val="tx1"/>
                </a:solidFill>
                <a:latin typeface="Calibri"/>
                <a:cs typeface="Calibri"/>
              </a:defRPr>
            </a:lvl1pPr>
          </a:lstStyle>
          <a:p>
            <a:pPr marL="12700">
              <a:lnSpc>
                <a:spcPts val="770"/>
              </a:lnSpc>
            </a:pPr>
            <a:r>
              <a:rPr spc="-5" dirty="0"/>
              <a:t>Gina </a:t>
            </a:r>
            <a:r>
              <a:rPr dirty="0"/>
              <a:t>Wilson </a:t>
            </a:r>
            <a:r>
              <a:rPr spc="-5" dirty="0"/>
              <a:t>(All </a:t>
            </a:r>
            <a:r>
              <a:rPr dirty="0"/>
              <a:t>Things Algebra),</a:t>
            </a:r>
            <a:r>
              <a:rPr spc="-15" dirty="0"/>
              <a:t> </a:t>
            </a:r>
            <a:r>
              <a:rPr dirty="0"/>
              <a:t>2015</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00" b="0" i="0">
                <a:solidFill>
                  <a:schemeClr val="tx1"/>
                </a:solidFill>
                <a:latin typeface="Calibri"/>
                <a:cs typeface="Calibri"/>
              </a:defRPr>
            </a:lvl1pPr>
          </a:lstStyle>
          <a:p>
            <a:pPr marL="12700">
              <a:lnSpc>
                <a:spcPts val="770"/>
              </a:lnSpc>
            </a:pPr>
            <a:r>
              <a:rPr spc="-5" dirty="0"/>
              <a:t>Gina </a:t>
            </a:r>
            <a:r>
              <a:rPr dirty="0"/>
              <a:t>Wilson </a:t>
            </a:r>
            <a:r>
              <a:rPr spc="-5" dirty="0"/>
              <a:t>(All </a:t>
            </a:r>
            <a:r>
              <a:rPr dirty="0"/>
              <a:t>Things Algebra),</a:t>
            </a:r>
            <a:r>
              <a:rPr spc="-15" dirty="0"/>
              <a:t> </a:t>
            </a:r>
            <a:r>
              <a:rPr dirty="0"/>
              <a:t>2015</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790920" y="9774741"/>
            <a:ext cx="1416050" cy="115570"/>
          </a:xfrm>
          <a:prstGeom prst="rect">
            <a:avLst/>
          </a:prstGeom>
        </p:spPr>
        <p:txBody>
          <a:bodyPr wrap="square" lIns="0" tIns="0" rIns="0" bIns="0">
            <a:spAutoFit/>
          </a:bodyPr>
          <a:lstStyle>
            <a:lvl1pPr>
              <a:defRPr sz="700" b="0" i="0">
                <a:solidFill>
                  <a:schemeClr val="tx1"/>
                </a:solidFill>
                <a:latin typeface="Calibri"/>
                <a:cs typeface="Calibri"/>
              </a:defRPr>
            </a:lvl1pPr>
          </a:lstStyle>
          <a:p>
            <a:pPr marL="12700">
              <a:lnSpc>
                <a:spcPts val="770"/>
              </a:lnSpc>
            </a:pPr>
            <a:r>
              <a:rPr spc="-5" dirty="0"/>
              <a:t>Gina </a:t>
            </a:r>
            <a:r>
              <a:rPr dirty="0"/>
              <a:t>Wilson </a:t>
            </a:r>
            <a:r>
              <a:rPr spc="-5" dirty="0"/>
              <a:t>(All </a:t>
            </a:r>
            <a:r>
              <a:rPr dirty="0"/>
              <a:t>Things Algebra),</a:t>
            </a:r>
            <a:r>
              <a:rPr spc="-15" dirty="0"/>
              <a:t> </a:t>
            </a:r>
            <a:r>
              <a:rPr dirty="0"/>
              <a:t>2015</a:t>
            </a: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3/8/2024</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18" Type="http://schemas.openxmlformats.org/officeDocument/2006/relationships/image" Target="../media/image9.wmf"/><Relationship Id="rId26" Type="http://schemas.openxmlformats.org/officeDocument/2006/relationships/image" Target="../media/image13.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oleObject" Target="../embeddings/oleObject8.bin"/><Relationship Id="rId25" Type="http://schemas.openxmlformats.org/officeDocument/2006/relationships/oleObject" Target="../embeddings/oleObject12.bin"/><Relationship Id="rId2" Type="http://schemas.openxmlformats.org/officeDocument/2006/relationships/image" Target="../media/image1.JPG"/><Relationship Id="rId16" Type="http://schemas.openxmlformats.org/officeDocument/2006/relationships/image" Target="../media/image8.wmf"/><Relationship Id="rId20" Type="http://schemas.openxmlformats.org/officeDocument/2006/relationships/image" Target="../media/image10.wmf"/><Relationship Id="rId29" Type="http://schemas.openxmlformats.org/officeDocument/2006/relationships/oleObject" Target="../embeddings/oleObject14.bin"/><Relationship Id="rId1" Type="http://schemas.openxmlformats.org/officeDocument/2006/relationships/slideLayout" Target="../slideLayouts/slideLayout5.xml"/><Relationship Id="rId6" Type="http://schemas.openxmlformats.org/officeDocument/2006/relationships/image" Target="../media/image3.wmf"/><Relationship Id="rId11" Type="http://schemas.openxmlformats.org/officeDocument/2006/relationships/oleObject" Target="../embeddings/oleObject5.bin"/><Relationship Id="rId24" Type="http://schemas.openxmlformats.org/officeDocument/2006/relationships/image" Target="../media/image12.wmf"/><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4.wmf"/><Relationship Id="rId10" Type="http://schemas.openxmlformats.org/officeDocument/2006/relationships/image" Target="../media/image5.wmf"/><Relationship Id="rId19" Type="http://schemas.openxmlformats.org/officeDocument/2006/relationships/oleObject" Target="../embeddings/oleObject9.bin"/><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 Id="rId22" Type="http://schemas.openxmlformats.org/officeDocument/2006/relationships/image" Target="../media/image11.wmf"/><Relationship Id="rId27" Type="http://schemas.openxmlformats.org/officeDocument/2006/relationships/oleObject" Target="../embeddings/oleObject13.bin"/><Relationship Id="rId30" Type="http://schemas.openxmlformats.org/officeDocument/2006/relationships/image" Target="../media/image15.wmf"/></Relationships>
</file>

<file path=ppt/slides/_rels/slide2.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0.bin"/><Relationship Id="rId18" Type="http://schemas.openxmlformats.org/officeDocument/2006/relationships/image" Target="../media/image24.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1.wmf"/><Relationship Id="rId17" Type="http://schemas.openxmlformats.org/officeDocument/2006/relationships/oleObject" Target="../embeddings/oleObject22.bin"/><Relationship Id="rId2" Type="http://schemas.openxmlformats.org/officeDocument/2006/relationships/image" Target="../media/image16.JPG"/><Relationship Id="rId16" Type="http://schemas.openxmlformats.org/officeDocument/2006/relationships/image" Target="../media/image23.wmf"/><Relationship Id="rId1" Type="http://schemas.openxmlformats.org/officeDocument/2006/relationships/slideLayout" Target="../slideLayouts/slideLayout5.xml"/><Relationship Id="rId6" Type="http://schemas.openxmlformats.org/officeDocument/2006/relationships/image" Target="../media/image18.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8.bin"/><Relationship Id="rId14" Type="http://schemas.openxmlformats.org/officeDocument/2006/relationships/image" Target="../media/image22.wmf"/></Relationships>
</file>

<file path=ppt/slides/_rels/slide3.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image" Target="../media/image16.JPG"/><Relationship Id="rId1" Type="http://schemas.openxmlformats.org/officeDocument/2006/relationships/slideLayout" Target="../slideLayouts/slideLayout5.xml"/><Relationship Id="rId6" Type="http://schemas.openxmlformats.org/officeDocument/2006/relationships/image" Target="../media/image26.wmf"/><Relationship Id="rId5" Type="http://schemas.openxmlformats.org/officeDocument/2006/relationships/oleObject" Target="../embeddings/oleObject24.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6.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33.wmf"/><Relationship Id="rId18" Type="http://schemas.openxmlformats.org/officeDocument/2006/relationships/image" Target="../media/image37.png"/><Relationship Id="rId26" Type="http://schemas.openxmlformats.org/officeDocument/2006/relationships/image" Target="../media/image45.png"/><Relationship Id="rId3" Type="http://schemas.openxmlformats.org/officeDocument/2006/relationships/image" Target="../media/image29.png"/><Relationship Id="rId21" Type="http://schemas.openxmlformats.org/officeDocument/2006/relationships/image" Target="../media/image40.png"/><Relationship Id="rId7" Type="http://schemas.openxmlformats.org/officeDocument/2006/relationships/image" Target="../media/image30.wmf"/><Relationship Id="rId12" Type="http://schemas.openxmlformats.org/officeDocument/2006/relationships/oleObject" Target="../embeddings/oleObject31.bin"/><Relationship Id="rId17" Type="http://schemas.openxmlformats.org/officeDocument/2006/relationships/image" Target="../media/image36.png"/><Relationship Id="rId25" Type="http://schemas.openxmlformats.org/officeDocument/2006/relationships/image" Target="../media/image44.png"/><Relationship Id="rId2" Type="http://schemas.openxmlformats.org/officeDocument/2006/relationships/image" Target="../media/image16.JPG"/><Relationship Id="rId16" Type="http://schemas.openxmlformats.org/officeDocument/2006/relationships/image" Target="../media/image35.png"/><Relationship Id="rId20" Type="http://schemas.openxmlformats.org/officeDocument/2006/relationships/image" Target="../media/image39.png"/><Relationship Id="rId29" Type="http://schemas.openxmlformats.org/officeDocument/2006/relationships/image" Target="../media/image48.png"/><Relationship Id="rId1" Type="http://schemas.openxmlformats.org/officeDocument/2006/relationships/slideLayout" Target="../slideLayouts/slideLayout5.xml"/><Relationship Id="rId6" Type="http://schemas.openxmlformats.org/officeDocument/2006/relationships/oleObject" Target="../embeddings/oleObject28.bin"/><Relationship Id="rId11" Type="http://schemas.openxmlformats.org/officeDocument/2006/relationships/image" Target="../media/image32.wmf"/><Relationship Id="rId24" Type="http://schemas.openxmlformats.org/officeDocument/2006/relationships/image" Target="../media/image43.png"/><Relationship Id="rId5" Type="http://schemas.openxmlformats.org/officeDocument/2006/relationships/image" Target="../media/image29.wmf"/><Relationship Id="rId15" Type="http://schemas.openxmlformats.org/officeDocument/2006/relationships/image" Target="../media/image34.wmf"/><Relationship Id="rId23" Type="http://schemas.openxmlformats.org/officeDocument/2006/relationships/image" Target="../media/image42.png"/><Relationship Id="rId28" Type="http://schemas.openxmlformats.org/officeDocument/2006/relationships/image" Target="../media/image47.png"/><Relationship Id="rId10" Type="http://schemas.openxmlformats.org/officeDocument/2006/relationships/oleObject" Target="../embeddings/oleObject30.bin"/><Relationship Id="rId19" Type="http://schemas.openxmlformats.org/officeDocument/2006/relationships/image" Target="../media/image38.png"/><Relationship Id="rId31" Type="http://schemas.openxmlformats.org/officeDocument/2006/relationships/image" Target="../media/image50.png"/><Relationship Id="rId4" Type="http://schemas.openxmlformats.org/officeDocument/2006/relationships/oleObject" Target="../embeddings/oleObject27.bin"/><Relationship Id="rId9" Type="http://schemas.openxmlformats.org/officeDocument/2006/relationships/image" Target="../media/image31.wmf"/><Relationship Id="rId14" Type="http://schemas.openxmlformats.org/officeDocument/2006/relationships/oleObject" Target="../embeddings/oleObject32.bin"/><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image" Target="../media/image49.png"/></Relationships>
</file>

<file path=ppt/slides/_rels/slide5.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image" Target="../media/image56.png"/><Relationship Id="rId3" Type="http://schemas.openxmlformats.org/officeDocument/2006/relationships/image" Target="../media/image53.png"/><Relationship Id="rId7" Type="http://schemas.openxmlformats.org/officeDocument/2006/relationships/oleObject" Target="../embeddings/oleObject34.bin"/><Relationship Id="rId12" Type="http://schemas.openxmlformats.org/officeDocument/2006/relationships/image" Target="../media/image55.wmf"/><Relationship Id="rId2" Type="http://schemas.openxmlformats.org/officeDocument/2006/relationships/image" Target="../media/image51.JPG"/><Relationship Id="rId16" Type="http://schemas.openxmlformats.org/officeDocument/2006/relationships/image" Target="../media/image59.png"/><Relationship Id="rId1" Type="http://schemas.openxmlformats.org/officeDocument/2006/relationships/slideLayout" Target="../slideLayouts/slideLayout5.xml"/><Relationship Id="rId6" Type="http://schemas.openxmlformats.org/officeDocument/2006/relationships/image" Target="../media/image52.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image" Target="../media/image58.png"/><Relationship Id="rId10" Type="http://schemas.openxmlformats.org/officeDocument/2006/relationships/image" Target="../media/image54.wmf"/><Relationship Id="rId4" Type="http://schemas.openxmlformats.org/officeDocument/2006/relationships/image" Target="../media/image54.png"/><Relationship Id="rId9" Type="http://schemas.openxmlformats.org/officeDocument/2006/relationships/oleObject" Target="../embeddings/oleObject35.bin"/><Relationship Id="rId1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F23CE8-7BA5-D6A2-16BB-A780377729FD}"/>
              </a:ext>
            </a:extLst>
          </p:cNvPr>
          <p:cNvGraphicFramePr>
            <a:graphicFrameLocks noGrp="1"/>
          </p:cNvGraphicFramePr>
          <p:nvPr>
            <p:extLst>
              <p:ext uri="{D42A27DB-BD31-4B8C-83A1-F6EECF244321}">
                <p14:modId xmlns:p14="http://schemas.microsoft.com/office/powerpoint/2010/main" val="2163385300"/>
              </p:ext>
            </p:extLst>
          </p:nvPr>
        </p:nvGraphicFramePr>
        <p:xfrm>
          <a:off x="3887941" y="3221522"/>
          <a:ext cx="3573462" cy="368364"/>
        </p:xfrm>
        <a:graphic>
          <a:graphicData uri="http://schemas.openxmlformats.org/drawingml/2006/table">
            <a:tbl>
              <a:tblPr/>
              <a:tblGrid>
                <a:gridCol w="3573462">
                  <a:extLst>
                    <a:ext uri="{9D8B030D-6E8A-4147-A177-3AD203B41FA5}">
                      <a16:colId xmlns:a16="http://schemas.microsoft.com/office/drawing/2014/main" val="3015578786"/>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4.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set of numbers does </a:t>
                      </a: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not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contain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value below?</a:t>
                      </a:r>
                    </a:p>
                  </a:txBody>
                  <a:tcPr marL="114300" marR="114300" marT="0" marB="0">
                    <a:lnL>
                      <a:noFill/>
                    </a:lnL>
                    <a:lnR>
                      <a:noFill/>
                    </a:lnR>
                    <a:lnT>
                      <a:noFill/>
                    </a:lnT>
                    <a:lnB>
                      <a:noFill/>
                    </a:lnB>
                  </a:tcPr>
                </a:tc>
                <a:extLst>
                  <a:ext uri="{0D108BD9-81ED-4DB2-BD59-A6C34878D82A}">
                    <a16:rowId xmlns:a16="http://schemas.microsoft.com/office/drawing/2014/main" val="767608596"/>
                  </a:ext>
                </a:extLst>
              </a:tr>
            </a:tbl>
          </a:graphicData>
        </a:graphic>
      </p:graphicFrame>
      <p:graphicFrame>
        <p:nvGraphicFramePr>
          <p:cNvPr id="3" name="Table 2">
            <a:extLst>
              <a:ext uri="{FF2B5EF4-FFF2-40B4-BE49-F238E27FC236}">
                <a16:creationId xmlns:a16="http://schemas.microsoft.com/office/drawing/2014/main" id="{0EE5DBAF-927E-C64F-DF25-C499BA2D8DCF}"/>
              </a:ext>
            </a:extLst>
          </p:cNvPr>
          <p:cNvGraphicFramePr>
            <a:graphicFrameLocks noGrp="1"/>
          </p:cNvGraphicFramePr>
          <p:nvPr>
            <p:extLst>
              <p:ext uri="{D42A27DB-BD31-4B8C-83A1-F6EECF244321}">
                <p14:modId xmlns:p14="http://schemas.microsoft.com/office/powerpoint/2010/main" val="276948407"/>
              </p:ext>
            </p:extLst>
          </p:nvPr>
        </p:nvGraphicFramePr>
        <p:xfrm>
          <a:off x="424006" y="5363371"/>
          <a:ext cx="3497262" cy="368364"/>
        </p:xfrm>
        <a:graphic>
          <a:graphicData uri="http://schemas.openxmlformats.org/drawingml/2006/table">
            <a:tbl>
              <a:tblPr/>
              <a:tblGrid>
                <a:gridCol w="3497262">
                  <a:extLst>
                    <a:ext uri="{9D8B030D-6E8A-4147-A177-3AD203B41FA5}">
                      <a16:colId xmlns:a16="http://schemas.microsoft.com/office/drawing/2014/main" val="3754244523"/>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5.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of the following lists of values contain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rational numbers only?</a:t>
                      </a:r>
                    </a:p>
                  </a:txBody>
                  <a:tcPr marL="114300" marR="114300" marT="0" marB="0">
                    <a:lnL>
                      <a:noFill/>
                    </a:lnL>
                    <a:lnR>
                      <a:noFill/>
                    </a:lnR>
                    <a:lnT>
                      <a:noFill/>
                    </a:lnT>
                    <a:lnB>
                      <a:noFill/>
                    </a:lnB>
                  </a:tcPr>
                </a:tc>
                <a:extLst>
                  <a:ext uri="{0D108BD9-81ED-4DB2-BD59-A6C34878D82A}">
                    <a16:rowId xmlns:a16="http://schemas.microsoft.com/office/drawing/2014/main" val="3625663756"/>
                  </a:ext>
                </a:extLst>
              </a:tr>
            </a:tbl>
          </a:graphicData>
        </a:graphic>
      </p:graphicFrame>
      <p:sp>
        <p:nvSpPr>
          <p:cNvPr id="4" name="Text Box 807">
            <a:extLst>
              <a:ext uri="{FF2B5EF4-FFF2-40B4-BE49-F238E27FC236}">
                <a16:creationId xmlns:a16="http://schemas.microsoft.com/office/drawing/2014/main" id="{31CD2FC0-B4B5-90D3-58AC-7A495AA5D755}"/>
              </a:ext>
            </a:extLst>
          </p:cNvPr>
          <p:cNvSpPr txBox="1">
            <a:spLocks noChangeArrowheads="1"/>
          </p:cNvSpPr>
          <p:nvPr/>
        </p:nvSpPr>
        <p:spPr bwMode="auto">
          <a:xfrm>
            <a:off x="4089184" y="4143849"/>
            <a:ext cx="569137"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R</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N</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Z</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Q</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1" name="Object 40">
            <a:extLst>
              <a:ext uri="{FF2B5EF4-FFF2-40B4-BE49-F238E27FC236}">
                <a16:creationId xmlns:a16="http://schemas.microsoft.com/office/drawing/2014/main" id="{EC18850D-10E7-8879-5B49-7257FEBA7C61}"/>
              </a:ext>
            </a:extLst>
          </p:cNvPr>
          <p:cNvGraphicFramePr>
            <a:graphicFrameLocks noChangeAspect="1"/>
          </p:cNvGraphicFramePr>
          <p:nvPr>
            <p:extLst>
              <p:ext uri="{D42A27DB-BD31-4B8C-83A1-F6EECF244321}">
                <p14:modId xmlns:p14="http://schemas.microsoft.com/office/powerpoint/2010/main" val="1250931313"/>
              </p:ext>
            </p:extLst>
          </p:nvPr>
        </p:nvGraphicFramePr>
        <p:xfrm>
          <a:off x="5352097" y="3632165"/>
          <a:ext cx="495300" cy="457200"/>
        </p:xfrm>
        <a:graphic>
          <a:graphicData uri="http://schemas.openxmlformats.org/presentationml/2006/ole">
            <mc:AlternateContent xmlns:mc="http://schemas.openxmlformats.org/markup-compatibility/2006">
              <mc:Choice xmlns:v="urn:schemas-microsoft-com:vml" Requires="v">
                <p:oleObj name="Equation" r:id="rId3" imgW="495000" imgH="457200" progId="Equation.DSMT4">
                  <p:embed/>
                </p:oleObj>
              </mc:Choice>
              <mc:Fallback>
                <p:oleObj name="Equation" r:id="rId3" imgW="495000" imgH="457200" progId="Equation.DSMT4">
                  <p:embed/>
                  <p:pic>
                    <p:nvPicPr>
                      <p:cNvPr id="120" name="Object 119">
                        <a:extLst>
                          <a:ext uri="{FF2B5EF4-FFF2-40B4-BE49-F238E27FC236}">
                            <a16:creationId xmlns:a16="http://schemas.microsoft.com/office/drawing/2014/main" id="{EC18850D-10E7-8879-5B49-7257FEBA7C61}"/>
                          </a:ext>
                        </a:extLst>
                      </p:cNvPr>
                      <p:cNvPicPr/>
                      <p:nvPr/>
                    </p:nvPicPr>
                    <p:blipFill>
                      <a:blip r:embed="rId4"/>
                      <a:stretch>
                        <a:fillRect/>
                      </a:stretch>
                    </p:blipFill>
                    <p:spPr>
                      <a:xfrm>
                        <a:off x="5352097" y="3632165"/>
                        <a:ext cx="495300" cy="457200"/>
                      </a:xfrm>
                      <a:prstGeom prst="rect">
                        <a:avLst/>
                      </a:prstGeom>
                    </p:spPr>
                  </p:pic>
                </p:oleObj>
              </mc:Fallback>
            </mc:AlternateContent>
          </a:graphicData>
        </a:graphic>
      </p:graphicFrame>
      <p:sp>
        <p:nvSpPr>
          <p:cNvPr id="42" name="Text Box 807">
            <a:extLst>
              <a:ext uri="{FF2B5EF4-FFF2-40B4-BE49-F238E27FC236}">
                <a16:creationId xmlns:a16="http://schemas.microsoft.com/office/drawing/2014/main" id="{7A8D00AC-AB55-0024-61EB-66C4CE53C351}"/>
              </a:ext>
            </a:extLst>
          </p:cNvPr>
          <p:cNvSpPr txBox="1">
            <a:spLocks noChangeArrowheads="1"/>
          </p:cNvSpPr>
          <p:nvPr/>
        </p:nvSpPr>
        <p:spPr bwMode="auto">
          <a:xfrm>
            <a:off x="694971" y="5965165"/>
            <a:ext cx="361461" cy="94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2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endParaRPr lang="en-US" sz="100" b="1" dirty="0">
              <a:effectLst/>
              <a:latin typeface="Century Gothic" panose="020B0502020202020204" pitchFamily="34" charset="0"/>
              <a:ea typeface="Calibri" panose="020F0502020204030204" pitchFamily="34" charset="0"/>
              <a:cs typeface="Times New Roman" panose="02020603050405020304" pitchFamily="18" charset="0"/>
            </a:endParaRPr>
          </a:p>
          <a:p>
            <a:pPr marL="0" marR="0">
              <a:lnSpc>
                <a:spcPct val="120000"/>
              </a:lnSpc>
              <a:spcBef>
                <a:spcPts val="0"/>
              </a:spcBef>
              <a:spcAft>
                <a:spcPts val="1000"/>
              </a:spcAft>
            </a:pPr>
            <a:br>
              <a:rPr lang="en-US" sz="100" b="1" dirty="0">
                <a:latin typeface="Century Gothic" panose="020B0502020202020204" pitchFamily="34" charset="0"/>
                <a:ea typeface="Calibri" panose="020F0502020204030204" pitchFamily="34" charset="0"/>
                <a:cs typeface="Times New Roman" panose="02020603050405020304" pitchFamily="18" charset="0"/>
              </a:rPr>
            </a:br>
            <a:br>
              <a:rPr lang="en-US" sz="100" b="1" dirty="0">
                <a:latin typeface="Century Gothic" panose="020B0502020202020204" pitchFamily="34" charset="0"/>
                <a:ea typeface="Calibri" panose="020F0502020204030204" pitchFamily="34" charset="0"/>
                <a:cs typeface="Times New Roman" panose="02020603050405020304" pitchFamily="18" charset="0"/>
              </a:rPr>
            </a:br>
            <a:br>
              <a:rPr lang="en-US" sz="100" b="1" dirty="0">
                <a:latin typeface="Century Gothic" panose="020B0502020202020204" pitchFamily="34" charset="0"/>
                <a:ea typeface="Calibri" panose="020F0502020204030204" pitchFamily="34" charset="0"/>
                <a:cs typeface="Times New Roman" panose="02020603050405020304" pitchFamily="18" charset="0"/>
              </a:rPr>
            </a:br>
            <a:br>
              <a:rPr lang="en-US" sz="100" b="1" dirty="0">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p>
        </p:txBody>
      </p:sp>
      <p:sp>
        <p:nvSpPr>
          <p:cNvPr id="43" name="Text Box 807">
            <a:extLst>
              <a:ext uri="{FF2B5EF4-FFF2-40B4-BE49-F238E27FC236}">
                <a16:creationId xmlns:a16="http://schemas.microsoft.com/office/drawing/2014/main" id="{78024173-3AB1-3905-E6A7-CDFE27C3A723}"/>
              </a:ext>
            </a:extLst>
          </p:cNvPr>
          <p:cNvSpPr txBox="1">
            <a:spLocks noChangeArrowheads="1"/>
          </p:cNvSpPr>
          <p:nvPr/>
        </p:nvSpPr>
        <p:spPr bwMode="auto">
          <a:xfrm>
            <a:off x="2097486" y="5965165"/>
            <a:ext cx="361461" cy="941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2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br>
              <a:rPr lang="en-US" sz="100" b="1" dirty="0">
                <a:effectLst/>
                <a:latin typeface="Century Gothic" panose="020B0502020202020204" pitchFamily="34" charset="0"/>
                <a:ea typeface="Calibri" panose="020F0502020204030204" pitchFamily="34" charset="0"/>
                <a:cs typeface="Times New Roman" panose="02020603050405020304" pitchFamily="18" charset="0"/>
              </a:rPr>
            </a:br>
            <a:endParaRPr lang="en-US" sz="100" b="1" dirty="0">
              <a:effectLst/>
              <a:latin typeface="Century Gothic" panose="020B0502020202020204" pitchFamily="34" charset="0"/>
              <a:ea typeface="Calibri" panose="020F0502020204030204" pitchFamily="34" charset="0"/>
              <a:cs typeface="Times New Roman" panose="02020603050405020304" pitchFamily="18" charset="0"/>
            </a:endParaRPr>
          </a:p>
          <a:p>
            <a:pPr marL="0" marR="0">
              <a:lnSpc>
                <a:spcPct val="120000"/>
              </a:lnSpc>
              <a:spcBef>
                <a:spcPts val="0"/>
              </a:spcBef>
              <a:spcAft>
                <a:spcPts val="1000"/>
              </a:spcAft>
            </a:pPr>
            <a:br>
              <a:rPr lang="en-US" sz="100" b="1" dirty="0">
                <a:latin typeface="Century Gothic" panose="020B0502020202020204" pitchFamily="34" charset="0"/>
                <a:ea typeface="Calibri" panose="020F0502020204030204" pitchFamily="34" charset="0"/>
                <a:cs typeface="Times New Roman" panose="02020603050405020304" pitchFamily="18" charset="0"/>
              </a:rPr>
            </a:br>
            <a:br>
              <a:rPr lang="en-US" sz="100" b="1" dirty="0">
                <a:latin typeface="Century Gothic" panose="020B0502020202020204" pitchFamily="34" charset="0"/>
                <a:ea typeface="Calibri" panose="020F0502020204030204" pitchFamily="34" charset="0"/>
                <a:cs typeface="Times New Roman" panose="02020603050405020304" pitchFamily="18" charset="0"/>
              </a:rPr>
            </a:br>
            <a:br>
              <a:rPr lang="en-US" sz="100" b="1" dirty="0">
                <a:latin typeface="Century Gothic" panose="020B0502020202020204" pitchFamily="34" charset="0"/>
                <a:ea typeface="Calibri" panose="020F0502020204030204" pitchFamily="34" charset="0"/>
                <a:cs typeface="Times New Roman" panose="02020603050405020304" pitchFamily="18" charset="0"/>
              </a:rPr>
            </a:br>
            <a:br>
              <a:rPr lang="en-US" sz="100" b="1" dirty="0">
                <a:latin typeface="Century Gothic" panose="020B0502020202020204" pitchFamily="34" charset="0"/>
                <a:ea typeface="Calibri" panose="020F0502020204030204" pitchFamily="34" charset="0"/>
                <a:cs typeface="Times New Roman" panose="02020603050405020304" pitchFamily="18" charset="0"/>
              </a:rPr>
            </a:br>
            <a:r>
              <a:rPr lang="en-US" sz="1100" b="1" dirty="0">
                <a:latin typeface="Century Gothic" panose="020B0502020202020204" pitchFamily="34" charset="0"/>
                <a:ea typeface="Calibri" panose="020F0502020204030204" pitchFamily="34" charset="0"/>
                <a:cs typeface="Times New Roman" panose="02020603050405020304" pitchFamily="18" charset="0"/>
              </a:rPr>
              <a:t>D</a:t>
            </a: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4" name="Object 43">
            <a:extLst>
              <a:ext uri="{FF2B5EF4-FFF2-40B4-BE49-F238E27FC236}">
                <a16:creationId xmlns:a16="http://schemas.microsoft.com/office/drawing/2014/main" id="{4376FF4D-3575-3EB7-6CBE-1A17D61FAA2B}"/>
              </a:ext>
            </a:extLst>
          </p:cNvPr>
          <p:cNvGraphicFramePr>
            <a:graphicFrameLocks noChangeAspect="1"/>
          </p:cNvGraphicFramePr>
          <p:nvPr>
            <p:extLst>
              <p:ext uri="{D42A27DB-BD31-4B8C-83A1-F6EECF244321}">
                <p14:modId xmlns:p14="http://schemas.microsoft.com/office/powerpoint/2010/main" val="1445784687"/>
              </p:ext>
            </p:extLst>
          </p:nvPr>
        </p:nvGraphicFramePr>
        <p:xfrm>
          <a:off x="977339" y="6016416"/>
          <a:ext cx="914400" cy="203200"/>
        </p:xfrm>
        <a:graphic>
          <a:graphicData uri="http://schemas.openxmlformats.org/presentationml/2006/ole">
            <mc:AlternateContent xmlns:mc="http://schemas.openxmlformats.org/markup-compatibility/2006">
              <mc:Choice xmlns:v="urn:schemas-microsoft-com:vml" Requires="v">
                <p:oleObj name="Equation" r:id="rId5" imgW="914400" imgH="203040" progId="Equation.DSMT4">
                  <p:embed/>
                </p:oleObj>
              </mc:Choice>
              <mc:Fallback>
                <p:oleObj name="Equation" r:id="rId5" imgW="914400" imgH="203040" progId="Equation.DSMT4">
                  <p:embed/>
                  <p:pic>
                    <p:nvPicPr>
                      <p:cNvPr id="123" name="Object 122">
                        <a:extLst>
                          <a:ext uri="{FF2B5EF4-FFF2-40B4-BE49-F238E27FC236}">
                            <a16:creationId xmlns:a16="http://schemas.microsoft.com/office/drawing/2014/main" id="{4376FF4D-3575-3EB7-6CBE-1A17D61FAA2B}"/>
                          </a:ext>
                        </a:extLst>
                      </p:cNvPr>
                      <p:cNvPicPr/>
                      <p:nvPr/>
                    </p:nvPicPr>
                    <p:blipFill>
                      <a:blip r:embed="rId6"/>
                      <a:stretch>
                        <a:fillRect/>
                      </a:stretch>
                    </p:blipFill>
                    <p:spPr>
                      <a:xfrm>
                        <a:off x="977339" y="6016416"/>
                        <a:ext cx="914400" cy="203200"/>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1F0C3CD7-8D4C-BB91-C8E4-E94229AF876C}"/>
              </a:ext>
            </a:extLst>
          </p:cNvPr>
          <p:cNvGraphicFramePr>
            <a:graphicFrameLocks noChangeAspect="1"/>
          </p:cNvGraphicFramePr>
          <p:nvPr>
            <p:extLst>
              <p:ext uri="{D42A27DB-BD31-4B8C-83A1-F6EECF244321}">
                <p14:modId xmlns:p14="http://schemas.microsoft.com/office/powerpoint/2010/main" val="1671689724"/>
              </p:ext>
            </p:extLst>
          </p:nvPr>
        </p:nvGraphicFramePr>
        <p:xfrm>
          <a:off x="958667" y="6453046"/>
          <a:ext cx="736600" cy="368300"/>
        </p:xfrm>
        <a:graphic>
          <a:graphicData uri="http://schemas.openxmlformats.org/presentationml/2006/ole">
            <mc:AlternateContent xmlns:mc="http://schemas.openxmlformats.org/markup-compatibility/2006">
              <mc:Choice xmlns:v="urn:schemas-microsoft-com:vml" Requires="v">
                <p:oleObj name="Equation" r:id="rId7" imgW="736560" imgH="368280" progId="Equation.DSMT4">
                  <p:embed/>
                </p:oleObj>
              </mc:Choice>
              <mc:Fallback>
                <p:oleObj name="Equation" r:id="rId7" imgW="736560" imgH="368280" progId="Equation.DSMT4">
                  <p:embed/>
                  <p:pic>
                    <p:nvPicPr>
                      <p:cNvPr id="124" name="Object 123">
                        <a:extLst>
                          <a:ext uri="{FF2B5EF4-FFF2-40B4-BE49-F238E27FC236}">
                            <a16:creationId xmlns:a16="http://schemas.microsoft.com/office/drawing/2014/main" id="{1F0C3CD7-8D4C-BB91-C8E4-E94229AF876C}"/>
                          </a:ext>
                        </a:extLst>
                      </p:cNvPr>
                      <p:cNvPicPr/>
                      <p:nvPr/>
                    </p:nvPicPr>
                    <p:blipFill>
                      <a:blip r:embed="rId8"/>
                      <a:stretch>
                        <a:fillRect/>
                      </a:stretch>
                    </p:blipFill>
                    <p:spPr>
                      <a:xfrm>
                        <a:off x="958667" y="6453046"/>
                        <a:ext cx="736600" cy="368300"/>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0047443B-430B-D911-F956-DCB1D46847CD}"/>
              </a:ext>
            </a:extLst>
          </p:cNvPr>
          <p:cNvGraphicFramePr>
            <a:graphicFrameLocks noChangeAspect="1"/>
          </p:cNvGraphicFramePr>
          <p:nvPr>
            <p:extLst>
              <p:ext uri="{D42A27DB-BD31-4B8C-83A1-F6EECF244321}">
                <p14:modId xmlns:p14="http://schemas.microsoft.com/office/powerpoint/2010/main" val="1625569200"/>
              </p:ext>
            </p:extLst>
          </p:nvPr>
        </p:nvGraphicFramePr>
        <p:xfrm>
          <a:off x="2439634" y="5887878"/>
          <a:ext cx="927100" cy="419100"/>
        </p:xfrm>
        <a:graphic>
          <a:graphicData uri="http://schemas.openxmlformats.org/presentationml/2006/ole">
            <mc:AlternateContent xmlns:mc="http://schemas.openxmlformats.org/markup-compatibility/2006">
              <mc:Choice xmlns:v="urn:schemas-microsoft-com:vml" Requires="v">
                <p:oleObj name="Equation" r:id="rId9" imgW="927000" imgH="419040" progId="Equation.DSMT4">
                  <p:embed/>
                </p:oleObj>
              </mc:Choice>
              <mc:Fallback>
                <p:oleObj name="Equation" r:id="rId9" imgW="927000" imgH="419040" progId="Equation.DSMT4">
                  <p:embed/>
                  <p:pic>
                    <p:nvPicPr>
                      <p:cNvPr id="125" name="Object 124">
                        <a:extLst>
                          <a:ext uri="{FF2B5EF4-FFF2-40B4-BE49-F238E27FC236}">
                            <a16:creationId xmlns:a16="http://schemas.microsoft.com/office/drawing/2014/main" id="{0047443B-430B-D911-F956-DCB1D46847CD}"/>
                          </a:ext>
                        </a:extLst>
                      </p:cNvPr>
                      <p:cNvPicPr/>
                      <p:nvPr/>
                    </p:nvPicPr>
                    <p:blipFill>
                      <a:blip r:embed="rId10"/>
                      <a:stretch>
                        <a:fillRect/>
                      </a:stretch>
                    </p:blipFill>
                    <p:spPr>
                      <a:xfrm>
                        <a:off x="2439634" y="5887878"/>
                        <a:ext cx="927100" cy="41910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8362307E-7284-7898-A693-F3CE82A774C9}"/>
              </a:ext>
            </a:extLst>
          </p:cNvPr>
          <p:cNvGraphicFramePr>
            <a:graphicFrameLocks noChangeAspect="1"/>
          </p:cNvGraphicFramePr>
          <p:nvPr>
            <p:extLst>
              <p:ext uri="{D42A27DB-BD31-4B8C-83A1-F6EECF244321}">
                <p14:modId xmlns:p14="http://schemas.microsoft.com/office/powerpoint/2010/main" val="1225303515"/>
              </p:ext>
            </p:extLst>
          </p:nvPr>
        </p:nvGraphicFramePr>
        <p:xfrm>
          <a:off x="2384916" y="6392503"/>
          <a:ext cx="952500" cy="444500"/>
        </p:xfrm>
        <a:graphic>
          <a:graphicData uri="http://schemas.openxmlformats.org/presentationml/2006/ole">
            <mc:AlternateContent xmlns:mc="http://schemas.openxmlformats.org/markup-compatibility/2006">
              <mc:Choice xmlns:v="urn:schemas-microsoft-com:vml" Requires="v">
                <p:oleObj name="Equation" r:id="rId11" imgW="952200" imgH="444240" progId="Equation.DSMT4">
                  <p:embed/>
                </p:oleObj>
              </mc:Choice>
              <mc:Fallback>
                <p:oleObj name="Equation" r:id="rId11" imgW="952200" imgH="444240" progId="Equation.DSMT4">
                  <p:embed/>
                  <p:pic>
                    <p:nvPicPr>
                      <p:cNvPr id="126" name="Object 125">
                        <a:extLst>
                          <a:ext uri="{FF2B5EF4-FFF2-40B4-BE49-F238E27FC236}">
                            <a16:creationId xmlns:a16="http://schemas.microsoft.com/office/drawing/2014/main" id="{8362307E-7284-7898-A693-F3CE82A774C9}"/>
                          </a:ext>
                        </a:extLst>
                      </p:cNvPr>
                      <p:cNvPicPr/>
                      <p:nvPr/>
                    </p:nvPicPr>
                    <p:blipFill>
                      <a:blip r:embed="rId12"/>
                      <a:stretch>
                        <a:fillRect/>
                      </a:stretch>
                    </p:blipFill>
                    <p:spPr>
                      <a:xfrm>
                        <a:off x="2384916" y="6392503"/>
                        <a:ext cx="952500" cy="444500"/>
                      </a:xfrm>
                      <a:prstGeom prst="rect">
                        <a:avLst/>
                      </a:prstGeom>
                    </p:spPr>
                  </p:pic>
                </p:oleObj>
              </mc:Fallback>
            </mc:AlternateContent>
          </a:graphicData>
        </a:graphic>
      </p:graphicFrame>
      <p:sp>
        <p:nvSpPr>
          <p:cNvPr id="48" name="Text Box 6">
            <a:extLst>
              <a:ext uri="{FF2B5EF4-FFF2-40B4-BE49-F238E27FC236}">
                <a16:creationId xmlns:a16="http://schemas.microsoft.com/office/drawing/2014/main" id="{61647E0B-B8B8-AA9B-336E-99E3950D58A3}"/>
              </a:ext>
            </a:extLst>
          </p:cNvPr>
          <p:cNvSpPr txBox="1">
            <a:spLocks noChangeArrowheads="1"/>
          </p:cNvSpPr>
          <p:nvPr/>
        </p:nvSpPr>
        <p:spPr bwMode="auto">
          <a:xfrm>
            <a:off x="6729925" y="4876584"/>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9" name="Text Box 6">
            <a:extLst>
              <a:ext uri="{FF2B5EF4-FFF2-40B4-BE49-F238E27FC236}">
                <a16:creationId xmlns:a16="http://schemas.microsoft.com/office/drawing/2014/main" id="{127010A7-2FAC-9A64-2FD9-33FF09A76A35}"/>
              </a:ext>
            </a:extLst>
          </p:cNvPr>
          <p:cNvSpPr txBox="1">
            <a:spLocks noChangeArrowheads="1"/>
          </p:cNvSpPr>
          <p:nvPr/>
        </p:nvSpPr>
        <p:spPr bwMode="auto">
          <a:xfrm>
            <a:off x="3284095" y="702294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0" name="Rectangle 49">
            <a:extLst>
              <a:ext uri="{FF2B5EF4-FFF2-40B4-BE49-F238E27FC236}">
                <a16:creationId xmlns:a16="http://schemas.microsoft.com/office/drawing/2014/main" id="{6B482582-47B4-7D82-C80E-8492EED9E081}"/>
              </a:ext>
            </a:extLst>
          </p:cNvPr>
          <p:cNvSpPr/>
          <p:nvPr/>
        </p:nvSpPr>
        <p:spPr>
          <a:xfrm>
            <a:off x="490094" y="7482114"/>
            <a:ext cx="2401619" cy="261610"/>
          </a:xfrm>
          <a:prstGeom prst="rect">
            <a:avLst/>
          </a:prstGeom>
        </p:spPr>
        <p:txBody>
          <a:bodyPr wrap="none">
            <a:spAutoFit/>
          </a:bodyPr>
          <a:lstStyle/>
          <a:p>
            <a:r>
              <a:rPr lang="en-US" sz="1100" b="1" dirty="0">
                <a:effectLst/>
                <a:latin typeface="Century Gothic" panose="020B0502020202020204" pitchFamily="34" charset="0"/>
                <a:ea typeface="Calibri" panose="020F0502020204030204" pitchFamily="34" charset="0"/>
              </a:rPr>
              <a:t>7.  </a:t>
            </a:r>
            <a:r>
              <a:rPr lang="en-US" sz="1100" dirty="0">
                <a:effectLst/>
                <a:latin typeface="Century Gothic" panose="020B0502020202020204" pitchFamily="34" charset="0"/>
                <a:ea typeface="Calibri" panose="020F0502020204030204" pitchFamily="34" charset="0"/>
              </a:rPr>
              <a:t>Simplify the expression below.</a:t>
            </a:r>
            <a:endParaRPr lang="en-US" dirty="0">
              <a:latin typeface="Century Gothic" panose="020B0502020202020204" pitchFamily="34" charset="0"/>
            </a:endParaRPr>
          </a:p>
        </p:txBody>
      </p:sp>
      <p:sp>
        <p:nvSpPr>
          <p:cNvPr id="51" name="Rectangle 50">
            <a:extLst>
              <a:ext uri="{FF2B5EF4-FFF2-40B4-BE49-F238E27FC236}">
                <a16:creationId xmlns:a16="http://schemas.microsoft.com/office/drawing/2014/main" id="{5BDAC3A6-0797-34F4-E107-B379EFFF4DDB}"/>
              </a:ext>
            </a:extLst>
          </p:cNvPr>
          <p:cNvSpPr/>
          <p:nvPr/>
        </p:nvSpPr>
        <p:spPr>
          <a:xfrm>
            <a:off x="3905635" y="7482114"/>
            <a:ext cx="2401619" cy="261610"/>
          </a:xfrm>
          <a:prstGeom prst="rect">
            <a:avLst/>
          </a:prstGeom>
        </p:spPr>
        <p:txBody>
          <a:bodyPr wrap="none">
            <a:spAutoFit/>
          </a:bodyPr>
          <a:lstStyle/>
          <a:p>
            <a:r>
              <a:rPr lang="en-US" sz="1100" b="1" dirty="0">
                <a:effectLst/>
                <a:latin typeface="Century Gothic" panose="020B0502020202020204" pitchFamily="34" charset="0"/>
                <a:ea typeface="Calibri" panose="020F0502020204030204" pitchFamily="34" charset="0"/>
              </a:rPr>
              <a:t>8.  </a:t>
            </a:r>
            <a:r>
              <a:rPr lang="en-US" sz="1100" dirty="0">
                <a:effectLst/>
                <a:latin typeface="Century Gothic" panose="020B0502020202020204" pitchFamily="34" charset="0"/>
                <a:ea typeface="Calibri" panose="020F0502020204030204" pitchFamily="34" charset="0"/>
              </a:rPr>
              <a:t>Simplify the expression below.</a:t>
            </a:r>
            <a:endParaRPr lang="en-US" dirty="0">
              <a:latin typeface="Century Gothic" panose="020B0502020202020204" pitchFamily="34" charset="0"/>
            </a:endParaRPr>
          </a:p>
        </p:txBody>
      </p:sp>
      <p:graphicFrame>
        <p:nvGraphicFramePr>
          <p:cNvPr id="52" name="Object 51">
            <a:extLst>
              <a:ext uri="{FF2B5EF4-FFF2-40B4-BE49-F238E27FC236}">
                <a16:creationId xmlns:a16="http://schemas.microsoft.com/office/drawing/2014/main" id="{1AC51EFA-B97E-E429-3F92-D9CA01258671}"/>
              </a:ext>
            </a:extLst>
          </p:cNvPr>
          <p:cNvGraphicFramePr>
            <a:graphicFrameLocks noChangeAspect="1"/>
          </p:cNvGraphicFramePr>
          <p:nvPr>
            <p:extLst>
              <p:ext uri="{D42A27DB-BD31-4B8C-83A1-F6EECF244321}">
                <p14:modId xmlns:p14="http://schemas.microsoft.com/office/powerpoint/2010/main" val="624220518"/>
              </p:ext>
            </p:extLst>
          </p:nvPr>
        </p:nvGraphicFramePr>
        <p:xfrm>
          <a:off x="5021378" y="7786003"/>
          <a:ext cx="1143000" cy="520700"/>
        </p:xfrm>
        <a:graphic>
          <a:graphicData uri="http://schemas.openxmlformats.org/presentationml/2006/ole">
            <mc:AlternateContent xmlns:mc="http://schemas.openxmlformats.org/markup-compatibility/2006">
              <mc:Choice xmlns:v="urn:schemas-microsoft-com:vml" Requires="v">
                <p:oleObj name="Equation" r:id="rId13" imgW="1143000" imgH="520560" progId="Equation.DSMT4">
                  <p:embed/>
                </p:oleObj>
              </mc:Choice>
              <mc:Fallback>
                <p:oleObj name="Equation" r:id="rId13" imgW="1143000" imgH="520560" progId="Equation.DSMT4">
                  <p:embed/>
                  <p:pic>
                    <p:nvPicPr>
                      <p:cNvPr id="14" name="Object 13">
                        <a:extLst>
                          <a:ext uri="{FF2B5EF4-FFF2-40B4-BE49-F238E27FC236}">
                            <a16:creationId xmlns:a16="http://schemas.microsoft.com/office/drawing/2014/main" id="{1AC51EFA-B97E-E429-3F92-D9CA01258671}"/>
                          </a:ext>
                        </a:extLst>
                      </p:cNvPr>
                      <p:cNvPicPr/>
                      <p:nvPr/>
                    </p:nvPicPr>
                    <p:blipFill>
                      <a:blip r:embed="rId14"/>
                      <a:stretch>
                        <a:fillRect/>
                      </a:stretch>
                    </p:blipFill>
                    <p:spPr>
                      <a:xfrm>
                        <a:off x="5021378" y="7786003"/>
                        <a:ext cx="1143000" cy="520700"/>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1E755C1C-8CE5-D607-34A9-3D07251ECC73}"/>
              </a:ext>
            </a:extLst>
          </p:cNvPr>
          <p:cNvGraphicFramePr>
            <a:graphicFrameLocks noChangeAspect="1"/>
          </p:cNvGraphicFramePr>
          <p:nvPr>
            <p:extLst>
              <p:ext uri="{D42A27DB-BD31-4B8C-83A1-F6EECF244321}">
                <p14:modId xmlns:p14="http://schemas.microsoft.com/office/powerpoint/2010/main" val="417052174"/>
              </p:ext>
            </p:extLst>
          </p:nvPr>
        </p:nvGraphicFramePr>
        <p:xfrm>
          <a:off x="1213160" y="7802596"/>
          <a:ext cx="1917700" cy="266700"/>
        </p:xfrm>
        <a:graphic>
          <a:graphicData uri="http://schemas.openxmlformats.org/presentationml/2006/ole">
            <mc:AlternateContent xmlns:mc="http://schemas.openxmlformats.org/markup-compatibility/2006">
              <mc:Choice xmlns:v="urn:schemas-microsoft-com:vml" Requires="v">
                <p:oleObj name="Equation" r:id="rId15" imgW="1917360" imgH="266400" progId="Equation.DSMT4">
                  <p:embed/>
                </p:oleObj>
              </mc:Choice>
              <mc:Fallback>
                <p:oleObj name="Equation" r:id="rId15" imgW="1917360" imgH="266400" progId="Equation.DSMT4">
                  <p:embed/>
                  <p:pic>
                    <p:nvPicPr>
                      <p:cNvPr id="15" name="Object 14">
                        <a:extLst>
                          <a:ext uri="{FF2B5EF4-FFF2-40B4-BE49-F238E27FC236}">
                            <a16:creationId xmlns:a16="http://schemas.microsoft.com/office/drawing/2014/main" id="{1E755C1C-8CE5-D607-34A9-3D07251ECC73}"/>
                          </a:ext>
                        </a:extLst>
                      </p:cNvPr>
                      <p:cNvPicPr/>
                      <p:nvPr/>
                    </p:nvPicPr>
                    <p:blipFill>
                      <a:blip r:embed="rId16"/>
                      <a:stretch>
                        <a:fillRect/>
                      </a:stretch>
                    </p:blipFill>
                    <p:spPr>
                      <a:xfrm>
                        <a:off x="1213160" y="7802596"/>
                        <a:ext cx="1917700" cy="266700"/>
                      </a:xfrm>
                      <a:prstGeom prst="rect">
                        <a:avLst/>
                      </a:prstGeom>
                    </p:spPr>
                  </p:pic>
                </p:oleObj>
              </mc:Fallback>
            </mc:AlternateContent>
          </a:graphicData>
        </a:graphic>
      </p:graphicFrame>
      <p:sp>
        <p:nvSpPr>
          <p:cNvPr id="54" name="Text Box 6">
            <a:extLst>
              <a:ext uri="{FF2B5EF4-FFF2-40B4-BE49-F238E27FC236}">
                <a16:creationId xmlns:a16="http://schemas.microsoft.com/office/drawing/2014/main" id="{015CBD2C-8E0E-EEEB-70EE-DA45C55DC907}"/>
              </a:ext>
            </a:extLst>
          </p:cNvPr>
          <p:cNvSpPr txBox="1">
            <a:spLocks noChangeArrowheads="1"/>
          </p:cNvSpPr>
          <p:nvPr/>
        </p:nvSpPr>
        <p:spPr bwMode="auto">
          <a:xfrm>
            <a:off x="6729924" y="7022939"/>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5" name="Text Box 6">
            <a:extLst>
              <a:ext uri="{FF2B5EF4-FFF2-40B4-BE49-F238E27FC236}">
                <a16:creationId xmlns:a16="http://schemas.microsoft.com/office/drawing/2014/main" id="{F3F58BDC-BA70-6E7C-E670-B88EC42F2B26}"/>
              </a:ext>
            </a:extLst>
          </p:cNvPr>
          <p:cNvSpPr txBox="1">
            <a:spLocks noChangeArrowheads="1"/>
          </p:cNvSpPr>
          <p:nvPr/>
        </p:nvSpPr>
        <p:spPr bwMode="auto">
          <a:xfrm>
            <a:off x="6737400" y="275761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6" name="Text Box 6">
            <a:extLst>
              <a:ext uri="{FF2B5EF4-FFF2-40B4-BE49-F238E27FC236}">
                <a16:creationId xmlns:a16="http://schemas.microsoft.com/office/drawing/2014/main" id="{7ADB4EB9-AC98-9E54-8F27-19578F6D38B0}"/>
              </a:ext>
            </a:extLst>
          </p:cNvPr>
          <p:cNvSpPr txBox="1">
            <a:spLocks noChangeArrowheads="1"/>
          </p:cNvSpPr>
          <p:nvPr/>
        </p:nvSpPr>
        <p:spPr bwMode="auto">
          <a:xfrm>
            <a:off x="3280408" y="4907263"/>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7" name="Text Box 6">
            <a:extLst>
              <a:ext uri="{FF2B5EF4-FFF2-40B4-BE49-F238E27FC236}">
                <a16:creationId xmlns:a16="http://schemas.microsoft.com/office/drawing/2014/main" id="{B9F221CC-8ACE-0498-049D-6660BBF4A6DF}"/>
              </a:ext>
            </a:extLst>
          </p:cNvPr>
          <p:cNvSpPr txBox="1">
            <a:spLocks noChangeArrowheads="1"/>
          </p:cNvSpPr>
          <p:nvPr/>
        </p:nvSpPr>
        <p:spPr bwMode="auto">
          <a:xfrm>
            <a:off x="3083179" y="9168948"/>
            <a:ext cx="73152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58" name="Text Box 6">
            <a:extLst>
              <a:ext uri="{FF2B5EF4-FFF2-40B4-BE49-F238E27FC236}">
                <a16:creationId xmlns:a16="http://schemas.microsoft.com/office/drawing/2014/main" id="{D1BDBF12-1293-6D60-7F18-86BC2F04E049}"/>
              </a:ext>
            </a:extLst>
          </p:cNvPr>
          <p:cNvSpPr txBox="1">
            <a:spLocks noChangeArrowheads="1"/>
          </p:cNvSpPr>
          <p:nvPr/>
        </p:nvSpPr>
        <p:spPr bwMode="auto">
          <a:xfrm>
            <a:off x="6529008" y="9168947"/>
            <a:ext cx="73152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graphicFrame>
        <p:nvGraphicFramePr>
          <p:cNvPr id="59" name="Table 58">
            <a:extLst>
              <a:ext uri="{FF2B5EF4-FFF2-40B4-BE49-F238E27FC236}">
                <a16:creationId xmlns:a16="http://schemas.microsoft.com/office/drawing/2014/main" id="{6FA26D2C-2225-9369-F28A-426AC421A99F}"/>
              </a:ext>
            </a:extLst>
          </p:cNvPr>
          <p:cNvGraphicFramePr>
            <a:graphicFrameLocks noGrp="1"/>
          </p:cNvGraphicFramePr>
          <p:nvPr>
            <p:extLst>
              <p:ext uri="{D42A27DB-BD31-4B8C-83A1-F6EECF244321}">
                <p14:modId xmlns:p14="http://schemas.microsoft.com/office/powerpoint/2010/main" val="4019991540"/>
              </p:ext>
            </p:extLst>
          </p:nvPr>
        </p:nvGraphicFramePr>
        <p:xfrm>
          <a:off x="453604" y="1091890"/>
          <a:ext cx="3443624" cy="243780"/>
        </p:xfrm>
        <a:graphic>
          <a:graphicData uri="http://schemas.openxmlformats.org/drawingml/2006/table">
            <a:tbl>
              <a:tblPr/>
              <a:tblGrid>
                <a:gridCol w="3443624">
                  <a:extLst>
                    <a:ext uri="{9D8B030D-6E8A-4147-A177-3AD203B41FA5}">
                      <a16:colId xmlns:a16="http://schemas.microsoft.com/office/drawing/2014/main" val="3015578786"/>
                    </a:ext>
                  </a:extLst>
                </a:gridCol>
              </a:tblGrid>
              <a:tr h="243780">
                <a:tc>
                  <a:txBody>
                    <a:bodyPr/>
                    <a:lstStyle/>
                    <a:p>
                      <a:pPr marL="0" marR="0" algn="l">
                        <a:lnSpc>
                          <a:spcPct val="115000"/>
                        </a:lnSpc>
                        <a:spcBef>
                          <a:spcPts val="0"/>
                        </a:spcBef>
                        <a:spcAft>
                          <a:spcPts val="1000"/>
                        </a:spcAft>
                      </a:pPr>
                      <a:r>
                        <a:rPr lang="en-US" sz="1100" b="1"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1. </a:t>
                      </a:r>
                      <a: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Which value is a perfect square?</a:t>
                      </a:r>
                    </a:p>
                  </a:txBody>
                  <a:tcPr marL="114300" marR="114300" marT="0" marB="0">
                    <a:lnL>
                      <a:noFill/>
                    </a:lnL>
                    <a:lnR>
                      <a:noFill/>
                    </a:lnR>
                    <a:lnT>
                      <a:noFill/>
                    </a:lnT>
                    <a:lnB>
                      <a:noFill/>
                    </a:lnB>
                  </a:tcPr>
                </a:tc>
                <a:extLst>
                  <a:ext uri="{0D108BD9-81ED-4DB2-BD59-A6C34878D82A}">
                    <a16:rowId xmlns:a16="http://schemas.microsoft.com/office/drawing/2014/main" val="767608596"/>
                  </a:ext>
                </a:extLst>
              </a:tr>
            </a:tbl>
          </a:graphicData>
        </a:graphic>
      </p:graphicFrame>
      <p:graphicFrame>
        <p:nvGraphicFramePr>
          <p:cNvPr id="60" name="Table 59">
            <a:extLst>
              <a:ext uri="{FF2B5EF4-FFF2-40B4-BE49-F238E27FC236}">
                <a16:creationId xmlns:a16="http://schemas.microsoft.com/office/drawing/2014/main" id="{3E911D31-AC8A-AE53-79C5-6CAEA65F0802}"/>
              </a:ext>
            </a:extLst>
          </p:cNvPr>
          <p:cNvGraphicFramePr>
            <a:graphicFrameLocks noGrp="1"/>
          </p:cNvGraphicFramePr>
          <p:nvPr>
            <p:extLst>
              <p:ext uri="{D42A27DB-BD31-4B8C-83A1-F6EECF244321}">
                <p14:modId xmlns:p14="http://schemas.microsoft.com/office/powerpoint/2010/main" val="1074546073"/>
              </p:ext>
            </p:extLst>
          </p:nvPr>
        </p:nvGraphicFramePr>
        <p:xfrm>
          <a:off x="419633" y="3219748"/>
          <a:ext cx="3380108" cy="368364"/>
        </p:xfrm>
        <a:graphic>
          <a:graphicData uri="http://schemas.openxmlformats.org/drawingml/2006/table">
            <a:tbl>
              <a:tblPr/>
              <a:tblGrid>
                <a:gridCol w="3380108">
                  <a:extLst>
                    <a:ext uri="{9D8B030D-6E8A-4147-A177-3AD203B41FA5}">
                      <a16:colId xmlns:a16="http://schemas.microsoft.com/office/drawing/2014/main" val="3015578786"/>
                    </a:ext>
                  </a:extLst>
                </a:gridCol>
              </a:tblGrid>
              <a:tr h="38797">
                <a:tc>
                  <a:txBody>
                    <a:bodyPr/>
                    <a:lstStyle/>
                    <a:p>
                      <a:pPr marL="0" marR="0" algn="l">
                        <a:lnSpc>
                          <a:spcPct val="115000"/>
                        </a:lnSpc>
                        <a:spcBef>
                          <a:spcPts val="0"/>
                        </a:spcBef>
                        <a:spcAft>
                          <a:spcPts val="1000"/>
                        </a:spcAft>
                      </a:pPr>
                      <a:r>
                        <a:rPr lang="en-US" sz="1100" b="1"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3. </a:t>
                      </a:r>
                      <a: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Which expression is correctly written in </a:t>
                      </a:r>
                      <a:b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simplest form?</a:t>
                      </a:r>
                    </a:p>
                  </a:txBody>
                  <a:tcPr marL="114300" marR="114300" marT="0" marB="0">
                    <a:lnL>
                      <a:noFill/>
                    </a:lnL>
                    <a:lnR>
                      <a:noFill/>
                    </a:lnR>
                    <a:lnT>
                      <a:noFill/>
                    </a:lnT>
                    <a:lnB>
                      <a:noFill/>
                    </a:lnB>
                  </a:tcPr>
                </a:tc>
                <a:extLst>
                  <a:ext uri="{0D108BD9-81ED-4DB2-BD59-A6C34878D82A}">
                    <a16:rowId xmlns:a16="http://schemas.microsoft.com/office/drawing/2014/main" val="767608596"/>
                  </a:ext>
                </a:extLst>
              </a:tr>
            </a:tbl>
          </a:graphicData>
        </a:graphic>
      </p:graphicFrame>
      <p:graphicFrame>
        <p:nvGraphicFramePr>
          <p:cNvPr id="61" name="Table 60">
            <a:extLst>
              <a:ext uri="{FF2B5EF4-FFF2-40B4-BE49-F238E27FC236}">
                <a16:creationId xmlns:a16="http://schemas.microsoft.com/office/drawing/2014/main" id="{7001CD3D-0EC4-B995-9E10-46C22C541658}"/>
              </a:ext>
            </a:extLst>
          </p:cNvPr>
          <p:cNvGraphicFramePr>
            <a:graphicFrameLocks noGrp="1"/>
          </p:cNvGraphicFramePr>
          <p:nvPr>
            <p:extLst>
              <p:ext uri="{D42A27DB-BD31-4B8C-83A1-F6EECF244321}">
                <p14:modId xmlns:p14="http://schemas.microsoft.com/office/powerpoint/2010/main" val="3718580503"/>
              </p:ext>
            </p:extLst>
          </p:nvPr>
        </p:nvGraphicFramePr>
        <p:xfrm>
          <a:off x="3869827" y="1086164"/>
          <a:ext cx="3331953" cy="335280"/>
        </p:xfrm>
        <a:graphic>
          <a:graphicData uri="http://schemas.openxmlformats.org/drawingml/2006/table">
            <a:tbl>
              <a:tblPr/>
              <a:tblGrid>
                <a:gridCol w="3331953">
                  <a:extLst>
                    <a:ext uri="{9D8B030D-6E8A-4147-A177-3AD203B41FA5}">
                      <a16:colId xmlns:a16="http://schemas.microsoft.com/office/drawing/2014/main" val="3015578786"/>
                    </a:ext>
                  </a:extLst>
                </a:gridCol>
              </a:tblGrid>
              <a:tr h="0">
                <a:tc>
                  <a:txBody>
                    <a:bodyPr/>
                    <a:lstStyle/>
                    <a:p>
                      <a:r>
                        <a:rPr lang="en-US" sz="1100" b="1" dirty="0">
                          <a:effectLst/>
                          <a:latin typeface="Century Gothic" panose="020B0502020202020204" pitchFamily="34" charset="0"/>
                          <a:ea typeface="Calibri" panose="020F0502020204030204" pitchFamily="34" charset="0"/>
                        </a:rPr>
                        <a:t>2.  </a:t>
                      </a:r>
                      <a:r>
                        <a:rPr lang="en-US" sz="1100" dirty="0">
                          <a:effectLst/>
                          <a:latin typeface="Century Gothic" panose="020B0502020202020204" pitchFamily="34" charset="0"/>
                          <a:ea typeface="Calibri" panose="020F0502020204030204" pitchFamily="34" charset="0"/>
                        </a:rPr>
                        <a:t>If the expression below is written in simplest </a:t>
                      </a:r>
                      <a:br>
                        <a:rPr lang="en-US" sz="1100" dirty="0">
                          <a:effectLst/>
                          <a:latin typeface="Century Gothic" panose="020B0502020202020204" pitchFamily="34" charset="0"/>
                          <a:ea typeface="Calibri" panose="020F0502020204030204" pitchFamily="34" charset="0"/>
                        </a:rPr>
                      </a:br>
                      <a:r>
                        <a:rPr lang="en-US" sz="1100" dirty="0">
                          <a:effectLst/>
                          <a:latin typeface="Century Gothic" panose="020B0502020202020204" pitchFamily="34" charset="0"/>
                          <a:ea typeface="Calibri" panose="020F0502020204030204" pitchFamily="34" charset="0"/>
                        </a:rPr>
                        <a:t>     radical form, which must be true? </a:t>
                      </a:r>
                      <a:endParaRPr lang="en-US" sz="1100" dirty="0">
                        <a:latin typeface="Century Gothic" panose="020B0502020202020204" pitchFamily="34" charset="0"/>
                      </a:endParaRPr>
                    </a:p>
                  </a:txBody>
                  <a:tcPr marL="114300" marR="114300" marT="0" marB="0">
                    <a:lnL>
                      <a:noFill/>
                    </a:lnL>
                    <a:lnR>
                      <a:noFill/>
                    </a:lnR>
                    <a:lnT>
                      <a:noFill/>
                    </a:lnT>
                    <a:lnB>
                      <a:noFill/>
                    </a:lnB>
                  </a:tcPr>
                </a:tc>
                <a:extLst>
                  <a:ext uri="{0D108BD9-81ED-4DB2-BD59-A6C34878D82A}">
                    <a16:rowId xmlns:a16="http://schemas.microsoft.com/office/drawing/2014/main" val="767608596"/>
                  </a:ext>
                </a:extLst>
              </a:tr>
            </a:tbl>
          </a:graphicData>
        </a:graphic>
      </p:graphicFrame>
      <p:graphicFrame>
        <p:nvGraphicFramePr>
          <p:cNvPr id="62" name="Table 61">
            <a:extLst>
              <a:ext uri="{FF2B5EF4-FFF2-40B4-BE49-F238E27FC236}">
                <a16:creationId xmlns:a16="http://schemas.microsoft.com/office/drawing/2014/main" id="{A63B6618-9795-B7E6-2115-CAEC628E49D8}"/>
              </a:ext>
            </a:extLst>
          </p:cNvPr>
          <p:cNvGraphicFramePr>
            <a:graphicFrameLocks noGrp="1"/>
          </p:cNvGraphicFramePr>
          <p:nvPr>
            <p:extLst>
              <p:ext uri="{D42A27DB-BD31-4B8C-83A1-F6EECF244321}">
                <p14:modId xmlns:p14="http://schemas.microsoft.com/office/powerpoint/2010/main" val="3269742238"/>
              </p:ext>
            </p:extLst>
          </p:nvPr>
        </p:nvGraphicFramePr>
        <p:xfrm>
          <a:off x="3874128" y="5352586"/>
          <a:ext cx="3474266" cy="368364"/>
        </p:xfrm>
        <a:graphic>
          <a:graphicData uri="http://schemas.openxmlformats.org/drawingml/2006/table">
            <a:tbl>
              <a:tblPr/>
              <a:tblGrid>
                <a:gridCol w="3474266">
                  <a:extLst>
                    <a:ext uri="{9D8B030D-6E8A-4147-A177-3AD203B41FA5}">
                      <a16:colId xmlns:a16="http://schemas.microsoft.com/office/drawing/2014/main" val="3015578786"/>
                    </a:ext>
                  </a:extLst>
                </a:gridCol>
              </a:tblGrid>
              <a:tr h="0">
                <a:tc>
                  <a:txBody>
                    <a:bodyPr/>
                    <a:lstStyle/>
                    <a:p>
                      <a:pPr marL="0" marR="0" algn="l">
                        <a:lnSpc>
                          <a:spcPct val="115000"/>
                        </a:lnSpc>
                        <a:spcBef>
                          <a:spcPts val="0"/>
                        </a:spcBef>
                        <a:spcAft>
                          <a:spcPts val="1000"/>
                        </a:spcAft>
                      </a:pPr>
                      <a:r>
                        <a:rPr lang="en-US" sz="1100" b="1"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6. </a:t>
                      </a:r>
                      <a: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Which is the smallest subset of the real </a:t>
                      </a:r>
                      <a:b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solidFill>
                            <a:schemeClr val="tx1"/>
                          </a:solidFill>
                          <a:effectLst/>
                          <a:latin typeface="Century Gothic" panose="020B0502020202020204" pitchFamily="34" charset="0"/>
                          <a:ea typeface="Calibri" panose="020F0502020204030204" pitchFamily="34" charset="0"/>
                          <a:cs typeface="Times New Roman" panose="02020603050405020304" pitchFamily="18" charset="0"/>
                        </a:rPr>
                        <a:t>    numbers that contains the value below?</a:t>
                      </a:r>
                    </a:p>
                  </a:txBody>
                  <a:tcPr marL="114300" marR="114300" marT="0" marB="0">
                    <a:lnL>
                      <a:noFill/>
                    </a:lnL>
                    <a:lnR>
                      <a:noFill/>
                    </a:lnR>
                    <a:lnT>
                      <a:noFill/>
                    </a:lnT>
                    <a:lnB>
                      <a:noFill/>
                    </a:lnB>
                  </a:tcPr>
                </a:tc>
                <a:extLst>
                  <a:ext uri="{0D108BD9-81ED-4DB2-BD59-A6C34878D82A}">
                    <a16:rowId xmlns:a16="http://schemas.microsoft.com/office/drawing/2014/main" val="767608596"/>
                  </a:ext>
                </a:extLst>
              </a:tr>
            </a:tbl>
          </a:graphicData>
        </a:graphic>
      </p:graphicFrame>
      <p:graphicFrame>
        <p:nvGraphicFramePr>
          <p:cNvPr id="63" name="Object 62">
            <a:extLst>
              <a:ext uri="{FF2B5EF4-FFF2-40B4-BE49-F238E27FC236}">
                <a16:creationId xmlns:a16="http://schemas.microsoft.com/office/drawing/2014/main" id="{21B42D16-95D6-F36F-81A6-53E0A4460036}"/>
              </a:ext>
            </a:extLst>
          </p:cNvPr>
          <p:cNvGraphicFramePr>
            <a:graphicFrameLocks noChangeAspect="1"/>
          </p:cNvGraphicFramePr>
          <p:nvPr>
            <p:extLst>
              <p:ext uri="{D42A27DB-BD31-4B8C-83A1-F6EECF244321}">
                <p14:modId xmlns:p14="http://schemas.microsoft.com/office/powerpoint/2010/main" val="1991876478"/>
              </p:ext>
            </p:extLst>
          </p:nvPr>
        </p:nvGraphicFramePr>
        <p:xfrm>
          <a:off x="5257800" y="5864016"/>
          <a:ext cx="647700" cy="254000"/>
        </p:xfrm>
        <a:graphic>
          <a:graphicData uri="http://schemas.openxmlformats.org/presentationml/2006/ole">
            <mc:AlternateContent xmlns:mc="http://schemas.openxmlformats.org/markup-compatibility/2006">
              <mc:Choice xmlns:v="urn:schemas-microsoft-com:vml" Requires="v">
                <p:oleObj name="Equation" r:id="rId17" imgW="647640" imgH="253800" progId="Equation.DSMT4">
                  <p:embed/>
                </p:oleObj>
              </mc:Choice>
              <mc:Fallback>
                <p:oleObj name="Equation" r:id="rId17" imgW="647640" imgH="253800" progId="Equation.DSMT4">
                  <p:embed/>
                  <p:pic>
                    <p:nvPicPr>
                      <p:cNvPr id="25" name="Object 24">
                        <a:extLst>
                          <a:ext uri="{FF2B5EF4-FFF2-40B4-BE49-F238E27FC236}">
                            <a16:creationId xmlns:a16="http://schemas.microsoft.com/office/drawing/2014/main" id="{21B42D16-95D6-F36F-81A6-53E0A4460036}"/>
                          </a:ext>
                        </a:extLst>
                      </p:cNvPr>
                      <p:cNvPicPr/>
                      <p:nvPr/>
                    </p:nvPicPr>
                    <p:blipFill>
                      <a:blip r:embed="rId18"/>
                      <a:stretch>
                        <a:fillRect/>
                      </a:stretch>
                    </p:blipFill>
                    <p:spPr>
                      <a:xfrm>
                        <a:off x="5257800" y="5864016"/>
                        <a:ext cx="647700" cy="254000"/>
                      </a:xfrm>
                      <a:prstGeom prst="rect">
                        <a:avLst/>
                      </a:prstGeom>
                    </p:spPr>
                  </p:pic>
                </p:oleObj>
              </mc:Fallback>
            </mc:AlternateContent>
          </a:graphicData>
        </a:graphic>
      </p:graphicFrame>
      <p:sp>
        <p:nvSpPr>
          <p:cNvPr id="64" name="Text Box 807">
            <a:extLst>
              <a:ext uri="{FF2B5EF4-FFF2-40B4-BE49-F238E27FC236}">
                <a16:creationId xmlns:a16="http://schemas.microsoft.com/office/drawing/2014/main" id="{EBE687E2-DDBE-5467-56B6-745AFC2D963D}"/>
              </a:ext>
            </a:extLst>
          </p:cNvPr>
          <p:cNvSpPr txBox="1">
            <a:spLocks noChangeArrowheads="1"/>
          </p:cNvSpPr>
          <p:nvPr/>
        </p:nvSpPr>
        <p:spPr bwMode="auto">
          <a:xfrm>
            <a:off x="4089184" y="6290532"/>
            <a:ext cx="569137"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R</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N</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W</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Z</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5" name="Text Box 807">
            <a:extLst>
              <a:ext uri="{FF2B5EF4-FFF2-40B4-BE49-F238E27FC236}">
                <a16:creationId xmlns:a16="http://schemas.microsoft.com/office/drawing/2014/main" id="{F9041488-486E-3F47-E961-75F67C366414}"/>
              </a:ext>
            </a:extLst>
          </p:cNvPr>
          <p:cNvSpPr txBox="1">
            <a:spLocks noChangeArrowheads="1"/>
          </p:cNvSpPr>
          <p:nvPr/>
        </p:nvSpPr>
        <p:spPr bwMode="auto">
          <a:xfrm>
            <a:off x="4100893" y="2118411"/>
            <a:ext cx="1348880"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b</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17</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b</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23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b</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29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a:t>
            </a:r>
            <a:r>
              <a:rPr lang="en-US" sz="1100" i="1" dirty="0">
                <a:effectLst/>
                <a:latin typeface="Times New Roman" panose="02020603050405020304" pitchFamily="18" charset="0"/>
                <a:ea typeface="Calibri" panose="020F0502020204030204" pitchFamily="34" charset="0"/>
                <a:cs typeface="Times New Roman" panose="02020603050405020304" pitchFamily="18" charset="0"/>
              </a:rPr>
              <a:t>b</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31 </a:t>
            </a:r>
          </a:p>
        </p:txBody>
      </p:sp>
      <p:grpSp>
        <p:nvGrpSpPr>
          <p:cNvPr id="66" name="Group 65">
            <a:extLst>
              <a:ext uri="{FF2B5EF4-FFF2-40B4-BE49-F238E27FC236}">
                <a16:creationId xmlns:a16="http://schemas.microsoft.com/office/drawing/2014/main" id="{C7C75BF7-71F1-C43D-B539-92151E73BFE2}"/>
              </a:ext>
            </a:extLst>
          </p:cNvPr>
          <p:cNvGrpSpPr/>
          <p:nvPr/>
        </p:nvGrpSpPr>
        <p:grpSpPr>
          <a:xfrm>
            <a:off x="4671731" y="1496408"/>
            <a:ext cx="1728144" cy="353243"/>
            <a:chOff x="1086765" y="8504238"/>
            <a:chExt cx="1728144" cy="353243"/>
          </a:xfrm>
        </p:grpSpPr>
        <p:graphicFrame>
          <p:nvGraphicFramePr>
            <p:cNvPr id="67" name="Object 66">
              <a:extLst>
                <a:ext uri="{FF2B5EF4-FFF2-40B4-BE49-F238E27FC236}">
                  <a16:creationId xmlns:a16="http://schemas.microsoft.com/office/drawing/2014/main" id="{C2467B4F-7405-86DB-E697-BE076EF0CEA1}"/>
                </a:ext>
              </a:extLst>
            </p:cNvPr>
            <p:cNvGraphicFramePr>
              <a:graphicFrameLocks noChangeAspect="1"/>
            </p:cNvGraphicFramePr>
            <p:nvPr/>
          </p:nvGraphicFramePr>
          <p:xfrm>
            <a:off x="2216422" y="8504238"/>
            <a:ext cx="598487" cy="330200"/>
          </p:xfrm>
          <a:graphic>
            <a:graphicData uri="http://schemas.openxmlformats.org/presentationml/2006/ole">
              <mc:AlternateContent xmlns:mc="http://schemas.openxmlformats.org/markup-compatibility/2006">
                <mc:Choice xmlns:v="urn:schemas-microsoft-com:vml" Requires="v">
                  <p:oleObj name="Equation" r:id="rId19" imgW="596880" imgH="330120" progId="Equation.DSMT4">
                    <p:embed/>
                  </p:oleObj>
                </mc:Choice>
                <mc:Fallback>
                  <p:oleObj name="Equation" r:id="rId19" imgW="596880" imgH="330120" progId="Equation.DSMT4">
                    <p:embed/>
                    <p:pic>
                      <p:nvPicPr>
                        <p:cNvPr id="29" name="Object 28">
                          <a:extLst>
                            <a:ext uri="{FF2B5EF4-FFF2-40B4-BE49-F238E27FC236}">
                              <a16:creationId xmlns:a16="http://schemas.microsoft.com/office/drawing/2014/main" id="{C2467B4F-7405-86DB-E697-BE076EF0CEA1}"/>
                            </a:ext>
                          </a:extLst>
                        </p:cNvPr>
                        <p:cNvPicPr/>
                        <p:nvPr/>
                      </p:nvPicPr>
                      <p:blipFill>
                        <a:blip r:embed="rId20"/>
                        <a:stretch>
                          <a:fillRect/>
                        </a:stretch>
                      </p:blipFill>
                      <p:spPr>
                        <a:xfrm>
                          <a:off x="2216422" y="8504238"/>
                          <a:ext cx="598487" cy="330200"/>
                        </a:xfrm>
                        <a:prstGeom prst="rect">
                          <a:avLst/>
                        </a:prstGeom>
                      </p:spPr>
                    </p:pic>
                  </p:oleObj>
                </mc:Fallback>
              </mc:AlternateContent>
            </a:graphicData>
          </a:graphic>
        </p:graphicFrame>
        <p:sp>
          <p:nvSpPr>
            <p:cNvPr id="68" name="Text Box 19">
              <a:extLst>
                <a:ext uri="{FF2B5EF4-FFF2-40B4-BE49-F238E27FC236}">
                  <a16:creationId xmlns:a16="http://schemas.microsoft.com/office/drawing/2014/main" id="{E2B56A3C-C7FA-0DF3-A866-A11200036E67}"/>
                </a:ext>
              </a:extLst>
            </p:cNvPr>
            <p:cNvSpPr txBox="1">
              <a:spLocks noChangeArrowheads="1"/>
            </p:cNvSpPr>
            <p:nvPr/>
          </p:nvSpPr>
          <p:spPr bwMode="auto">
            <a:xfrm>
              <a:off x="2409007" y="8585895"/>
              <a:ext cx="326029" cy="243780"/>
            </a:xfrm>
            <a:prstGeom prst="rect">
              <a:avLst/>
            </a:prstGeom>
            <a:solidFill>
              <a:schemeClr val="bg1"/>
            </a:solidFill>
            <a:ln w="6350">
              <a:solidFill>
                <a:srgbClr val="000000"/>
              </a:solidFill>
              <a:miter lim="800000"/>
              <a:headEnd/>
              <a:tailEnd/>
            </a:ln>
          </p:spPr>
          <p:txBody>
            <a:bodyPr rot="0" vert="horz" wrap="square" lIns="0" tIns="0" rIns="0" bIns="0" anchor="ctr" anchorCtr="0" upright="1">
              <a:noAutofit/>
            </a:bodyPr>
            <a:lstStyle/>
            <a:p>
              <a:pPr marL="0" marR="0" algn="ctr">
                <a:lnSpc>
                  <a:spcPct val="115000"/>
                </a:lnSpc>
                <a:spcBef>
                  <a:spcPts val="0"/>
                </a:spcBef>
                <a:spcAft>
                  <a:spcPts val="1000"/>
                </a:spcAft>
              </a:pPr>
              <a:r>
                <a:rPr lang="en-US" sz="1500" b="1" i="1" dirty="0">
                  <a:latin typeface="Times New Roman" panose="02020603050405020304" pitchFamily="18" charset="0"/>
                  <a:ea typeface="Calibri" panose="020F0502020204030204" pitchFamily="34" charset="0"/>
                  <a:cs typeface="Times New Roman" panose="02020603050405020304" pitchFamily="18" charset="0"/>
                </a:rPr>
                <a:t>b</a:t>
              </a:r>
              <a:endParaRPr lang="en-US" sz="15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9" name="Text Box 19">
              <a:extLst>
                <a:ext uri="{FF2B5EF4-FFF2-40B4-BE49-F238E27FC236}">
                  <a16:creationId xmlns:a16="http://schemas.microsoft.com/office/drawing/2014/main" id="{2FB415A7-CC6E-4360-5494-2CE5A31E86B5}"/>
                </a:ext>
              </a:extLst>
            </p:cNvPr>
            <p:cNvSpPr txBox="1">
              <a:spLocks noChangeArrowheads="1"/>
            </p:cNvSpPr>
            <p:nvPr/>
          </p:nvSpPr>
          <p:spPr bwMode="auto">
            <a:xfrm>
              <a:off x="1872819" y="8582975"/>
              <a:ext cx="326029" cy="243780"/>
            </a:xfrm>
            <a:prstGeom prst="rect">
              <a:avLst/>
            </a:prstGeom>
            <a:solidFill>
              <a:schemeClr val="bg1"/>
            </a:solidFill>
            <a:ln w="6350">
              <a:solidFill>
                <a:srgbClr val="000000"/>
              </a:solidFill>
              <a:miter lim="800000"/>
              <a:headEnd/>
              <a:tailEnd/>
            </a:ln>
          </p:spPr>
          <p:txBody>
            <a:bodyPr rot="0" vert="horz" wrap="square" lIns="0" tIns="0" rIns="0" bIns="0" anchor="ctr" anchorCtr="0" upright="1">
              <a:noAutofit/>
            </a:bodyPr>
            <a:lstStyle/>
            <a:p>
              <a:pPr marL="0" marR="0" algn="ctr">
                <a:lnSpc>
                  <a:spcPct val="115000"/>
                </a:lnSpc>
                <a:spcBef>
                  <a:spcPts val="0"/>
                </a:spcBef>
                <a:spcAft>
                  <a:spcPts val="1000"/>
                </a:spcAft>
              </a:pPr>
              <a:r>
                <a:rPr lang="en-US" sz="1500" b="1" i="1" dirty="0">
                  <a:latin typeface="Times New Roman" panose="02020603050405020304" pitchFamily="18" charset="0"/>
                  <a:ea typeface="Calibri" panose="020F0502020204030204" pitchFamily="34" charset="0"/>
                  <a:cs typeface="Times New Roman" panose="02020603050405020304" pitchFamily="18" charset="0"/>
                </a:rPr>
                <a:t>a</a:t>
              </a:r>
              <a:endParaRPr lang="en-US" sz="15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70" name="Object 69">
              <a:extLst>
                <a:ext uri="{FF2B5EF4-FFF2-40B4-BE49-F238E27FC236}">
                  <a16:creationId xmlns:a16="http://schemas.microsoft.com/office/drawing/2014/main" id="{516C9ED5-5E1B-D23A-0E39-4FE886B5B4A1}"/>
                </a:ext>
              </a:extLst>
            </p:cNvPr>
            <p:cNvGraphicFramePr>
              <a:graphicFrameLocks noChangeAspect="1"/>
            </p:cNvGraphicFramePr>
            <p:nvPr/>
          </p:nvGraphicFramePr>
          <p:xfrm>
            <a:off x="1086765" y="8539981"/>
            <a:ext cx="762000" cy="317500"/>
          </p:xfrm>
          <a:graphic>
            <a:graphicData uri="http://schemas.openxmlformats.org/presentationml/2006/ole">
              <mc:AlternateContent xmlns:mc="http://schemas.openxmlformats.org/markup-compatibility/2006">
                <mc:Choice xmlns:v="urn:schemas-microsoft-com:vml" Requires="v">
                  <p:oleObj name="Equation" r:id="rId21" imgW="761760" imgH="317160" progId="Equation.DSMT4">
                    <p:embed/>
                  </p:oleObj>
                </mc:Choice>
                <mc:Fallback>
                  <p:oleObj name="Equation" r:id="rId21" imgW="761760" imgH="317160" progId="Equation.DSMT4">
                    <p:embed/>
                    <p:pic>
                      <p:nvPicPr>
                        <p:cNvPr id="32" name="Object 31">
                          <a:extLst>
                            <a:ext uri="{FF2B5EF4-FFF2-40B4-BE49-F238E27FC236}">
                              <a16:creationId xmlns:a16="http://schemas.microsoft.com/office/drawing/2014/main" id="{516C9ED5-5E1B-D23A-0E39-4FE886B5B4A1}"/>
                            </a:ext>
                          </a:extLst>
                        </p:cNvPr>
                        <p:cNvPicPr/>
                        <p:nvPr/>
                      </p:nvPicPr>
                      <p:blipFill>
                        <a:blip r:embed="rId22"/>
                        <a:stretch>
                          <a:fillRect/>
                        </a:stretch>
                      </p:blipFill>
                      <p:spPr>
                        <a:xfrm>
                          <a:off x="1086765" y="8539981"/>
                          <a:ext cx="762000" cy="317500"/>
                        </a:xfrm>
                        <a:prstGeom prst="rect">
                          <a:avLst/>
                        </a:prstGeom>
                      </p:spPr>
                    </p:pic>
                  </p:oleObj>
                </mc:Fallback>
              </mc:AlternateContent>
            </a:graphicData>
          </a:graphic>
        </p:graphicFrame>
      </p:grpSp>
      <p:grpSp>
        <p:nvGrpSpPr>
          <p:cNvPr id="71" name="Group 70">
            <a:extLst>
              <a:ext uri="{FF2B5EF4-FFF2-40B4-BE49-F238E27FC236}">
                <a16:creationId xmlns:a16="http://schemas.microsoft.com/office/drawing/2014/main" id="{4EDDBB31-9F1E-6DD3-538D-6D309D695B5E}"/>
              </a:ext>
            </a:extLst>
          </p:cNvPr>
          <p:cNvGrpSpPr/>
          <p:nvPr/>
        </p:nvGrpSpPr>
        <p:grpSpPr>
          <a:xfrm>
            <a:off x="675994" y="4066465"/>
            <a:ext cx="1036921" cy="1171649"/>
            <a:chOff x="4165505" y="2000092"/>
            <a:chExt cx="1037520" cy="1171649"/>
          </a:xfrm>
        </p:grpSpPr>
        <p:sp>
          <p:nvSpPr>
            <p:cNvPr id="72" name="Text Box 807">
              <a:extLst>
                <a:ext uri="{FF2B5EF4-FFF2-40B4-BE49-F238E27FC236}">
                  <a16:creationId xmlns:a16="http://schemas.microsoft.com/office/drawing/2014/main" id="{BCAB2964-1F14-093F-8E23-C23F049336D2}"/>
                </a:ext>
              </a:extLst>
            </p:cNvPr>
            <p:cNvSpPr txBox="1">
              <a:spLocks noChangeArrowheads="1"/>
            </p:cNvSpPr>
            <p:nvPr/>
          </p:nvSpPr>
          <p:spPr bwMode="auto">
            <a:xfrm>
              <a:off x="4165505" y="2000092"/>
              <a:ext cx="381000"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7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br>
                <a:rPr lang="en-US" sz="1100" b="1" dirty="0">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br>
                <a:rPr lang="en-US" sz="1100" b="1"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b="1"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p:graphicFrame>
          <p:nvGraphicFramePr>
            <p:cNvPr id="75" name="Object 74">
              <a:extLst>
                <a:ext uri="{FF2B5EF4-FFF2-40B4-BE49-F238E27FC236}">
                  <a16:creationId xmlns:a16="http://schemas.microsoft.com/office/drawing/2014/main" id="{85D385BC-3FA9-2889-0C74-49F0177CF721}"/>
                </a:ext>
              </a:extLst>
            </p:cNvPr>
            <p:cNvGraphicFramePr>
              <a:graphicFrameLocks noChangeAspect="1"/>
            </p:cNvGraphicFramePr>
            <p:nvPr/>
          </p:nvGraphicFramePr>
          <p:xfrm>
            <a:off x="4408488" y="2368458"/>
            <a:ext cx="774700" cy="228600"/>
          </p:xfrm>
          <a:graphic>
            <a:graphicData uri="http://schemas.openxmlformats.org/presentationml/2006/ole">
              <mc:AlternateContent xmlns:mc="http://schemas.openxmlformats.org/markup-compatibility/2006">
                <mc:Choice xmlns:v="urn:schemas-microsoft-com:vml" Requires="v">
                  <p:oleObj name="Equation" r:id="rId23" imgW="774360" imgH="228600" progId="Equation.DSMT4">
                    <p:embed/>
                  </p:oleObj>
                </mc:Choice>
                <mc:Fallback>
                  <p:oleObj name="Equation" r:id="rId23" imgW="774360" imgH="228600" progId="Equation.DSMT4">
                    <p:embed/>
                    <p:pic>
                      <p:nvPicPr>
                        <p:cNvPr id="34" name="Object 33">
                          <a:extLst>
                            <a:ext uri="{FF2B5EF4-FFF2-40B4-BE49-F238E27FC236}">
                              <a16:creationId xmlns:a16="http://schemas.microsoft.com/office/drawing/2014/main" id="{85D385BC-3FA9-2889-0C74-49F0177CF721}"/>
                            </a:ext>
                          </a:extLst>
                        </p:cNvPr>
                        <p:cNvPicPr/>
                        <p:nvPr/>
                      </p:nvPicPr>
                      <p:blipFill>
                        <a:blip r:embed="rId24"/>
                        <a:stretch>
                          <a:fillRect/>
                        </a:stretch>
                      </p:blipFill>
                      <p:spPr>
                        <a:xfrm>
                          <a:off x="4408488" y="2368458"/>
                          <a:ext cx="774700" cy="228600"/>
                        </a:xfrm>
                        <a:prstGeom prst="rect">
                          <a:avLst/>
                        </a:prstGeom>
                      </p:spPr>
                    </p:pic>
                  </p:oleObj>
                </mc:Fallback>
              </mc:AlternateContent>
            </a:graphicData>
          </a:graphic>
        </p:graphicFrame>
        <p:graphicFrame>
          <p:nvGraphicFramePr>
            <p:cNvPr id="76" name="Object 75">
              <a:extLst>
                <a:ext uri="{FF2B5EF4-FFF2-40B4-BE49-F238E27FC236}">
                  <a16:creationId xmlns:a16="http://schemas.microsoft.com/office/drawing/2014/main" id="{FEED8E3C-ACC3-40FA-272E-EBDD88F6C170}"/>
                </a:ext>
              </a:extLst>
            </p:cNvPr>
            <p:cNvGraphicFramePr>
              <a:graphicFrameLocks noChangeAspect="1"/>
            </p:cNvGraphicFramePr>
            <p:nvPr/>
          </p:nvGraphicFramePr>
          <p:xfrm>
            <a:off x="4415170" y="2081765"/>
            <a:ext cx="787855" cy="228600"/>
          </p:xfrm>
          <a:graphic>
            <a:graphicData uri="http://schemas.openxmlformats.org/presentationml/2006/ole">
              <mc:AlternateContent xmlns:mc="http://schemas.openxmlformats.org/markup-compatibility/2006">
                <mc:Choice xmlns:v="urn:schemas-microsoft-com:vml" Requires="v">
                  <p:oleObj name="Equation" r:id="rId25" imgW="787320" imgH="228600" progId="Equation.DSMT4">
                    <p:embed/>
                  </p:oleObj>
                </mc:Choice>
                <mc:Fallback>
                  <p:oleObj name="Equation" r:id="rId25" imgW="787320" imgH="228600" progId="Equation.DSMT4">
                    <p:embed/>
                    <p:pic>
                      <p:nvPicPr>
                        <p:cNvPr id="35" name="Object 34">
                          <a:extLst>
                            <a:ext uri="{FF2B5EF4-FFF2-40B4-BE49-F238E27FC236}">
                              <a16:creationId xmlns:a16="http://schemas.microsoft.com/office/drawing/2014/main" id="{FEED8E3C-ACC3-40FA-272E-EBDD88F6C170}"/>
                            </a:ext>
                          </a:extLst>
                        </p:cNvPr>
                        <p:cNvPicPr/>
                        <p:nvPr/>
                      </p:nvPicPr>
                      <p:blipFill>
                        <a:blip r:embed="rId26"/>
                        <a:stretch>
                          <a:fillRect/>
                        </a:stretch>
                      </p:blipFill>
                      <p:spPr>
                        <a:xfrm>
                          <a:off x="4415170" y="2081765"/>
                          <a:ext cx="787855" cy="228600"/>
                        </a:xfrm>
                        <a:prstGeom prst="rect">
                          <a:avLst/>
                        </a:prstGeom>
                      </p:spPr>
                    </p:pic>
                  </p:oleObj>
                </mc:Fallback>
              </mc:AlternateContent>
            </a:graphicData>
          </a:graphic>
        </p:graphicFrame>
        <p:graphicFrame>
          <p:nvGraphicFramePr>
            <p:cNvPr id="77" name="Object 76">
              <a:extLst>
                <a:ext uri="{FF2B5EF4-FFF2-40B4-BE49-F238E27FC236}">
                  <a16:creationId xmlns:a16="http://schemas.microsoft.com/office/drawing/2014/main" id="{0DDAAD8A-6CC1-ECB8-1D21-CF739274F618}"/>
                </a:ext>
              </a:extLst>
            </p:cNvPr>
            <p:cNvGraphicFramePr>
              <a:graphicFrameLocks noChangeAspect="1"/>
            </p:cNvGraphicFramePr>
            <p:nvPr/>
          </p:nvGraphicFramePr>
          <p:xfrm>
            <a:off x="4408488" y="2655800"/>
            <a:ext cx="787400" cy="228600"/>
          </p:xfrm>
          <a:graphic>
            <a:graphicData uri="http://schemas.openxmlformats.org/presentationml/2006/ole">
              <mc:AlternateContent xmlns:mc="http://schemas.openxmlformats.org/markup-compatibility/2006">
                <mc:Choice xmlns:v="urn:schemas-microsoft-com:vml" Requires="v">
                  <p:oleObj name="Equation" r:id="rId27" imgW="787320" imgH="228600" progId="Equation.DSMT4">
                    <p:embed/>
                  </p:oleObj>
                </mc:Choice>
                <mc:Fallback>
                  <p:oleObj name="Equation" r:id="rId27" imgW="787320" imgH="228600" progId="Equation.DSMT4">
                    <p:embed/>
                    <p:pic>
                      <p:nvPicPr>
                        <p:cNvPr id="36" name="Object 35">
                          <a:extLst>
                            <a:ext uri="{FF2B5EF4-FFF2-40B4-BE49-F238E27FC236}">
                              <a16:creationId xmlns:a16="http://schemas.microsoft.com/office/drawing/2014/main" id="{0DDAAD8A-6CC1-ECB8-1D21-CF739274F618}"/>
                            </a:ext>
                          </a:extLst>
                        </p:cNvPr>
                        <p:cNvPicPr/>
                        <p:nvPr/>
                      </p:nvPicPr>
                      <p:blipFill>
                        <a:blip r:embed="rId28"/>
                        <a:stretch>
                          <a:fillRect/>
                        </a:stretch>
                      </p:blipFill>
                      <p:spPr>
                        <a:xfrm>
                          <a:off x="4408488" y="2655800"/>
                          <a:ext cx="787400" cy="228600"/>
                        </a:xfrm>
                        <a:prstGeom prst="rect">
                          <a:avLst/>
                        </a:prstGeom>
                      </p:spPr>
                    </p:pic>
                  </p:oleObj>
                </mc:Fallback>
              </mc:AlternateContent>
            </a:graphicData>
          </a:graphic>
        </p:graphicFrame>
        <p:graphicFrame>
          <p:nvGraphicFramePr>
            <p:cNvPr id="78" name="Object 77">
              <a:extLst>
                <a:ext uri="{FF2B5EF4-FFF2-40B4-BE49-F238E27FC236}">
                  <a16:creationId xmlns:a16="http://schemas.microsoft.com/office/drawing/2014/main" id="{7DF66A69-C473-0755-52D7-7DB3CB50882B}"/>
                </a:ext>
              </a:extLst>
            </p:cNvPr>
            <p:cNvGraphicFramePr>
              <a:graphicFrameLocks noChangeAspect="1"/>
            </p:cNvGraphicFramePr>
            <p:nvPr/>
          </p:nvGraphicFramePr>
          <p:xfrm>
            <a:off x="4408488" y="2943141"/>
            <a:ext cx="723900" cy="228600"/>
          </p:xfrm>
          <a:graphic>
            <a:graphicData uri="http://schemas.openxmlformats.org/presentationml/2006/ole">
              <mc:AlternateContent xmlns:mc="http://schemas.openxmlformats.org/markup-compatibility/2006">
                <mc:Choice xmlns:v="urn:schemas-microsoft-com:vml" Requires="v">
                  <p:oleObj name="Equation" r:id="rId29" imgW="723600" imgH="228600" progId="Equation.DSMT4">
                    <p:embed/>
                  </p:oleObj>
                </mc:Choice>
                <mc:Fallback>
                  <p:oleObj name="Equation" r:id="rId29" imgW="723600" imgH="228600" progId="Equation.DSMT4">
                    <p:embed/>
                    <p:pic>
                      <p:nvPicPr>
                        <p:cNvPr id="37" name="Object 36">
                          <a:extLst>
                            <a:ext uri="{FF2B5EF4-FFF2-40B4-BE49-F238E27FC236}">
                              <a16:creationId xmlns:a16="http://schemas.microsoft.com/office/drawing/2014/main" id="{7DF66A69-C473-0755-52D7-7DB3CB50882B}"/>
                            </a:ext>
                          </a:extLst>
                        </p:cNvPr>
                        <p:cNvPicPr/>
                        <p:nvPr/>
                      </p:nvPicPr>
                      <p:blipFill>
                        <a:blip r:embed="rId30"/>
                        <a:stretch>
                          <a:fillRect/>
                        </a:stretch>
                      </p:blipFill>
                      <p:spPr>
                        <a:xfrm>
                          <a:off x="4408488" y="2943141"/>
                          <a:ext cx="723900" cy="228600"/>
                        </a:xfrm>
                        <a:prstGeom prst="rect">
                          <a:avLst/>
                        </a:prstGeom>
                      </p:spPr>
                    </p:pic>
                  </p:oleObj>
                </mc:Fallback>
              </mc:AlternateContent>
            </a:graphicData>
          </a:graphic>
        </p:graphicFrame>
      </p:grpSp>
      <p:sp>
        <p:nvSpPr>
          <p:cNvPr id="79" name="Text Box 807">
            <a:extLst>
              <a:ext uri="{FF2B5EF4-FFF2-40B4-BE49-F238E27FC236}">
                <a16:creationId xmlns:a16="http://schemas.microsoft.com/office/drawing/2014/main" id="{36035656-4EAD-F441-FAD2-C90541F15195}"/>
              </a:ext>
            </a:extLst>
          </p:cNvPr>
          <p:cNvSpPr txBox="1">
            <a:spLocks noChangeArrowheads="1"/>
          </p:cNvSpPr>
          <p:nvPr/>
        </p:nvSpPr>
        <p:spPr bwMode="auto">
          <a:xfrm>
            <a:off x="701810" y="2049430"/>
            <a:ext cx="745990"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198</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249</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361</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500</a:t>
            </a:r>
          </a:p>
        </p:txBody>
      </p:sp>
      <p:sp>
        <p:nvSpPr>
          <p:cNvPr id="80" name="Text Box 6">
            <a:extLst>
              <a:ext uri="{FF2B5EF4-FFF2-40B4-BE49-F238E27FC236}">
                <a16:creationId xmlns:a16="http://schemas.microsoft.com/office/drawing/2014/main" id="{6CAAAEB5-A7AC-FCA2-6844-E2AD74F0FA56}"/>
              </a:ext>
            </a:extLst>
          </p:cNvPr>
          <p:cNvSpPr txBox="1">
            <a:spLocks noChangeArrowheads="1"/>
          </p:cNvSpPr>
          <p:nvPr/>
        </p:nvSpPr>
        <p:spPr bwMode="auto">
          <a:xfrm>
            <a:off x="3320161" y="271229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a:extLst>
            <a:ext uri="{FF2B5EF4-FFF2-40B4-BE49-F238E27FC236}">
              <a16:creationId xmlns:a16="http://schemas.microsoft.com/office/drawing/2014/main" id="{751E022E-7E86-48A7-A557-1F36BFA9E1DF}"/>
            </a:ext>
          </a:extLst>
        </p:cNvPr>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96C6B4D5-2C44-75D6-C8AA-77E70BA59FE3}"/>
              </a:ext>
            </a:extLst>
          </p:cNvPr>
          <p:cNvGraphicFramePr>
            <a:graphicFrameLocks noGrp="1"/>
          </p:cNvGraphicFramePr>
          <p:nvPr>
            <p:extLst>
              <p:ext uri="{D42A27DB-BD31-4B8C-83A1-F6EECF244321}">
                <p14:modId xmlns:p14="http://schemas.microsoft.com/office/powerpoint/2010/main" val="3147098603"/>
              </p:ext>
            </p:extLst>
          </p:nvPr>
        </p:nvGraphicFramePr>
        <p:xfrm>
          <a:off x="425078" y="549775"/>
          <a:ext cx="3512524" cy="403352"/>
        </p:xfrm>
        <a:graphic>
          <a:graphicData uri="http://schemas.openxmlformats.org/drawingml/2006/table">
            <a:tbl>
              <a:tblPr/>
              <a:tblGrid>
                <a:gridCol w="3512524">
                  <a:extLst>
                    <a:ext uri="{9D8B030D-6E8A-4147-A177-3AD203B41FA5}">
                      <a16:colId xmlns:a16="http://schemas.microsoft.com/office/drawing/2014/main" val="1544726658"/>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9.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Evaluate the expression below if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-4,</a:t>
                      </a: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n</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3,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and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n-US" sz="12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12.</a:t>
                      </a:r>
                    </a:p>
                  </a:txBody>
                  <a:tcPr marL="114300" marR="114300" marT="0" marB="0">
                    <a:lnL>
                      <a:noFill/>
                    </a:lnL>
                    <a:lnR>
                      <a:noFill/>
                    </a:lnR>
                    <a:lnT>
                      <a:noFill/>
                    </a:lnT>
                    <a:lnB>
                      <a:noFill/>
                    </a:lnB>
                  </a:tcPr>
                </a:tc>
                <a:extLst>
                  <a:ext uri="{0D108BD9-81ED-4DB2-BD59-A6C34878D82A}">
                    <a16:rowId xmlns:a16="http://schemas.microsoft.com/office/drawing/2014/main" val="2196574768"/>
                  </a:ext>
                </a:extLst>
              </a:tr>
            </a:tbl>
          </a:graphicData>
        </a:graphic>
      </p:graphicFrame>
      <p:graphicFrame>
        <p:nvGraphicFramePr>
          <p:cNvPr id="26" name="Table 25">
            <a:extLst>
              <a:ext uri="{FF2B5EF4-FFF2-40B4-BE49-F238E27FC236}">
                <a16:creationId xmlns:a16="http://schemas.microsoft.com/office/drawing/2014/main" id="{EBCB2552-6AD4-242F-19E9-A460EBAECE82}"/>
              </a:ext>
            </a:extLst>
          </p:cNvPr>
          <p:cNvGraphicFramePr>
            <a:graphicFrameLocks noGrp="1"/>
          </p:cNvGraphicFramePr>
          <p:nvPr>
            <p:extLst>
              <p:ext uri="{D42A27DB-BD31-4B8C-83A1-F6EECF244321}">
                <p14:modId xmlns:p14="http://schemas.microsoft.com/office/powerpoint/2010/main" val="3245138337"/>
              </p:ext>
            </p:extLst>
          </p:nvPr>
        </p:nvGraphicFramePr>
        <p:xfrm>
          <a:off x="3853056" y="566907"/>
          <a:ext cx="3509476" cy="437261"/>
        </p:xfrm>
        <a:graphic>
          <a:graphicData uri="http://schemas.openxmlformats.org/drawingml/2006/table">
            <a:tbl>
              <a:tblPr/>
              <a:tblGrid>
                <a:gridCol w="3509476">
                  <a:extLst>
                    <a:ext uri="{9D8B030D-6E8A-4147-A177-3AD203B41FA5}">
                      <a16:colId xmlns:a16="http://schemas.microsoft.com/office/drawing/2014/main" val="1300825713"/>
                    </a:ext>
                  </a:extLst>
                </a:gridCol>
              </a:tblGrid>
              <a:tr h="0">
                <a:tc>
                  <a:txBody>
                    <a:bodyPr/>
                    <a:lstStyle/>
                    <a:p>
                      <a:pPr marL="0" marR="0" algn="l">
                        <a:lnSpc>
                          <a:spcPct val="12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10.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Evaluate the expression below if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 and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z</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    .</a:t>
                      </a:r>
                    </a:p>
                  </a:txBody>
                  <a:tcPr marL="114300" marR="114300" marT="0" marB="0">
                    <a:lnL>
                      <a:noFill/>
                    </a:lnL>
                    <a:lnR>
                      <a:noFill/>
                    </a:lnR>
                    <a:lnT>
                      <a:noFill/>
                    </a:lnT>
                    <a:lnB>
                      <a:noFill/>
                    </a:lnB>
                  </a:tcPr>
                </a:tc>
                <a:extLst>
                  <a:ext uri="{0D108BD9-81ED-4DB2-BD59-A6C34878D82A}">
                    <a16:rowId xmlns:a16="http://schemas.microsoft.com/office/drawing/2014/main" val="2706535021"/>
                  </a:ext>
                </a:extLst>
              </a:tr>
            </a:tbl>
          </a:graphicData>
        </a:graphic>
      </p:graphicFrame>
      <p:sp>
        <p:nvSpPr>
          <p:cNvPr id="29" name="Rectangle 28">
            <a:extLst>
              <a:ext uri="{FF2B5EF4-FFF2-40B4-BE49-F238E27FC236}">
                <a16:creationId xmlns:a16="http://schemas.microsoft.com/office/drawing/2014/main" id="{B9BF7497-D38B-A6CB-1DE8-DF2BC17C5141}"/>
              </a:ext>
            </a:extLst>
          </p:cNvPr>
          <p:cNvSpPr/>
          <p:nvPr/>
        </p:nvSpPr>
        <p:spPr>
          <a:xfrm>
            <a:off x="450853" y="6586411"/>
            <a:ext cx="3488694" cy="430887"/>
          </a:xfrm>
          <a:prstGeom prst="rect">
            <a:avLst/>
          </a:prstGeom>
        </p:spPr>
        <p:txBody>
          <a:bodyPr wrap="square">
            <a:spAutoFit/>
          </a:bodyPr>
          <a:lstStyle/>
          <a:p>
            <a:r>
              <a:rPr lang="en-US" sz="1100" b="1" dirty="0">
                <a:effectLst/>
                <a:latin typeface="Century Gothic" panose="020B0502020202020204" pitchFamily="34" charset="0"/>
                <a:ea typeface="Calibri" panose="020F0502020204030204" pitchFamily="34" charset="0"/>
              </a:rPr>
              <a:t>13.  </a:t>
            </a:r>
            <a:r>
              <a:rPr lang="en-US" sz="1100" dirty="0">
                <a:effectLst/>
                <a:latin typeface="Century Gothic" panose="020B0502020202020204" pitchFamily="34" charset="0"/>
                <a:ea typeface="Calibri" panose="020F0502020204030204" pitchFamily="34" charset="0"/>
              </a:rPr>
              <a:t>Which equation has a solution of all real </a:t>
            </a:r>
            <a:br>
              <a:rPr lang="en-US" sz="1100" dirty="0">
                <a:effectLst/>
                <a:latin typeface="Century Gothic" panose="020B0502020202020204" pitchFamily="34" charset="0"/>
                <a:ea typeface="Calibri" panose="020F0502020204030204" pitchFamily="34" charset="0"/>
              </a:rPr>
            </a:br>
            <a:r>
              <a:rPr lang="en-US" sz="1100" dirty="0">
                <a:effectLst/>
                <a:latin typeface="Century Gothic" panose="020B0502020202020204" pitchFamily="34" charset="0"/>
                <a:ea typeface="Calibri" panose="020F0502020204030204" pitchFamily="34" charset="0"/>
              </a:rPr>
              <a:t>       numbers?</a:t>
            </a:r>
            <a:endParaRPr lang="en-US" dirty="0">
              <a:latin typeface="Century Gothic" panose="020B0502020202020204" pitchFamily="34" charset="0"/>
            </a:endParaRPr>
          </a:p>
        </p:txBody>
      </p:sp>
      <p:sp>
        <p:nvSpPr>
          <p:cNvPr id="31" name="Text Box 807">
            <a:extLst>
              <a:ext uri="{FF2B5EF4-FFF2-40B4-BE49-F238E27FC236}">
                <a16:creationId xmlns:a16="http://schemas.microsoft.com/office/drawing/2014/main" id="{0689FFE5-E9A2-F613-7201-CF2281CEBB1C}"/>
              </a:ext>
            </a:extLst>
          </p:cNvPr>
          <p:cNvSpPr txBox="1">
            <a:spLocks noChangeArrowheads="1"/>
          </p:cNvSpPr>
          <p:nvPr/>
        </p:nvSpPr>
        <p:spPr bwMode="auto">
          <a:xfrm>
            <a:off x="691972" y="7041242"/>
            <a:ext cx="2788920" cy="1159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5</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k</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6</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k</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18</a:t>
            </a:r>
            <a:r>
              <a:rPr lang="en-US" sz="1100" dirty="0">
                <a:effectLst/>
                <a:latin typeface="Tahoma" panose="020B0604030504040204" pitchFamily="34" charset="0"/>
                <a:ea typeface="Calibri" panose="020F0502020204030204" pitchFamily="34" charset="0"/>
                <a:cs typeface="Times New Roman" panose="02020603050405020304" pitchFamily="18" charset="0"/>
              </a:rPr>
              <a:t>) =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9 –</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k</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+ 17</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14 – 5</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+ 10</a:t>
            </a:r>
            <a:r>
              <a:rPr lang="en-US" sz="1100" dirty="0">
                <a:effectLst/>
                <a:latin typeface="Tahoma" panose="020B0604030504040204" pitchFamily="34" charset="0"/>
                <a:ea typeface="Calibri" panose="020F0502020204030204" pitchFamily="34" charset="0"/>
                <a:cs typeface="Times New Roman" panose="02020603050405020304" pitchFamily="18" charset="0"/>
              </a:rPr>
              <a:t>) =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4 – 8</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y</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+ 5</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6</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-2</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3</a:t>
            </a:r>
            <a:r>
              <a:rPr lang="en-US" sz="1100" dirty="0">
                <a:effectLst/>
                <a:latin typeface="Tahoma" panose="020B0604030504040204" pitchFamily="34" charset="0"/>
                <a:ea typeface="Calibri" panose="020F0502020204030204" pitchFamily="34" charset="0"/>
                <a:cs typeface="Times New Roman" panose="02020603050405020304" pitchFamily="18" charset="0"/>
              </a:rPr>
              <a:t>) =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-4</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3</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w</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+ 7</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+ 10</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7</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2</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2</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+ 3</a:t>
            </a:r>
            <a:r>
              <a:rPr lang="en-US" sz="1100" dirty="0">
                <a:effectLst/>
                <a:latin typeface="Tahoma" panose="020B0604030504040204" pitchFamily="34" charset="0"/>
                <a:ea typeface="Calibri" panose="020F0502020204030204" pitchFamily="34" charset="0"/>
                <a:cs typeface="Times New Roman" panose="02020603050405020304" pitchFamily="18" charset="0"/>
              </a:rPr>
              <a:t>) =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8 –</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3</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10</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3" name="Object 32">
            <a:extLst>
              <a:ext uri="{FF2B5EF4-FFF2-40B4-BE49-F238E27FC236}">
                <a16:creationId xmlns:a16="http://schemas.microsoft.com/office/drawing/2014/main" id="{3E9EC2BF-3797-DED7-AAC9-A83EAB1ECA36}"/>
              </a:ext>
            </a:extLst>
          </p:cNvPr>
          <p:cNvGraphicFramePr>
            <a:graphicFrameLocks noChangeAspect="1"/>
          </p:cNvGraphicFramePr>
          <p:nvPr>
            <p:extLst>
              <p:ext uri="{D42A27DB-BD31-4B8C-83A1-F6EECF244321}">
                <p14:modId xmlns:p14="http://schemas.microsoft.com/office/powerpoint/2010/main" val="2712795556"/>
              </p:ext>
            </p:extLst>
          </p:nvPr>
        </p:nvGraphicFramePr>
        <p:xfrm>
          <a:off x="1818898" y="1004168"/>
          <a:ext cx="685800" cy="482600"/>
        </p:xfrm>
        <a:graphic>
          <a:graphicData uri="http://schemas.openxmlformats.org/presentationml/2006/ole">
            <mc:AlternateContent xmlns:mc="http://schemas.openxmlformats.org/markup-compatibility/2006">
              <mc:Choice xmlns:v="urn:schemas-microsoft-com:vml" Requires="v">
                <p:oleObj name="Equation" r:id="rId3" imgW="685800" imgH="482400" progId="Equation.DSMT4">
                  <p:embed/>
                </p:oleObj>
              </mc:Choice>
              <mc:Fallback>
                <p:oleObj name="Equation" r:id="rId3" imgW="685800" imgH="482400" progId="Equation.DSMT4">
                  <p:embed/>
                  <p:pic>
                    <p:nvPicPr>
                      <p:cNvPr id="33" name="Object 32">
                        <a:extLst>
                          <a:ext uri="{FF2B5EF4-FFF2-40B4-BE49-F238E27FC236}">
                            <a16:creationId xmlns:a16="http://schemas.microsoft.com/office/drawing/2014/main" id="{3E9EC2BF-3797-DED7-AAC9-A83EAB1ECA36}"/>
                          </a:ext>
                        </a:extLst>
                      </p:cNvPr>
                      <p:cNvPicPr/>
                      <p:nvPr/>
                    </p:nvPicPr>
                    <p:blipFill>
                      <a:blip r:embed="rId4"/>
                      <a:stretch>
                        <a:fillRect/>
                      </a:stretch>
                    </p:blipFill>
                    <p:spPr>
                      <a:xfrm>
                        <a:off x="1818898" y="1004168"/>
                        <a:ext cx="685800" cy="4826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6C52A133-4BF9-39D0-AB91-7A6287B7F3B7}"/>
              </a:ext>
            </a:extLst>
          </p:cNvPr>
          <p:cNvGraphicFramePr>
            <a:graphicFrameLocks noChangeAspect="1"/>
          </p:cNvGraphicFramePr>
          <p:nvPr>
            <p:extLst>
              <p:ext uri="{D42A27DB-BD31-4B8C-83A1-F6EECF244321}">
                <p14:modId xmlns:p14="http://schemas.microsoft.com/office/powerpoint/2010/main" val="3810169491"/>
              </p:ext>
            </p:extLst>
          </p:nvPr>
        </p:nvGraphicFramePr>
        <p:xfrm>
          <a:off x="5353323" y="1171250"/>
          <a:ext cx="609600" cy="203200"/>
        </p:xfrm>
        <a:graphic>
          <a:graphicData uri="http://schemas.openxmlformats.org/presentationml/2006/ole">
            <mc:AlternateContent xmlns:mc="http://schemas.openxmlformats.org/markup-compatibility/2006">
              <mc:Choice xmlns:v="urn:schemas-microsoft-com:vml" Requires="v">
                <p:oleObj name="Equation" r:id="rId5" imgW="609480" imgH="203040" progId="Equation.DSMT4">
                  <p:embed/>
                </p:oleObj>
              </mc:Choice>
              <mc:Fallback>
                <p:oleObj name="Equation" r:id="rId5" imgW="609480" imgH="203040" progId="Equation.DSMT4">
                  <p:embed/>
                  <p:pic>
                    <p:nvPicPr>
                      <p:cNvPr id="35" name="Object 34">
                        <a:extLst>
                          <a:ext uri="{FF2B5EF4-FFF2-40B4-BE49-F238E27FC236}">
                            <a16:creationId xmlns:a16="http://schemas.microsoft.com/office/drawing/2014/main" id="{6C52A133-4BF9-39D0-AB91-7A6287B7F3B7}"/>
                          </a:ext>
                        </a:extLst>
                      </p:cNvPr>
                      <p:cNvPicPr/>
                      <p:nvPr/>
                    </p:nvPicPr>
                    <p:blipFill>
                      <a:blip r:embed="rId6"/>
                      <a:stretch>
                        <a:fillRect/>
                      </a:stretch>
                    </p:blipFill>
                    <p:spPr>
                      <a:xfrm>
                        <a:off x="5353323" y="1171250"/>
                        <a:ext cx="609600" cy="20320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A5387766-2D11-CA84-530B-20C445C114EF}"/>
              </a:ext>
            </a:extLst>
          </p:cNvPr>
          <p:cNvGraphicFramePr>
            <a:graphicFrameLocks noChangeAspect="1"/>
          </p:cNvGraphicFramePr>
          <p:nvPr>
            <p:extLst>
              <p:ext uri="{D42A27DB-BD31-4B8C-83A1-F6EECF244321}">
                <p14:modId xmlns:p14="http://schemas.microsoft.com/office/powerpoint/2010/main" val="2724861948"/>
              </p:ext>
            </p:extLst>
          </p:nvPr>
        </p:nvGraphicFramePr>
        <p:xfrm>
          <a:off x="6664354" y="511903"/>
          <a:ext cx="139700" cy="355600"/>
        </p:xfrm>
        <a:graphic>
          <a:graphicData uri="http://schemas.openxmlformats.org/presentationml/2006/ole">
            <mc:AlternateContent xmlns:mc="http://schemas.openxmlformats.org/markup-compatibility/2006">
              <mc:Choice xmlns:v="urn:schemas-microsoft-com:vml" Requires="v">
                <p:oleObj name="Equation" r:id="rId7" imgW="139680" imgH="355320" progId="Equation.DSMT4">
                  <p:embed/>
                </p:oleObj>
              </mc:Choice>
              <mc:Fallback>
                <p:oleObj name="Equation" r:id="rId7" imgW="139680" imgH="355320" progId="Equation.DSMT4">
                  <p:embed/>
                  <p:pic>
                    <p:nvPicPr>
                      <p:cNvPr id="37" name="Object 36">
                        <a:extLst>
                          <a:ext uri="{FF2B5EF4-FFF2-40B4-BE49-F238E27FC236}">
                            <a16:creationId xmlns:a16="http://schemas.microsoft.com/office/drawing/2014/main" id="{A5387766-2D11-CA84-530B-20C445C114EF}"/>
                          </a:ext>
                        </a:extLst>
                      </p:cNvPr>
                      <p:cNvPicPr/>
                      <p:nvPr/>
                    </p:nvPicPr>
                    <p:blipFill>
                      <a:blip r:embed="rId8"/>
                      <a:stretch>
                        <a:fillRect/>
                      </a:stretch>
                    </p:blipFill>
                    <p:spPr>
                      <a:xfrm>
                        <a:off x="6664354" y="511903"/>
                        <a:ext cx="139700" cy="3556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6BD6D25E-EC25-C0B5-7B95-D8D526F443A2}"/>
              </a:ext>
            </a:extLst>
          </p:cNvPr>
          <p:cNvGraphicFramePr>
            <a:graphicFrameLocks noChangeAspect="1"/>
          </p:cNvGraphicFramePr>
          <p:nvPr>
            <p:extLst>
              <p:ext uri="{D42A27DB-BD31-4B8C-83A1-F6EECF244321}">
                <p14:modId xmlns:p14="http://schemas.microsoft.com/office/powerpoint/2010/main" val="497828494"/>
              </p:ext>
            </p:extLst>
          </p:nvPr>
        </p:nvGraphicFramePr>
        <p:xfrm>
          <a:off x="4474985" y="748742"/>
          <a:ext cx="139700" cy="342900"/>
        </p:xfrm>
        <a:graphic>
          <a:graphicData uri="http://schemas.openxmlformats.org/presentationml/2006/ole">
            <mc:AlternateContent xmlns:mc="http://schemas.openxmlformats.org/markup-compatibility/2006">
              <mc:Choice xmlns:v="urn:schemas-microsoft-com:vml" Requires="v">
                <p:oleObj name="Equation" r:id="rId9" imgW="139680" imgH="342720" progId="Equation.DSMT4">
                  <p:embed/>
                </p:oleObj>
              </mc:Choice>
              <mc:Fallback>
                <p:oleObj name="Equation" r:id="rId9" imgW="139680" imgH="342720" progId="Equation.DSMT4">
                  <p:embed/>
                  <p:pic>
                    <p:nvPicPr>
                      <p:cNvPr id="38" name="Object 37">
                        <a:extLst>
                          <a:ext uri="{FF2B5EF4-FFF2-40B4-BE49-F238E27FC236}">
                            <a16:creationId xmlns:a16="http://schemas.microsoft.com/office/drawing/2014/main" id="{6BD6D25E-EC25-C0B5-7B95-D8D526F443A2}"/>
                          </a:ext>
                        </a:extLst>
                      </p:cNvPr>
                      <p:cNvPicPr/>
                      <p:nvPr/>
                    </p:nvPicPr>
                    <p:blipFill>
                      <a:blip r:embed="rId10"/>
                      <a:stretch>
                        <a:fillRect/>
                      </a:stretch>
                    </p:blipFill>
                    <p:spPr>
                      <a:xfrm>
                        <a:off x="4474985" y="748742"/>
                        <a:ext cx="139700" cy="34290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94B8A50B-136F-53C7-4628-0E4728086572}"/>
              </a:ext>
            </a:extLst>
          </p:cNvPr>
          <p:cNvGraphicFramePr>
            <a:graphicFrameLocks noChangeAspect="1"/>
          </p:cNvGraphicFramePr>
          <p:nvPr>
            <p:extLst>
              <p:ext uri="{D42A27DB-BD31-4B8C-83A1-F6EECF244321}">
                <p14:modId xmlns:p14="http://schemas.microsoft.com/office/powerpoint/2010/main" val="3089846648"/>
              </p:ext>
            </p:extLst>
          </p:nvPr>
        </p:nvGraphicFramePr>
        <p:xfrm>
          <a:off x="5213623" y="758902"/>
          <a:ext cx="139700" cy="355600"/>
        </p:xfrm>
        <a:graphic>
          <a:graphicData uri="http://schemas.openxmlformats.org/presentationml/2006/ole">
            <mc:AlternateContent xmlns:mc="http://schemas.openxmlformats.org/markup-compatibility/2006">
              <mc:Choice xmlns:v="urn:schemas-microsoft-com:vml" Requires="v">
                <p:oleObj name="Equation" r:id="rId11" imgW="139680" imgH="355320" progId="Equation.DSMT4">
                  <p:embed/>
                </p:oleObj>
              </mc:Choice>
              <mc:Fallback>
                <p:oleObj name="Equation" r:id="rId11" imgW="139680" imgH="355320" progId="Equation.DSMT4">
                  <p:embed/>
                  <p:pic>
                    <p:nvPicPr>
                      <p:cNvPr id="39" name="Object 38">
                        <a:extLst>
                          <a:ext uri="{FF2B5EF4-FFF2-40B4-BE49-F238E27FC236}">
                            <a16:creationId xmlns:a16="http://schemas.microsoft.com/office/drawing/2014/main" id="{94B8A50B-136F-53C7-4628-0E4728086572}"/>
                          </a:ext>
                        </a:extLst>
                      </p:cNvPr>
                      <p:cNvPicPr/>
                      <p:nvPr/>
                    </p:nvPicPr>
                    <p:blipFill>
                      <a:blip r:embed="rId12"/>
                      <a:stretch>
                        <a:fillRect/>
                      </a:stretch>
                    </p:blipFill>
                    <p:spPr>
                      <a:xfrm>
                        <a:off x="5213623" y="758902"/>
                        <a:ext cx="139700" cy="355600"/>
                      </a:xfrm>
                      <a:prstGeom prst="rect">
                        <a:avLst/>
                      </a:prstGeom>
                    </p:spPr>
                  </p:pic>
                </p:oleObj>
              </mc:Fallback>
            </mc:AlternateContent>
          </a:graphicData>
        </a:graphic>
      </p:graphicFrame>
      <p:sp>
        <p:nvSpPr>
          <p:cNvPr id="40" name="Text Box 6">
            <a:extLst>
              <a:ext uri="{FF2B5EF4-FFF2-40B4-BE49-F238E27FC236}">
                <a16:creationId xmlns:a16="http://schemas.microsoft.com/office/drawing/2014/main" id="{58A3D160-F192-A770-61D1-04FA05279032}"/>
              </a:ext>
            </a:extLst>
          </p:cNvPr>
          <p:cNvSpPr txBox="1">
            <a:spLocks noChangeArrowheads="1"/>
          </p:cNvSpPr>
          <p:nvPr/>
        </p:nvSpPr>
        <p:spPr bwMode="auto">
          <a:xfrm>
            <a:off x="3095097" y="3128786"/>
            <a:ext cx="73152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1" name="Text Box 6">
            <a:extLst>
              <a:ext uri="{FF2B5EF4-FFF2-40B4-BE49-F238E27FC236}">
                <a16:creationId xmlns:a16="http://schemas.microsoft.com/office/drawing/2014/main" id="{24F2CE6D-DF55-9786-793A-4662CDAE3007}"/>
              </a:ext>
            </a:extLst>
          </p:cNvPr>
          <p:cNvSpPr txBox="1">
            <a:spLocks noChangeArrowheads="1"/>
          </p:cNvSpPr>
          <p:nvPr/>
        </p:nvSpPr>
        <p:spPr bwMode="auto">
          <a:xfrm>
            <a:off x="6540926" y="3128785"/>
            <a:ext cx="73152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2" name="Text Box 126">
            <a:extLst>
              <a:ext uri="{FF2B5EF4-FFF2-40B4-BE49-F238E27FC236}">
                <a16:creationId xmlns:a16="http://schemas.microsoft.com/office/drawing/2014/main" id="{9B815D34-A53A-DEE8-C455-F65729F1332D}"/>
              </a:ext>
            </a:extLst>
          </p:cNvPr>
          <p:cNvSpPr txBox="1">
            <a:spLocks noChangeArrowheads="1"/>
          </p:cNvSpPr>
          <p:nvPr/>
        </p:nvSpPr>
        <p:spPr bwMode="auto">
          <a:xfrm>
            <a:off x="2604184" y="6095980"/>
            <a:ext cx="1195021" cy="395605"/>
          </a:xfrm>
          <a:prstGeom prst="rect">
            <a:avLst/>
          </a:prstGeom>
          <a:noFill/>
          <a:ln w="9525">
            <a:solidFill>
              <a:srgbClr val="000000"/>
            </a:solidFill>
            <a:miter lim="800000"/>
            <a:headEnd/>
            <a:tailEnd/>
          </a:ln>
        </p:spPr>
        <p:txBody>
          <a:bodyPr rot="0" vert="horz" wrap="square" lIns="91440" tIns="45720" rIns="91440" bIns="45720" anchor="ctr" anchorCtr="0" upright="1">
            <a:noAutofit/>
          </a:bodyPr>
          <a:lstStyle/>
          <a:p>
            <a:pPr marL="0" marR="0">
              <a:lnSpc>
                <a:spcPct val="115000"/>
              </a:lnSpc>
              <a:spcBef>
                <a:spcPts val="0"/>
              </a:spcBef>
              <a:spcAft>
                <a:spcPts val="1000"/>
              </a:spcAft>
            </a:pPr>
            <a:r>
              <a:rPr lang="en-US" sz="1500" i="1"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1500" dirty="0">
                <a:effectLst/>
                <a:latin typeface="Century Gothic" panose="020B0502020202020204" pitchFamily="34" charset="0"/>
                <a:ea typeface="Calibri" panose="020F0502020204030204" pitchFamily="34" charset="0"/>
                <a:cs typeface="Times New Roman" panose="02020603050405020304" pitchFamily="18" charset="0"/>
              </a:rPr>
              <a:t>= </a:t>
            </a:r>
          </a:p>
        </p:txBody>
      </p:sp>
      <p:sp>
        <p:nvSpPr>
          <p:cNvPr id="43" name="Text Box 126">
            <a:extLst>
              <a:ext uri="{FF2B5EF4-FFF2-40B4-BE49-F238E27FC236}">
                <a16:creationId xmlns:a16="http://schemas.microsoft.com/office/drawing/2014/main" id="{CB7B2FFA-5F63-DD32-85EC-EC7C1A4FB65E}"/>
              </a:ext>
            </a:extLst>
          </p:cNvPr>
          <p:cNvSpPr txBox="1">
            <a:spLocks noChangeArrowheads="1"/>
          </p:cNvSpPr>
          <p:nvPr/>
        </p:nvSpPr>
        <p:spPr bwMode="auto">
          <a:xfrm>
            <a:off x="6038371" y="6102091"/>
            <a:ext cx="1195021" cy="395605"/>
          </a:xfrm>
          <a:prstGeom prst="rect">
            <a:avLst/>
          </a:prstGeom>
          <a:noFill/>
          <a:ln w="9525">
            <a:solidFill>
              <a:srgbClr val="000000"/>
            </a:solidFill>
            <a:miter lim="800000"/>
            <a:headEnd/>
            <a:tailEnd/>
          </a:ln>
        </p:spPr>
        <p:txBody>
          <a:bodyPr rot="0" vert="horz" wrap="square" lIns="91440" tIns="45720" rIns="91440" bIns="45720" anchor="ctr" anchorCtr="0" upright="1">
            <a:noAutofit/>
          </a:bodyPr>
          <a:lstStyle/>
          <a:p>
            <a:pPr marL="0" marR="0">
              <a:lnSpc>
                <a:spcPct val="115000"/>
              </a:lnSpc>
              <a:spcBef>
                <a:spcPts val="0"/>
              </a:spcBef>
              <a:spcAft>
                <a:spcPts val="1000"/>
              </a:spcAft>
            </a:pPr>
            <a:r>
              <a:rPr lang="en-US" sz="1500" i="1" dirty="0">
                <a:latin typeface="Times New Roman" panose="02020603050405020304" pitchFamily="18" charset="0"/>
                <a:ea typeface="Calibri" panose="020F0502020204030204" pitchFamily="34" charset="0"/>
                <a:cs typeface="Times New Roman" panose="02020603050405020304" pitchFamily="18" charset="0"/>
              </a:rPr>
              <a:t>x</a:t>
            </a:r>
            <a:r>
              <a:rPr lang="en-US" sz="15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dirty="0">
                <a:effectLst/>
                <a:latin typeface="Century Gothic" panose="020B0502020202020204" pitchFamily="34" charset="0"/>
                <a:ea typeface="Calibri" panose="020F0502020204030204" pitchFamily="34" charset="0"/>
                <a:cs typeface="Times New Roman" panose="02020603050405020304" pitchFamily="18" charset="0"/>
              </a:rPr>
              <a:t>= </a:t>
            </a:r>
          </a:p>
        </p:txBody>
      </p:sp>
      <p:sp>
        <p:nvSpPr>
          <p:cNvPr id="44" name="Text Box 126">
            <a:extLst>
              <a:ext uri="{FF2B5EF4-FFF2-40B4-BE49-F238E27FC236}">
                <a16:creationId xmlns:a16="http://schemas.microsoft.com/office/drawing/2014/main" id="{91FF995D-1052-E6ED-17F9-1108B26252AB}"/>
              </a:ext>
            </a:extLst>
          </p:cNvPr>
          <p:cNvSpPr txBox="1">
            <a:spLocks noChangeArrowheads="1"/>
          </p:cNvSpPr>
          <p:nvPr/>
        </p:nvSpPr>
        <p:spPr bwMode="auto">
          <a:xfrm>
            <a:off x="6064250" y="9142666"/>
            <a:ext cx="1195021" cy="395605"/>
          </a:xfrm>
          <a:prstGeom prst="rect">
            <a:avLst/>
          </a:prstGeom>
          <a:noFill/>
          <a:ln w="9525">
            <a:solidFill>
              <a:srgbClr val="000000"/>
            </a:solidFill>
            <a:miter lim="800000"/>
            <a:headEnd/>
            <a:tailEnd/>
          </a:ln>
        </p:spPr>
        <p:txBody>
          <a:bodyPr rot="0" vert="horz" wrap="square" lIns="91440" tIns="45720" rIns="91440" bIns="45720" anchor="ctr" anchorCtr="0" upright="1">
            <a:noAutofit/>
          </a:bodyPr>
          <a:lstStyle/>
          <a:p>
            <a:pPr marL="0" marR="0">
              <a:lnSpc>
                <a:spcPct val="115000"/>
              </a:lnSpc>
              <a:spcBef>
                <a:spcPts val="0"/>
              </a:spcBef>
              <a:spcAft>
                <a:spcPts val="1000"/>
              </a:spcAft>
            </a:pPr>
            <a:r>
              <a:rPr lang="en-US" sz="1500" i="1" dirty="0">
                <a:latin typeface="Times New Roman" panose="02020603050405020304" pitchFamily="18" charset="0"/>
                <a:ea typeface="Calibri" panose="020F0502020204030204" pitchFamily="34" charset="0"/>
                <a:cs typeface="Times New Roman" panose="02020603050405020304" pitchFamily="18" charset="0"/>
              </a:rPr>
              <a:t>p</a:t>
            </a:r>
            <a:r>
              <a:rPr lang="en-US" sz="15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dirty="0">
                <a:effectLst/>
                <a:latin typeface="Century Gothic" panose="020B0502020202020204" pitchFamily="34" charset="0"/>
                <a:ea typeface="Calibri" panose="020F0502020204030204" pitchFamily="34" charset="0"/>
                <a:cs typeface="Times New Roman" panose="02020603050405020304" pitchFamily="18" charset="0"/>
              </a:rPr>
              <a:t>= </a:t>
            </a:r>
          </a:p>
        </p:txBody>
      </p:sp>
      <p:sp>
        <p:nvSpPr>
          <p:cNvPr id="45" name="Text Box 6">
            <a:extLst>
              <a:ext uri="{FF2B5EF4-FFF2-40B4-BE49-F238E27FC236}">
                <a16:creationId xmlns:a16="http://schemas.microsoft.com/office/drawing/2014/main" id="{D35AE437-7E7E-F01E-E5E5-E4A7A3FEA512}"/>
              </a:ext>
            </a:extLst>
          </p:cNvPr>
          <p:cNvSpPr txBox="1">
            <a:spLocks noChangeArrowheads="1"/>
          </p:cNvSpPr>
          <p:nvPr/>
        </p:nvSpPr>
        <p:spPr bwMode="auto">
          <a:xfrm>
            <a:off x="3301847" y="9149445"/>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6" name="TextBox 45">
            <a:extLst>
              <a:ext uri="{FF2B5EF4-FFF2-40B4-BE49-F238E27FC236}">
                <a16:creationId xmlns:a16="http://schemas.microsoft.com/office/drawing/2014/main" id="{20CA6186-1133-668E-0C98-536883314CB1}"/>
              </a:ext>
            </a:extLst>
          </p:cNvPr>
          <p:cNvSpPr txBox="1"/>
          <p:nvPr/>
        </p:nvSpPr>
        <p:spPr>
          <a:xfrm>
            <a:off x="460991" y="3560490"/>
            <a:ext cx="2255746" cy="261610"/>
          </a:xfrm>
          <a:prstGeom prst="rect">
            <a:avLst/>
          </a:prstGeom>
          <a:noFill/>
        </p:spPr>
        <p:txBody>
          <a:bodyPr wrap="none" rtlCol="0">
            <a:spAutoFit/>
          </a:bodyPr>
          <a:lstStyle/>
          <a:p>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11.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a:t>
            </a:r>
          </a:p>
        </p:txBody>
      </p:sp>
      <p:sp>
        <p:nvSpPr>
          <p:cNvPr id="47" name="TextBox 46">
            <a:extLst>
              <a:ext uri="{FF2B5EF4-FFF2-40B4-BE49-F238E27FC236}">
                <a16:creationId xmlns:a16="http://schemas.microsoft.com/office/drawing/2014/main" id="{E9A3014F-5F89-0274-D047-D711937D590C}"/>
              </a:ext>
            </a:extLst>
          </p:cNvPr>
          <p:cNvSpPr txBox="1"/>
          <p:nvPr/>
        </p:nvSpPr>
        <p:spPr>
          <a:xfrm>
            <a:off x="3880929" y="3548483"/>
            <a:ext cx="2255746" cy="261610"/>
          </a:xfrm>
          <a:prstGeom prst="rect">
            <a:avLst/>
          </a:prstGeom>
          <a:noFill/>
        </p:spPr>
        <p:txBody>
          <a:bodyPr wrap="none" rtlCol="0">
            <a:spAutoFit/>
          </a:bodyPr>
          <a:lstStyle/>
          <a:p>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12.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a:t>
            </a:r>
          </a:p>
        </p:txBody>
      </p:sp>
      <p:sp>
        <p:nvSpPr>
          <p:cNvPr id="48" name="TextBox 47">
            <a:extLst>
              <a:ext uri="{FF2B5EF4-FFF2-40B4-BE49-F238E27FC236}">
                <a16:creationId xmlns:a16="http://schemas.microsoft.com/office/drawing/2014/main" id="{B627B8AD-C146-D96F-C000-441C0AEF6BD7}"/>
              </a:ext>
            </a:extLst>
          </p:cNvPr>
          <p:cNvSpPr txBox="1"/>
          <p:nvPr/>
        </p:nvSpPr>
        <p:spPr>
          <a:xfrm>
            <a:off x="3879130" y="6584827"/>
            <a:ext cx="2255746" cy="261610"/>
          </a:xfrm>
          <a:prstGeom prst="rect">
            <a:avLst/>
          </a:prstGeom>
          <a:noFill/>
        </p:spPr>
        <p:txBody>
          <a:bodyPr wrap="none" rtlCol="0">
            <a:spAutoFit/>
          </a:bodyPr>
          <a:lstStyle/>
          <a:p>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14.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a:t>
            </a:r>
          </a:p>
        </p:txBody>
      </p:sp>
      <p:graphicFrame>
        <p:nvGraphicFramePr>
          <p:cNvPr id="49" name="Object 48">
            <a:extLst>
              <a:ext uri="{FF2B5EF4-FFF2-40B4-BE49-F238E27FC236}">
                <a16:creationId xmlns:a16="http://schemas.microsoft.com/office/drawing/2014/main" id="{ECFB35F7-8738-1D9C-B8CD-6A36ABE40AFB}"/>
              </a:ext>
            </a:extLst>
          </p:cNvPr>
          <p:cNvGraphicFramePr>
            <a:graphicFrameLocks noChangeAspect="1"/>
          </p:cNvGraphicFramePr>
          <p:nvPr>
            <p:extLst>
              <p:ext uri="{D42A27DB-BD31-4B8C-83A1-F6EECF244321}">
                <p14:modId xmlns:p14="http://schemas.microsoft.com/office/powerpoint/2010/main" val="4129483618"/>
              </p:ext>
            </p:extLst>
          </p:nvPr>
        </p:nvGraphicFramePr>
        <p:xfrm>
          <a:off x="5074988" y="6933568"/>
          <a:ext cx="1130300" cy="406400"/>
        </p:xfrm>
        <a:graphic>
          <a:graphicData uri="http://schemas.openxmlformats.org/presentationml/2006/ole">
            <mc:AlternateContent xmlns:mc="http://schemas.openxmlformats.org/markup-compatibility/2006">
              <mc:Choice xmlns:v="urn:schemas-microsoft-com:vml" Requires="v">
                <p:oleObj name="Equation" r:id="rId13" imgW="1130040" imgH="406080" progId="Equation.DSMT4">
                  <p:embed/>
                </p:oleObj>
              </mc:Choice>
              <mc:Fallback>
                <p:oleObj name="Equation" r:id="rId13" imgW="1130040" imgH="406080" progId="Equation.DSMT4">
                  <p:embed/>
                  <p:pic>
                    <p:nvPicPr>
                      <p:cNvPr id="49" name="Object 48">
                        <a:extLst>
                          <a:ext uri="{FF2B5EF4-FFF2-40B4-BE49-F238E27FC236}">
                            <a16:creationId xmlns:a16="http://schemas.microsoft.com/office/drawing/2014/main" id="{ECFB35F7-8738-1D9C-B8CD-6A36ABE40AFB}"/>
                          </a:ext>
                        </a:extLst>
                      </p:cNvPr>
                      <p:cNvPicPr/>
                      <p:nvPr/>
                    </p:nvPicPr>
                    <p:blipFill>
                      <a:blip r:embed="rId14"/>
                      <a:stretch>
                        <a:fillRect/>
                      </a:stretch>
                    </p:blipFill>
                    <p:spPr>
                      <a:xfrm>
                        <a:off x="5074988" y="6933568"/>
                        <a:ext cx="1130300" cy="406400"/>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7CDEBC24-3373-4D0A-88FA-903078A1E20D}"/>
              </a:ext>
            </a:extLst>
          </p:cNvPr>
          <p:cNvGraphicFramePr>
            <a:graphicFrameLocks noChangeAspect="1"/>
          </p:cNvGraphicFramePr>
          <p:nvPr>
            <p:extLst>
              <p:ext uri="{D42A27DB-BD31-4B8C-83A1-F6EECF244321}">
                <p14:modId xmlns:p14="http://schemas.microsoft.com/office/powerpoint/2010/main" val="383459554"/>
              </p:ext>
            </p:extLst>
          </p:nvPr>
        </p:nvGraphicFramePr>
        <p:xfrm>
          <a:off x="1057373" y="3916926"/>
          <a:ext cx="2082800" cy="215900"/>
        </p:xfrm>
        <a:graphic>
          <a:graphicData uri="http://schemas.openxmlformats.org/presentationml/2006/ole">
            <mc:AlternateContent xmlns:mc="http://schemas.openxmlformats.org/markup-compatibility/2006">
              <mc:Choice xmlns:v="urn:schemas-microsoft-com:vml" Requires="v">
                <p:oleObj name="Equation" r:id="rId15" imgW="2082600" imgH="215640" progId="Equation.DSMT4">
                  <p:embed/>
                </p:oleObj>
              </mc:Choice>
              <mc:Fallback>
                <p:oleObj name="Equation" r:id="rId15" imgW="2082600" imgH="215640" progId="Equation.DSMT4">
                  <p:embed/>
                  <p:pic>
                    <p:nvPicPr>
                      <p:cNvPr id="50" name="Object 49">
                        <a:extLst>
                          <a:ext uri="{FF2B5EF4-FFF2-40B4-BE49-F238E27FC236}">
                            <a16:creationId xmlns:a16="http://schemas.microsoft.com/office/drawing/2014/main" id="{7CDEBC24-3373-4D0A-88FA-903078A1E20D}"/>
                          </a:ext>
                        </a:extLst>
                      </p:cNvPr>
                      <p:cNvPicPr/>
                      <p:nvPr/>
                    </p:nvPicPr>
                    <p:blipFill>
                      <a:blip r:embed="rId16"/>
                      <a:stretch>
                        <a:fillRect/>
                      </a:stretch>
                    </p:blipFill>
                    <p:spPr>
                      <a:xfrm>
                        <a:off x="1057373" y="3916926"/>
                        <a:ext cx="2082800" cy="215900"/>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F2EF502C-4BC0-9662-EF9E-31A8D3A1397D}"/>
              </a:ext>
            </a:extLst>
          </p:cNvPr>
          <p:cNvGraphicFramePr>
            <a:graphicFrameLocks noChangeAspect="1"/>
          </p:cNvGraphicFramePr>
          <p:nvPr>
            <p:extLst>
              <p:ext uri="{D42A27DB-BD31-4B8C-83A1-F6EECF244321}">
                <p14:modId xmlns:p14="http://schemas.microsoft.com/office/powerpoint/2010/main" val="132284329"/>
              </p:ext>
            </p:extLst>
          </p:nvPr>
        </p:nvGraphicFramePr>
        <p:xfrm>
          <a:off x="4629423" y="3905713"/>
          <a:ext cx="2057400" cy="431800"/>
        </p:xfrm>
        <a:graphic>
          <a:graphicData uri="http://schemas.openxmlformats.org/presentationml/2006/ole">
            <mc:AlternateContent xmlns:mc="http://schemas.openxmlformats.org/markup-compatibility/2006">
              <mc:Choice xmlns:v="urn:schemas-microsoft-com:vml" Requires="v">
                <p:oleObj name="Equation" r:id="rId17" imgW="2057400" imgH="431640" progId="Equation.DSMT4">
                  <p:embed/>
                </p:oleObj>
              </mc:Choice>
              <mc:Fallback>
                <p:oleObj name="Equation" r:id="rId17" imgW="2057400" imgH="431640" progId="Equation.DSMT4">
                  <p:embed/>
                  <p:pic>
                    <p:nvPicPr>
                      <p:cNvPr id="51" name="Object 50">
                        <a:extLst>
                          <a:ext uri="{FF2B5EF4-FFF2-40B4-BE49-F238E27FC236}">
                            <a16:creationId xmlns:a16="http://schemas.microsoft.com/office/drawing/2014/main" id="{F2EF502C-4BC0-9662-EF9E-31A8D3A1397D}"/>
                          </a:ext>
                        </a:extLst>
                      </p:cNvPr>
                      <p:cNvPicPr/>
                      <p:nvPr/>
                    </p:nvPicPr>
                    <p:blipFill>
                      <a:blip r:embed="rId18"/>
                      <a:stretch>
                        <a:fillRect/>
                      </a:stretch>
                    </p:blipFill>
                    <p:spPr>
                      <a:xfrm>
                        <a:off x="4629423" y="3905713"/>
                        <a:ext cx="2057400" cy="431800"/>
                      </a:xfrm>
                      <a:prstGeom prst="rect">
                        <a:avLst/>
                      </a:prstGeom>
                    </p:spPr>
                  </p:pic>
                </p:oleObj>
              </mc:Fallback>
            </mc:AlternateContent>
          </a:graphicData>
        </a:graphic>
      </p:graphicFrame>
    </p:spTree>
    <p:extLst>
      <p:ext uri="{BB962C8B-B14F-4D97-AF65-F5344CB8AC3E}">
        <p14:creationId xmlns:p14="http://schemas.microsoft.com/office/powerpoint/2010/main" val="105202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a:extLst>
            <a:ext uri="{FF2B5EF4-FFF2-40B4-BE49-F238E27FC236}">
              <a16:creationId xmlns:a16="http://schemas.microsoft.com/office/drawing/2014/main" id="{94A257B6-7811-40E1-DD6C-6FCBC9B4AA36}"/>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54FE8E11-4950-1F9E-B6EF-A747F78CC37A}"/>
              </a:ext>
            </a:extLst>
          </p:cNvPr>
          <p:cNvGraphicFramePr>
            <a:graphicFrameLocks noGrp="1"/>
          </p:cNvGraphicFramePr>
          <p:nvPr>
            <p:extLst>
              <p:ext uri="{D42A27DB-BD31-4B8C-83A1-F6EECF244321}">
                <p14:modId xmlns:p14="http://schemas.microsoft.com/office/powerpoint/2010/main" val="519031290"/>
              </p:ext>
            </p:extLst>
          </p:nvPr>
        </p:nvGraphicFramePr>
        <p:xfrm>
          <a:off x="433470" y="541164"/>
          <a:ext cx="3497262" cy="201168"/>
        </p:xfrm>
        <a:graphic>
          <a:graphicData uri="http://schemas.openxmlformats.org/drawingml/2006/table">
            <a:tbl>
              <a:tblPr/>
              <a:tblGrid>
                <a:gridCol w="3497262">
                  <a:extLst>
                    <a:ext uri="{9D8B030D-6E8A-4147-A177-3AD203B41FA5}">
                      <a16:colId xmlns:a16="http://schemas.microsoft.com/office/drawing/2014/main" val="1205342550"/>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15.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 for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250" dirty="0">
                          <a:effectLst/>
                          <a:latin typeface="Century Gothic" panose="020B0502020202020204" pitchFamily="34" charset="0"/>
                          <a:ea typeface="Calibri" panose="020F0502020204030204" pitchFamily="34" charset="0"/>
                          <a:cs typeface="Times New Roman" panose="02020603050405020304" pitchFamily="18" charset="0"/>
                        </a:rPr>
                        <a:t>.</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a:txBody>
                  <a:tcPr marL="114300" marR="114300" marT="0" marB="0">
                    <a:lnL>
                      <a:noFill/>
                    </a:lnL>
                    <a:lnR>
                      <a:noFill/>
                    </a:lnR>
                    <a:lnT>
                      <a:noFill/>
                    </a:lnT>
                    <a:lnB>
                      <a:noFill/>
                    </a:lnB>
                  </a:tcPr>
                </a:tc>
                <a:extLst>
                  <a:ext uri="{0D108BD9-81ED-4DB2-BD59-A6C34878D82A}">
                    <a16:rowId xmlns:a16="http://schemas.microsoft.com/office/drawing/2014/main" val="463138114"/>
                  </a:ext>
                </a:extLst>
              </a:tr>
            </a:tbl>
          </a:graphicData>
        </a:graphic>
      </p:graphicFrame>
      <p:graphicFrame>
        <p:nvGraphicFramePr>
          <p:cNvPr id="17" name="Table 16">
            <a:extLst>
              <a:ext uri="{FF2B5EF4-FFF2-40B4-BE49-F238E27FC236}">
                <a16:creationId xmlns:a16="http://schemas.microsoft.com/office/drawing/2014/main" id="{8033BA48-7092-C818-A9A6-6C963D1E997B}"/>
              </a:ext>
            </a:extLst>
          </p:cNvPr>
          <p:cNvGraphicFramePr>
            <a:graphicFrameLocks noGrp="1"/>
          </p:cNvGraphicFramePr>
          <p:nvPr>
            <p:extLst>
              <p:ext uri="{D42A27DB-BD31-4B8C-83A1-F6EECF244321}">
                <p14:modId xmlns:p14="http://schemas.microsoft.com/office/powerpoint/2010/main" val="2982822132"/>
              </p:ext>
            </p:extLst>
          </p:nvPr>
        </p:nvGraphicFramePr>
        <p:xfrm>
          <a:off x="3849929" y="547599"/>
          <a:ext cx="3760342" cy="193421"/>
        </p:xfrm>
        <a:graphic>
          <a:graphicData uri="http://schemas.openxmlformats.org/drawingml/2006/table">
            <a:tbl>
              <a:tblPr/>
              <a:tblGrid>
                <a:gridCol w="3760342">
                  <a:extLst>
                    <a:ext uri="{9D8B030D-6E8A-4147-A177-3AD203B41FA5}">
                      <a16:colId xmlns:a16="http://schemas.microsoft.com/office/drawing/2014/main" val="2825711959"/>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16.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If </a:t>
                      </a: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a:t>
                      </a:r>
                      <a:r>
                        <a:rPr lang="en-US" sz="1200" b="1"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1100" b="1" dirty="0">
                          <a:effectLst/>
                          <a:latin typeface="Tahoma" panose="020B0604030504040204" pitchFamily="34" charset="0"/>
                          <a:ea typeface="Calibri" panose="020F0502020204030204" pitchFamily="34" charset="0"/>
                          <a:cs typeface="Times New Roman" panose="02020603050405020304" pitchFamily="18" charset="0"/>
                        </a:rPr>
                        <a:t> </a:t>
                      </a: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 1 = 13</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evaluate the expression below.</a:t>
                      </a:r>
                    </a:p>
                  </a:txBody>
                  <a:tcPr marL="114300" marR="114300" marT="0" marB="0">
                    <a:lnL>
                      <a:noFill/>
                    </a:lnL>
                    <a:lnR>
                      <a:noFill/>
                    </a:lnR>
                    <a:lnT>
                      <a:noFill/>
                    </a:lnT>
                    <a:lnB>
                      <a:noFill/>
                    </a:lnB>
                  </a:tcPr>
                </a:tc>
                <a:extLst>
                  <a:ext uri="{0D108BD9-81ED-4DB2-BD59-A6C34878D82A}">
                    <a16:rowId xmlns:a16="http://schemas.microsoft.com/office/drawing/2014/main" val="249997839"/>
                  </a:ext>
                </a:extLst>
              </a:tr>
            </a:tbl>
          </a:graphicData>
        </a:graphic>
      </p:graphicFrame>
      <p:graphicFrame>
        <p:nvGraphicFramePr>
          <p:cNvPr id="18" name="Table 17">
            <a:extLst>
              <a:ext uri="{FF2B5EF4-FFF2-40B4-BE49-F238E27FC236}">
                <a16:creationId xmlns:a16="http://schemas.microsoft.com/office/drawing/2014/main" id="{5F872426-05FE-2DF5-C3E3-0C29AF50026F}"/>
              </a:ext>
            </a:extLst>
          </p:cNvPr>
          <p:cNvGraphicFramePr>
            <a:graphicFrameLocks noGrp="1"/>
          </p:cNvGraphicFramePr>
          <p:nvPr>
            <p:extLst>
              <p:ext uri="{D42A27DB-BD31-4B8C-83A1-F6EECF244321}">
                <p14:modId xmlns:p14="http://schemas.microsoft.com/office/powerpoint/2010/main" val="3097205967"/>
              </p:ext>
            </p:extLst>
          </p:nvPr>
        </p:nvGraphicFramePr>
        <p:xfrm>
          <a:off x="402578" y="3554145"/>
          <a:ext cx="3494214" cy="838200"/>
        </p:xfrm>
        <a:graphic>
          <a:graphicData uri="http://schemas.openxmlformats.org/drawingml/2006/table">
            <a:tbl>
              <a:tblPr/>
              <a:tblGrid>
                <a:gridCol w="3494214">
                  <a:extLst>
                    <a:ext uri="{9D8B030D-6E8A-4147-A177-3AD203B41FA5}">
                      <a16:colId xmlns:a16="http://schemas.microsoft.com/office/drawing/2014/main" val="368003877"/>
                    </a:ext>
                  </a:extLst>
                </a:gridCol>
              </a:tblGrid>
              <a:tr h="0">
                <a:tc>
                  <a:txBody>
                    <a:bodyPr/>
                    <a:lstStyle/>
                    <a:p>
                      <a:pPr marL="0" marR="0" algn="l">
                        <a:lnSpc>
                          <a:spcPct val="10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17.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This past Sunday, the Giants scored 9 points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less than twice the Cowboys.  The Packers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scored 14 more points than the Giants.  If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the teams scored 81 total points, find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number of points scored by the Packers.</a:t>
                      </a:r>
                    </a:p>
                  </a:txBody>
                  <a:tcPr marL="114300" marR="114300" marT="0" marB="0">
                    <a:lnL>
                      <a:noFill/>
                    </a:lnL>
                    <a:lnR>
                      <a:noFill/>
                    </a:lnR>
                    <a:lnT>
                      <a:noFill/>
                    </a:lnT>
                    <a:lnB>
                      <a:noFill/>
                    </a:lnB>
                  </a:tcPr>
                </a:tc>
                <a:extLst>
                  <a:ext uri="{0D108BD9-81ED-4DB2-BD59-A6C34878D82A}">
                    <a16:rowId xmlns:a16="http://schemas.microsoft.com/office/drawing/2014/main" val="130384962"/>
                  </a:ext>
                </a:extLst>
              </a:tr>
            </a:tbl>
          </a:graphicData>
        </a:graphic>
      </p:graphicFrame>
      <p:sp>
        <p:nvSpPr>
          <p:cNvPr id="19" name="Rectangle 18">
            <a:extLst>
              <a:ext uri="{FF2B5EF4-FFF2-40B4-BE49-F238E27FC236}">
                <a16:creationId xmlns:a16="http://schemas.microsoft.com/office/drawing/2014/main" id="{D789E1C4-DE4B-3C31-3E88-3EC3732F1D71}"/>
              </a:ext>
            </a:extLst>
          </p:cNvPr>
          <p:cNvSpPr/>
          <p:nvPr/>
        </p:nvSpPr>
        <p:spPr>
          <a:xfrm>
            <a:off x="3856185" y="3554145"/>
            <a:ext cx="3484545" cy="600164"/>
          </a:xfrm>
          <a:prstGeom prst="rect">
            <a:avLst/>
          </a:prstGeom>
        </p:spPr>
        <p:txBody>
          <a:bodyPr wrap="square">
            <a:spAutoFit/>
          </a:bodyPr>
          <a:lstStyle/>
          <a:p>
            <a:r>
              <a:rPr lang="en-US" sz="1100" b="1" dirty="0">
                <a:effectLst/>
                <a:latin typeface="Century Gothic" panose="020B0502020202020204" pitchFamily="34" charset="0"/>
                <a:ea typeface="Calibri" panose="020F0502020204030204" pitchFamily="34" charset="0"/>
              </a:rPr>
              <a:t>18.  </a:t>
            </a:r>
            <a:r>
              <a:rPr lang="en-US" sz="1100" dirty="0">
                <a:effectLst/>
                <a:latin typeface="Century Gothic" panose="020B0502020202020204" pitchFamily="34" charset="0"/>
                <a:ea typeface="Calibri" panose="020F0502020204030204" pitchFamily="34" charset="0"/>
              </a:rPr>
              <a:t>The sum of three consecutive numbers is 41 </a:t>
            </a:r>
            <a:br>
              <a:rPr lang="en-US" sz="1100" dirty="0">
                <a:effectLst/>
                <a:latin typeface="Century Gothic" panose="020B0502020202020204" pitchFamily="34" charset="0"/>
                <a:ea typeface="Calibri" panose="020F0502020204030204" pitchFamily="34" charset="0"/>
              </a:rPr>
            </a:br>
            <a:r>
              <a:rPr lang="en-US" sz="1100" dirty="0">
                <a:effectLst/>
                <a:latin typeface="Century Gothic" panose="020B0502020202020204" pitchFamily="34" charset="0"/>
                <a:ea typeface="Calibri" panose="020F0502020204030204" pitchFamily="34" charset="0"/>
              </a:rPr>
              <a:t>       less than five times the largest number.  Find </a:t>
            </a:r>
            <a:br>
              <a:rPr lang="en-US" sz="1100" dirty="0">
                <a:effectLst/>
                <a:latin typeface="Century Gothic" panose="020B0502020202020204" pitchFamily="34" charset="0"/>
                <a:ea typeface="Calibri" panose="020F0502020204030204" pitchFamily="34" charset="0"/>
              </a:rPr>
            </a:br>
            <a:r>
              <a:rPr lang="en-US" sz="1100" dirty="0">
                <a:effectLst/>
                <a:latin typeface="Century Gothic" panose="020B0502020202020204" pitchFamily="34" charset="0"/>
                <a:ea typeface="Calibri" panose="020F0502020204030204" pitchFamily="34" charset="0"/>
              </a:rPr>
              <a:t>       the largest number.</a:t>
            </a:r>
            <a:endParaRPr lang="en-US" dirty="0">
              <a:latin typeface="Century Gothic" panose="020B0502020202020204" pitchFamily="34" charset="0"/>
            </a:endParaRPr>
          </a:p>
        </p:txBody>
      </p:sp>
      <p:sp>
        <p:nvSpPr>
          <p:cNvPr id="26" name="Text Box 807">
            <a:extLst>
              <a:ext uri="{FF2B5EF4-FFF2-40B4-BE49-F238E27FC236}">
                <a16:creationId xmlns:a16="http://schemas.microsoft.com/office/drawing/2014/main" id="{50FA9D3A-CD11-50E9-9729-6C47129619DA}"/>
              </a:ext>
            </a:extLst>
          </p:cNvPr>
          <p:cNvSpPr txBox="1">
            <a:spLocks noChangeArrowheads="1"/>
          </p:cNvSpPr>
          <p:nvPr/>
        </p:nvSpPr>
        <p:spPr bwMode="auto">
          <a:xfrm>
            <a:off x="758555" y="2391060"/>
            <a:ext cx="1066800"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40</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n</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18</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n</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8</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n</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m</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20</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807">
            <a:extLst>
              <a:ext uri="{FF2B5EF4-FFF2-40B4-BE49-F238E27FC236}">
                <a16:creationId xmlns:a16="http://schemas.microsoft.com/office/drawing/2014/main" id="{E6A690B6-F06B-1291-1E27-3A7D7C324142}"/>
              </a:ext>
            </a:extLst>
          </p:cNvPr>
          <p:cNvSpPr txBox="1">
            <a:spLocks noChangeArrowheads="1"/>
          </p:cNvSpPr>
          <p:nvPr/>
        </p:nvSpPr>
        <p:spPr bwMode="auto">
          <a:xfrm>
            <a:off x="4175633" y="2466511"/>
            <a:ext cx="727075" cy="105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12</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21</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-60</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-77</a:t>
            </a:r>
          </a:p>
        </p:txBody>
      </p:sp>
      <p:graphicFrame>
        <p:nvGraphicFramePr>
          <p:cNvPr id="2" name="Object 1">
            <a:extLst>
              <a:ext uri="{FF2B5EF4-FFF2-40B4-BE49-F238E27FC236}">
                <a16:creationId xmlns:a16="http://schemas.microsoft.com/office/drawing/2014/main" id="{AA4CCB29-C0E2-E938-627C-9825A7EC8134}"/>
              </a:ext>
            </a:extLst>
          </p:cNvPr>
          <p:cNvGraphicFramePr>
            <a:graphicFrameLocks noChangeAspect="1"/>
          </p:cNvGraphicFramePr>
          <p:nvPr>
            <p:extLst>
              <p:ext uri="{D42A27DB-BD31-4B8C-83A1-F6EECF244321}">
                <p14:modId xmlns:p14="http://schemas.microsoft.com/office/powerpoint/2010/main" val="818176809"/>
              </p:ext>
            </p:extLst>
          </p:nvPr>
        </p:nvGraphicFramePr>
        <p:xfrm>
          <a:off x="1816100" y="912813"/>
          <a:ext cx="901700" cy="419100"/>
        </p:xfrm>
        <a:graphic>
          <a:graphicData uri="http://schemas.openxmlformats.org/presentationml/2006/ole">
            <mc:AlternateContent xmlns:mc="http://schemas.openxmlformats.org/markup-compatibility/2006">
              <mc:Choice xmlns:v="urn:schemas-microsoft-com:vml" Requires="v">
                <p:oleObj name="Equation" r:id="rId3" imgW="901440" imgH="419040" progId="Equation.DSMT4">
                  <p:embed/>
                </p:oleObj>
              </mc:Choice>
              <mc:Fallback>
                <p:oleObj name="Equation" r:id="rId3" imgW="901440" imgH="419040" progId="Equation.DSMT4">
                  <p:embed/>
                  <p:pic>
                    <p:nvPicPr>
                      <p:cNvPr id="2" name="Object 1">
                        <a:extLst>
                          <a:ext uri="{FF2B5EF4-FFF2-40B4-BE49-F238E27FC236}">
                            <a16:creationId xmlns:a16="http://schemas.microsoft.com/office/drawing/2014/main" id="{AA4CCB29-C0E2-E938-627C-9825A7EC8134}"/>
                          </a:ext>
                        </a:extLst>
                      </p:cNvPr>
                      <p:cNvPicPr/>
                      <p:nvPr/>
                    </p:nvPicPr>
                    <p:blipFill>
                      <a:blip r:embed="rId4"/>
                      <a:stretch>
                        <a:fillRect/>
                      </a:stretch>
                    </p:blipFill>
                    <p:spPr>
                      <a:xfrm>
                        <a:off x="1816100" y="912813"/>
                        <a:ext cx="901700" cy="4191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7AD33EE-CB87-BBA0-41FC-196726A1EB70}"/>
              </a:ext>
            </a:extLst>
          </p:cNvPr>
          <p:cNvGraphicFramePr>
            <a:graphicFrameLocks noChangeAspect="1"/>
          </p:cNvGraphicFramePr>
          <p:nvPr>
            <p:extLst>
              <p:ext uri="{D42A27DB-BD31-4B8C-83A1-F6EECF244321}">
                <p14:modId xmlns:p14="http://schemas.microsoft.com/office/powerpoint/2010/main" val="1946570042"/>
              </p:ext>
            </p:extLst>
          </p:nvPr>
        </p:nvGraphicFramePr>
        <p:xfrm>
          <a:off x="5332413" y="900113"/>
          <a:ext cx="673100" cy="215900"/>
        </p:xfrm>
        <a:graphic>
          <a:graphicData uri="http://schemas.openxmlformats.org/presentationml/2006/ole">
            <mc:AlternateContent xmlns:mc="http://schemas.openxmlformats.org/markup-compatibility/2006">
              <mc:Choice xmlns:v="urn:schemas-microsoft-com:vml" Requires="v">
                <p:oleObj name="Equation" r:id="rId5" imgW="672840" imgH="215640" progId="Equation.DSMT4">
                  <p:embed/>
                </p:oleObj>
              </mc:Choice>
              <mc:Fallback>
                <p:oleObj name="Equation" r:id="rId5" imgW="672840" imgH="215640" progId="Equation.DSMT4">
                  <p:embed/>
                  <p:pic>
                    <p:nvPicPr>
                      <p:cNvPr id="5" name="Object 4">
                        <a:extLst>
                          <a:ext uri="{FF2B5EF4-FFF2-40B4-BE49-F238E27FC236}">
                            <a16:creationId xmlns:a16="http://schemas.microsoft.com/office/drawing/2014/main" id="{47AD33EE-CB87-BBA0-41FC-196726A1EB70}"/>
                          </a:ext>
                        </a:extLst>
                      </p:cNvPr>
                      <p:cNvPicPr/>
                      <p:nvPr/>
                    </p:nvPicPr>
                    <p:blipFill>
                      <a:blip r:embed="rId6"/>
                      <a:stretch>
                        <a:fillRect/>
                      </a:stretch>
                    </p:blipFill>
                    <p:spPr>
                      <a:xfrm>
                        <a:off x="5332413" y="900113"/>
                        <a:ext cx="673100" cy="215900"/>
                      </a:xfrm>
                      <a:prstGeom prst="rect">
                        <a:avLst/>
                      </a:prstGeom>
                    </p:spPr>
                  </p:pic>
                </p:oleObj>
              </mc:Fallback>
            </mc:AlternateContent>
          </a:graphicData>
        </a:graphic>
      </p:graphicFrame>
      <p:sp>
        <p:nvSpPr>
          <p:cNvPr id="8" name="Text Box 6">
            <a:extLst>
              <a:ext uri="{FF2B5EF4-FFF2-40B4-BE49-F238E27FC236}">
                <a16:creationId xmlns:a16="http://schemas.microsoft.com/office/drawing/2014/main" id="{0CD96605-FC0A-52B8-A900-4328081C3CE8}"/>
              </a:ext>
            </a:extLst>
          </p:cNvPr>
          <p:cNvSpPr txBox="1">
            <a:spLocks noChangeArrowheads="1"/>
          </p:cNvSpPr>
          <p:nvPr/>
        </p:nvSpPr>
        <p:spPr bwMode="auto">
          <a:xfrm>
            <a:off x="3305095" y="311562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4" name="Text Box 6">
            <a:extLst>
              <a:ext uri="{FF2B5EF4-FFF2-40B4-BE49-F238E27FC236}">
                <a16:creationId xmlns:a16="http://schemas.microsoft.com/office/drawing/2014/main" id="{D9E69AE5-3E0D-906A-5207-A0C7D79AFA36}"/>
              </a:ext>
            </a:extLst>
          </p:cNvPr>
          <p:cNvSpPr txBox="1">
            <a:spLocks noChangeArrowheads="1"/>
          </p:cNvSpPr>
          <p:nvPr/>
        </p:nvSpPr>
        <p:spPr bwMode="auto">
          <a:xfrm>
            <a:off x="6741195" y="3112377"/>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5" name="TextBox 14">
            <a:extLst>
              <a:ext uri="{FF2B5EF4-FFF2-40B4-BE49-F238E27FC236}">
                <a16:creationId xmlns:a16="http://schemas.microsoft.com/office/drawing/2014/main" id="{03683207-3369-181F-7513-7BBF4EF80DD5}"/>
              </a:ext>
            </a:extLst>
          </p:cNvPr>
          <p:cNvSpPr txBox="1"/>
          <p:nvPr/>
        </p:nvSpPr>
        <p:spPr>
          <a:xfrm>
            <a:off x="460991" y="6575322"/>
            <a:ext cx="2255746" cy="261610"/>
          </a:xfrm>
          <a:prstGeom prst="rect">
            <a:avLst/>
          </a:prstGeom>
          <a:noFill/>
        </p:spPr>
        <p:txBody>
          <a:bodyPr wrap="none" rtlCol="0">
            <a:spAutoFit/>
          </a:bodyPr>
          <a:lstStyle/>
          <a:p>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19.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a:t>
            </a:r>
          </a:p>
        </p:txBody>
      </p:sp>
      <p:sp>
        <p:nvSpPr>
          <p:cNvPr id="28" name="TextBox 27">
            <a:extLst>
              <a:ext uri="{FF2B5EF4-FFF2-40B4-BE49-F238E27FC236}">
                <a16:creationId xmlns:a16="http://schemas.microsoft.com/office/drawing/2014/main" id="{423978FB-4F89-0F45-3B78-6C61D21ACF93}"/>
              </a:ext>
            </a:extLst>
          </p:cNvPr>
          <p:cNvSpPr txBox="1"/>
          <p:nvPr/>
        </p:nvSpPr>
        <p:spPr>
          <a:xfrm>
            <a:off x="3880929" y="6575322"/>
            <a:ext cx="2255746" cy="261610"/>
          </a:xfrm>
          <a:prstGeom prst="rect">
            <a:avLst/>
          </a:prstGeom>
          <a:noFill/>
        </p:spPr>
        <p:txBody>
          <a:bodyPr wrap="none" rtlCol="0">
            <a:spAutoFit/>
          </a:bodyPr>
          <a:lstStyle/>
          <a:p>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20.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a:t>
            </a:r>
          </a:p>
        </p:txBody>
      </p:sp>
      <p:graphicFrame>
        <p:nvGraphicFramePr>
          <p:cNvPr id="29" name="Object 28">
            <a:extLst>
              <a:ext uri="{FF2B5EF4-FFF2-40B4-BE49-F238E27FC236}">
                <a16:creationId xmlns:a16="http://schemas.microsoft.com/office/drawing/2014/main" id="{AC825B1F-C61D-29C1-E36F-8066BB48AD6F}"/>
              </a:ext>
            </a:extLst>
          </p:cNvPr>
          <p:cNvGraphicFramePr>
            <a:graphicFrameLocks noChangeAspect="1"/>
          </p:cNvGraphicFramePr>
          <p:nvPr>
            <p:extLst>
              <p:ext uri="{D42A27DB-BD31-4B8C-83A1-F6EECF244321}">
                <p14:modId xmlns:p14="http://schemas.microsoft.com/office/powerpoint/2010/main" val="3872587039"/>
              </p:ext>
            </p:extLst>
          </p:nvPr>
        </p:nvGraphicFramePr>
        <p:xfrm>
          <a:off x="1673225" y="6959600"/>
          <a:ext cx="952500" cy="254000"/>
        </p:xfrm>
        <a:graphic>
          <a:graphicData uri="http://schemas.openxmlformats.org/presentationml/2006/ole">
            <mc:AlternateContent xmlns:mc="http://schemas.openxmlformats.org/markup-compatibility/2006">
              <mc:Choice xmlns:v="urn:schemas-microsoft-com:vml" Requires="v">
                <p:oleObj name="Equation" r:id="rId7" imgW="952200" imgH="253800" progId="Equation.DSMT4">
                  <p:embed/>
                </p:oleObj>
              </mc:Choice>
              <mc:Fallback>
                <p:oleObj name="Equation" r:id="rId7" imgW="952200" imgH="253800" progId="Equation.DSMT4">
                  <p:embed/>
                  <p:pic>
                    <p:nvPicPr>
                      <p:cNvPr id="29" name="Object 28">
                        <a:extLst>
                          <a:ext uri="{FF2B5EF4-FFF2-40B4-BE49-F238E27FC236}">
                            <a16:creationId xmlns:a16="http://schemas.microsoft.com/office/drawing/2014/main" id="{AC825B1F-C61D-29C1-E36F-8066BB48AD6F}"/>
                          </a:ext>
                        </a:extLst>
                      </p:cNvPr>
                      <p:cNvPicPr/>
                      <p:nvPr/>
                    </p:nvPicPr>
                    <p:blipFill>
                      <a:blip r:embed="rId8"/>
                      <a:stretch>
                        <a:fillRect/>
                      </a:stretch>
                    </p:blipFill>
                    <p:spPr>
                      <a:xfrm>
                        <a:off x="1673225" y="6959600"/>
                        <a:ext cx="952500" cy="2540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A6A2576F-4AF6-673A-858A-B3FCED736A59}"/>
              </a:ext>
            </a:extLst>
          </p:cNvPr>
          <p:cNvGraphicFramePr>
            <a:graphicFrameLocks noChangeAspect="1"/>
          </p:cNvGraphicFramePr>
          <p:nvPr>
            <p:extLst>
              <p:ext uri="{D42A27DB-BD31-4B8C-83A1-F6EECF244321}">
                <p14:modId xmlns:p14="http://schemas.microsoft.com/office/powerpoint/2010/main" val="3220818635"/>
              </p:ext>
            </p:extLst>
          </p:nvPr>
        </p:nvGraphicFramePr>
        <p:xfrm>
          <a:off x="4938713" y="6959600"/>
          <a:ext cx="1460500" cy="254000"/>
        </p:xfrm>
        <a:graphic>
          <a:graphicData uri="http://schemas.openxmlformats.org/presentationml/2006/ole">
            <mc:AlternateContent xmlns:mc="http://schemas.openxmlformats.org/markup-compatibility/2006">
              <mc:Choice xmlns:v="urn:schemas-microsoft-com:vml" Requires="v">
                <p:oleObj name="Equation" r:id="rId9" imgW="1460160" imgH="253800" progId="Equation.DSMT4">
                  <p:embed/>
                </p:oleObj>
              </mc:Choice>
              <mc:Fallback>
                <p:oleObj name="Equation" r:id="rId9" imgW="1460160" imgH="253800" progId="Equation.DSMT4">
                  <p:embed/>
                  <p:pic>
                    <p:nvPicPr>
                      <p:cNvPr id="30" name="Object 29">
                        <a:extLst>
                          <a:ext uri="{FF2B5EF4-FFF2-40B4-BE49-F238E27FC236}">
                            <a16:creationId xmlns:a16="http://schemas.microsoft.com/office/drawing/2014/main" id="{A6A2576F-4AF6-673A-858A-B3FCED736A59}"/>
                          </a:ext>
                        </a:extLst>
                      </p:cNvPr>
                      <p:cNvPicPr/>
                      <p:nvPr/>
                    </p:nvPicPr>
                    <p:blipFill>
                      <a:blip r:embed="rId10"/>
                      <a:stretch>
                        <a:fillRect/>
                      </a:stretch>
                    </p:blipFill>
                    <p:spPr>
                      <a:xfrm>
                        <a:off x="4938713" y="6959600"/>
                        <a:ext cx="1460500" cy="254000"/>
                      </a:xfrm>
                      <a:prstGeom prst="rect">
                        <a:avLst/>
                      </a:prstGeom>
                    </p:spPr>
                  </p:pic>
                </p:oleObj>
              </mc:Fallback>
            </mc:AlternateContent>
          </a:graphicData>
        </a:graphic>
      </p:graphicFrame>
      <p:sp>
        <p:nvSpPr>
          <p:cNvPr id="31" name="Text Box 126">
            <a:extLst>
              <a:ext uri="{FF2B5EF4-FFF2-40B4-BE49-F238E27FC236}">
                <a16:creationId xmlns:a16="http://schemas.microsoft.com/office/drawing/2014/main" id="{DE9117CA-701E-4FAA-EEC6-3EDC99F8EC08}"/>
              </a:ext>
            </a:extLst>
          </p:cNvPr>
          <p:cNvSpPr txBox="1">
            <a:spLocks noChangeArrowheads="1"/>
          </p:cNvSpPr>
          <p:nvPr/>
        </p:nvSpPr>
        <p:spPr bwMode="auto">
          <a:xfrm>
            <a:off x="2514600" y="9104234"/>
            <a:ext cx="1284605" cy="395605"/>
          </a:xfrm>
          <a:prstGeom prst="rect">
            <a:avLst/>
          </a:prstGeom>
          <a:noFill/>
          <a:ln w="9525">
            <a:solidFill>
              <a:srgbClr val="000000"/>
            </a:solidFill>
            <a:miter lim="800000"/>
            <a:headEnd/>
            <a:tailEnd/>
          </a:ln>
        </p:spPr>
        <p:txBody>
          <a:bodyPr rot="0" vert="horz" wrap="square" lIns="91440" tIns="45720" rIns="91440" bIns="45720" anchor="ctr" anchorCtr="0" upright="1">
            <a:noAutofit/>
          </a:bodyPr>
          <a:lstStyle/>
          <a:p>
            <a:pPr marL="0" marR="0">
              <a:lnSpc>
                <a:spcPct val="115000"/>
              </a:lnSpc>
              <a:spcBef>
                <a:spcPts val="0"/>
              </a:spcBef>
              <a:spcAft>
                <a:spcPts val="1000"/>
              </a:spcAft>
            </a:pPr>
            <a:r>
              <a:rPr lang="en-US" sz="1500" i="1" dirty="0">
                <a:latin typeface="Times New Roman" panose="02020603050405020304" pitchFamily="18" charset="0"/>
                <a:ea typeface="Calibri" panose="020F0502020204030204" pitchFamily="34" charset="0"/>
                <a:cs typeface="Times New Roman" panose="02020603050405020304" pitchFamily="18" charset="0"/>
              </a:rPr>
              <a:t>x</a:t>
            </a:r>
            <a:r>
              <a:rPr lang="en-US" sz="15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dirty="0">
                <a:effectLst/>
                <a:latin typeface="Century Gothic" panose="020B0502020202020204" pitchFamily="34" charset="0"/>
                <a:ea typeface="Calibri" panose="020F0502020204030204" pitchFamily="34" charset="0"/>
                <a:cs typeface="Times New Roman" panose="02020603050405020304" pitchFamily="18" charset="0"/>
              </a:rPr>
              <a:t>= </a:t>
            </a:r>
          </a:p>
        </p:txBody>
      </p:sp>
      <p:sp>
        <p:nvSpPr>
          <p:cNvPr id="32" name="Text Box 126">
            <a:extLst>
              <a:ext uri="{FF2B5EF4-FFF2-40B4-BE49-F238E27FC236}">
                <a16:creationId xmlns:a16="http://schemas.microsoft.com/office/drawing/2014/main" id="{0646394F-ADF4-BA65-C863-1FF95B58220F}"/>
              </a:ext>
            </a:extLst>
          </p:cNvPr>
          <p:cNvSpPr txBox="1">
            <a:spLocks noChangeArrowheads="1"/>
          </p:cNvSpPr>
          <p:nvPr/>
        </p:nvSpPr>
        <p:spPr bwMode="auto">
          <a:xfrm>
            <a:off x="5948787" y="9110345"/>
            <a:ext cx="1284605" cy="395605"/>
          </a:xfrm>
          <a:prstGeom prst="rect">
            <a:avLst/>
          </a:prstGeom>
          <a:noFill/>
          <a:ln w="9525">
            <a:solidFill>
              <a:srgbClr val="000000"/>
            </a:solidFill>
            <a:miter lim="800000"/>
            <a:headEnd/>
            <a:tailEnd/>
          </a:ln>
        </p:spPr>
        <p:txBody>
          <a:bodyPr rot="0" vert="horz" wrap="square" lIns="91440" tIns="45720" rIns="91440" bIns="45720" anchor="ctr" anchorCtr="0" upright="1">
            <a:noAutofit/>
          </a:bodyPr>
          <a:lstStyle/>
          <a:p>
            <a:pPr marL="0" marR="0">
              <a:lnSpc>
                <a:spcPct val="115000"/>
              </a:lnSpc>
              <a:spcBef>
                <a:spcPts val="0"/>
              </a:spcBef>
              <a:spcAft>
                <a:spcPts val="1000"/>
              </a:spcAft>
            </a:pPr>
            <a:r>
              <a:rPr lang="en-US" sz="1500" i="1" dirty="0">
                <a:effectLst/>
                <a:latin typeface="Times New Roman" panose="02020603050405020304" pitchFamily="18" charset="0"/>
                <a:ea typeface="Calibri" panose="020F0502020204030204" pitchFamily="34" charset="0"/>
                <a:cs typeface="Times New Roman" panose="02020603050405020304" pitchFamily="18" charset="0"/>
              </a:rPr>
              <a:t>c  </a:t>
            </a:r>
            <a:r>
              <a:rPr lang="en-US" sz="1500" dirty="0">
                <a:effectLst/>
                <a:latin typeface="Century Gothic" panose="020B0502020202020204" pitchFamily="34" charset="0"/>
                <a:ea typeface="Calibri" panose="020F0502020204030204" pitchFamily="34" charset="0"/>
                <a:cs typeface="Times New Roman" panose="02020603050405020304" pitchFamily="18" charset="0"/>
              </a:rPr>
              <a:t>= </a:t>
            </a:r>
          </a:p>
        </p:txBody>
      </p:sp>
      <p:sp>
        <p:nvSpPr>
          <p:cNvPr id="33" name="Text Box 6">
            <a:extLst>
              <a:ext uri="{FF2B5EF4-FFF2-40B4-BE49-F238E27FC236}">
                <a16:creationId xmlns:a16="http://schemas.microsoft.com/office/drawing/2014/main" id="{81E8A0CC-4184-50A4-B1E7-3ABB6BBE7FF9}"/>
              </a:ext>
            </a:extLst>
          </p:cNvPr>
          <p:cNvSpPr txBox="1">
            <a:spLocks noChangeArrowheads="1"/>
          </p:cNvSpPr>
          <p:nvPr/>
        </p:nvSpPr>
        <p:spPr bwMode="auto">
          <a:xfrm>
            <a:off x="3173291" y="6139612"/>
            <a:ext cx="64696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4" name="Text Box 6">
            <a:extLst>
              <a:ext uri="{FF2B5EF4-FFF2-40B4-BE49-F238E27FC236}">
                <a16:creationId xmlns:a16="http://schemas.microsoft.com/office/drawing/2014/main" id="{56B8540E-B1F1-BF21-1442-C326F8358F05}"/>
              </a:ext>
            </a:extLst>
          </p:cNvPr>
          <p:cNvSpPr txBox="1">
            <a:spLocks noChangeArrowheads="1"/>
          </p:cNvSpPr>
          <p:nvPr/>
        </p:nvSpPr>
        <p:spPr bwMode="auto">
          <a:xfrm>
            <a:off x="6629400" y="6139612"/>
            <a:ext cx="64696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141326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a:extLst>
            <a:ext uri="{FF2B5EF4-FFF2-40B4-BE49-F238E27FC236}">
              <a16:creationId xmlns:a16="http://schemas.microsoft.com/office/drawing/2014/main" id="{C65E686D-630C-A9E6-8E9D-6D4334121B70}"/>
            </a:ext>
          </a:extLst>
        </p:cNvPr>
        <p:cNvGrpSpPr/>
        <p:nvPr/>
      </p:nvGrpSpPr>
      <p:grpSpPr>
        <a:xfrm>
          <a:off x="0" y="0"/>
          <a:ext cx="0" cy="0"/>
          <a:chOff x="0" y="0"/>
          <a:chExt cx="0" cy="0"/>
        </a:xfrm>
      </p:grpSpPr>
      <p:graphicFrame>
        <p:nvGraphicFramePr>
          <p:cNvPr id="400" name="Table 399">
            <a:extLst>
              <a:ext uri="{FF2B5EF4-FFF2-40B4-BE49-F238E27FC236}">
                <a16:creationId xmlns:a16="http://schemas.microsoft.com/office/drawing/2014/main" id="{2573450A-BB67-A07E-505F-A645BD8B70B6}"/>
              </a:ext>
            </a:extLst>
          </p:cNvPr>
          <p:cNvGraphicFramePr>
            <a:graphicFrameLocks noGrp="1"/>
          </p:cNvGraphicFramePr>
          <p:nvPr>
            <p:extLst>
              <p:ext uri="{D42A27DB-BD31-4B8C-83A1-F6EECF244321}">
                <p14:modId xmlns:p14="http://schemas.microsoft.com/office/powerpoint/2010/main" val="3004439703"/>
              </p:ext>
            </p:extLst>
          </p:nvPr>
        </p:nvGraphicFramePr>
        <p:xfrm>
          <a:off x="3867561" y="583524"/>
          <a:ext cx="3476308" cy="368364"/>
        </p:xfrm>
        <a:graphic>
          <a:graphicData uri="http://schemas.openxmlformats.org/drawingml/2006/table">
            <a:tbl>
              <a:tblPr/>
              <a:tblGrid>
                <a:gridCol w="3476308">
                  <a:extLst>
                    <a:ext uri="{9D8B030D-6E8A-4147-A177-3AD203B41FA5}">
                      <a16:colId xmlns:a16="http://schemas.microsoft.com/office/drawing/2014/main" val="1572837204"/>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22.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graph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inequality below?</a:t>
                      </a:r>
                    </a:p>
                  </a:txBody>
                  <a:tcPr marL="114300" marR="114300" marT="0" marB="0">
                    <a:lnL>
                      <a:noFill/>
                    </a:lnL>
                    <a:lnR>
                      <a:noFill/>
                    </a:lnR>
                    <a:lnT>
                      <a:noFill/>
                    </a:lnT>
                    <a:lnB>
                      <a:noFill/>
                    </a:lnB>
                  </a:tcPr>
                </a:tc>
                <a:extLst>
                  <a:ext uri="{0D108BD9-81ED-4DB2-BD59-A6C34878D82A}">
                    <a16:rowId xmlns:a16="http://schemas.microsoft.com/office/drawing/2014/main" val="396286888"/>
                  </a:ext>
                </a:extLst>
              </a:tr>
            </a:tbl>
          </a:graphicData>
        </a:graphic>
      </p:graphicFrame>
      <p:graphicFrame>
        <p:nvGraphicFramePr>
          <p:cNvPr id="401" name="Table 400">
            <a:extLst>
              <a:ext uri="{FF2B5EF4-FFF2-40B4-BE49-F238E27FC236}">
                <a16:creationId xmlns:a16="http://schemas.microsoft.com/office/drawing/2014/main" id="{CD8A6760-752C-904E-D83B-BF0A17501A11}"/>
              </a:ext>
            </a:extLst>
          </p:cNvPr>
          <p:cNvGraphicFramePr>
            <a:graphicFrameLocks noGrp="1"/>
          </p:cNvGraphicFramePr>
          <p:nvPr>
            <p:extLst>
              <p:ext uri="{D42A27DB-BD31-4B8C-83A1-F6EECF244321}">
                <p14:modId xmlns:p14="http://schemas.microsoft.com/office/powerpoint/2010/main" val="2371263463"/>
              </p:ext>
            </p:extLst>
          </p:nvPr>
        </p:nvGraphicFramePr>
        <p:xfrm>
          <a:off x="419001" y="3559157"/>
          <a:ext cx="3191819" cy="368364"/>
        </p:xfrm>
        <a:graphic>
          <a:graphicData uri="http://schemas.openxmlformats.org/drawingml/2006/table">
            <a:tbl>
              <a:tblPr/>
              <a:tblGrid>
                <a:gridCol w="3191819">
                  <a:extLst>
                    <a:ext uri="{9D8B030D-6E8A-4147-A177-3AD203B41FA5}">
                      <a16:colId xmlns:a16="http://schemas.microsoft.com/office/drawing/2014/main" val="3962591793"/>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23.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inequality below in interval notation?</a:t>
                      </a:r>
                    </a:p>
                  </a:txBody>
                  <a:tcPr marL="114300" marR="114300" marT="0" marB="0">
                    <a:lnL>
                      <a:noFill/>
                    </a:lnL>
                    <a:lnR>
                      <a:noFill/>
                    </a:lnR>
                    <a:lnT>
                      <a:noFill/>
                    </a:lnT>
                    <a:lnB>
                      <a:noFill/>
                    </a:lnB>
                  </a:tcPr>
                </a:tc>
                <a:extLst>
                  <a:ext uri="{0D108BD9-81ED-4DB2-BD59-A6C34878D82A}">
                    <a16:rowId xmlns:a16="http://schemas.microsoft.com/office/drawing/2014/main" val="1913258953"/>
                  </a:ext>
                </a:extLst>
              </a:tr>
            </a:tbl>
          </a:graphicData>
        </a:graphic>
      </p:graphicFrame>
      <p:graphicFrame>
        <p:nvGraphicFramePr>
          <p:cNvPr id="402" name="Table 401">
            <a:extLst>
              <a:ext uri="{FF2B5EF4-FFF2-40B4-BE49-F238E27FC236}">
                <a16:creationId xmlns:a16="http://schemas.microsoft.com/office/drawing/2014/main" id="{E62E3BF4-A37C-8335-2C77-9E6017EF489A}"/>
              </a:ext>
            </a:extLst>
          </p:cNvPr>
          <p:cNvGraphicFramePr>
            <a:graphicFrameLocks noGrp="1"/>
          </p:cNvGraphicFramePr>
          <p:nvPr>
            <p:extLst>
              <p:ext uri="{D42A27DB-BD31-4B8C-83A1-F6EECF244321}">
                <p14:modId xmlns:p14="http://schemas.microsoft.com/office/powerpoint/2010/main" val="1670413808"/>
              </p:ext>
            </p:extLst>
          </p:nvPr>
        </p:nvGraphicFramePr>
        <p:xfrm>
          <a:off x="3871556" y="3559666"/>
          <a:ext cx="3505264" cy="368364"/>
        </p:xfrm>
        <a:graphic>
          <a:graphicData uri="http://schemas.openxmlformats.org/drawingml/2006/table">
            <a:tbl>
              <a:tblPr/>
              <a:tblGrid>
                <a:gridCol w="3505264">
                  <a:extLst>
                    <a:ext uri="{9D8B030D-6E8A-4147-A177-3AD203B41FA5}">
                      <a16:colId xmlns:a16="http://schemas.microsoft.com/office/drawing/2014/main" val="2483448099"/>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24.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graph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compound inequality below?</a:t>
                      </a:r>
                    </a:p>
                  </a:txBody>
                  <a:tcPr marL="114300" marR="114300" marT="0" marB="0">
                    <a:lnL>
                      <a:noFill/>
                    </a:lnL>
                    <a:lnR>
                      <a:noFill/>
                    </a:lnR>
                    <a:lnT>
                      <a:noFill/>
                    </a:lnT>
                    <a:lnB>
                      <a:noFill/>
                    </a:lnB>
                  </a:tcPr>
                </a:tc>
                <a:extLst>
                  <a:ext uri="{0D108BD9-81ED-4DB2-BD59-A6C34878D82A}">
                    <a16:rowId xmlns:a16="http://schemas.microsoft.com/office/drawing/2014/main" val="4085360138"/>
                  </a:ext>
                </a:extLst>
              </a:tr>
            </a:tbl>
          </a:graphicData>
        </a:graphic>
      </p:graphicFrame>
      <p:graphicFrame>
        <p:nvGraphicFramePr>
          <p:cNvPr id="403" name="Table 402">
            <a:extLst>
              <a:ext uri="{FF2B5EF4-FFF2-40B4-BE49-F238E27FC236}">
                <a16:creationId xmlns:a16="http://schemas.microsoft.com/office/drawing/2014/main" id="{503BF76B-F77F-2FE4-3303-4A33509A808A}"/>
              </a:ext>
            </a:extLst>
          </p:cNvPr>
          <p:cNvGraphicFramePr>
            <a:graphicFrameLocks noGrp="1"/>
          </p:cNvGraphicFramePr>
          <p:nvPr>
            <p:extLst>
              <p:ext uri="{D42A27DB-BD31-4B8C-83A1-F6EECF244321}">
                <p14:modId xmlns:p14="http://schemas.microsoft.com/office/powerpoint/2010/main" val="2385742826"/>
              </p:ext>
            </p:extLst>
          </p:nvPr>
        </p:nvGraphicFramePr>
        <p:xfrm>
          <a:off x="481246" y="6613576"/>
          <a:ext cx="3514314" cy="368364"/>
        </p:xfrm>
        <a:graphic>
          <a:graphicData uri="http://schemas.openxmlformats.org/drawingml/2006/table">
            <a:tbl>
              <a:tblPr/>
              <a:tblGrid>
                <a:gridCol w="3514314">
                  <a:extLst>
                    <a:ext uri="{9D8B030D-6E8A-4147-A177-3AD203B41FA5}">
                      <a16:colId xmlns:a16="http://schemas.microsoft.com/office/drawing/2014/main" val="1298445209"/>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25.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graph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compound inequality below?</a:t>
                      </a:r>
                    </a:p>
                  </a:txBody>
                  <a:tcPr marL="114300" marR="114300" marT="0" marB="0">
                    <a:lnL>
                      <a:noFill/>
                    </a:lnL>
                    <a:lnR>
                      <a:noFill/>
                    </a:lnR>
                    <a:lnT>
                      <a:noFill/>
                    </a:lnT>
                    <a:lnB>
                      <a:noFill/>
                    </a:lnB>
                  </a:tcPr>
                </a:tc>
                <a:extLst>
                  <a:ext uri="{0D108BD9-81ED-4DB2-BD59-A6C34878D82A}">
                    <a16:rowId xmlns:a16="http://schemas.microsoft.com/office/drawing/2014/main" val="2924062800"/>
                  </a:ext>
                </a:extLst>
              </a:tr>
            </a:tbl>
          </a:graphicData>
        </a:graphic>
      </p:graphicFrame>
      <p:graphicFrame>
        <p:nvGraphicFramePr>
          <p:cNvPr id="404" name="Table 403">
            <a:extLst>
              <a:ext uri="{FF2B5EF4-FFF2-40B4-BE49-F238E27FC236}">
                <a16:creationId xmlns:a16="http://schemas.microsoft.com/office/drawing/2014/main" id="{0CBD8A28-40FB-7EB1-D460-2C5B9C780793}"/>
              </a:ext>
            </a:extLst>
          </p:cNvPr>
          <p:cNvGraphicFramePr>
            <a:graphicFrameLocks noGrp="1"/>
          </p:cNvGraphicFramePr>
          <p:nvPr>
            <p:extLst>
              <p:ext uri="{D42A27DB-BD31-4B8C-83A1-F6EECF244321}">
                <p14:modId xmlns:p14="http://schemas.microsoft.com/office/powerpoint/2010/main" val="3359452753"/>
              </p:ext>
            </p:extLst>
          </p:nvPr>
        </p:nvGraphicFramePr>
        <p:xfrm>
          <a:off x="3874666" y="6613576"/>
          <a:ext cx="3473419" cy="368364"/>
        </p:xfrm>
        <a:graphic>
          <a:graphicData uri="http://schemas.openxmlformats.org/drawingml/2006/table">
            <a:tbl>
              <a:tblPr/>
              <a:tblGrid>
                <a:gridCol w="3473419">
                  <a:extLst>
                    <a:ext uri="{9D8B030D-6E8A-4147-A177-3AD203B41FA5}">
                      <a16:colId xmlns:a16="http://schemas.microsoft.com/office/drawing/2014/main" val="3779298218"/>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26.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graph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compound inequality below?</a:t>
                      </a:r>
                    </a:p>
                  </a:txBody>
                  <a:tcPr marL="114300" marR="114300" marT="0" marB="0">
                    <a:lnL>
                      <a:noFill/>
                    </a:lnL>
                    <a:lnR>
                      <a:noFill/>
                    </a:lnR>
                    <a:lnT>
                      <a:noFill/>
                    </a:lnT>
                    <a:lnB>
                      <a:noFill/>
                    </a:lnB>
                  </a:tcPr>
                </a:tc>
                <a:extLst>
                  <a:ext uri="{0D108BD9-81ED-4DB2-BD59-A6C34878D82A}">
                    <a16:rowId xmlns:a16="http://schemas.microsoft.com/office/drawing/2014/main" val="1373900243"/>
                  </a:ext>
                </a:extLst>
              </a:tr>
            </a:tbl>
          </a:graphicData>
        </a:graphic>
      </p:graphicFrame>
      <mc:AlternateContent xmlns:mc="http://schemas.openxmlformats.org/markup-compatibility/2006" xmlns:a14="http://schemas.microsoft.com/office/drawing/2010/main">
        <mc:Choice Requires="a14">
          <p:sp>
            <p:nvSpPr>
              <p:cNvPr id="411" name="Text Box 807">
                <a:extLst>
                  <a:ext uri="{FF2B5EF4-FFF2-40B4-BE49-F238E27FC236}">
                    <a16:creationId xmlns:a16="http://schemas.microsoft.com/office/drawing/2014/main" id="{5E3C7189-AEBD-9441-8F7C-9C0D6EC3346E}"/>
                  </a:ext>
                </a:extLst>
              </p:cNvPr>
              <p:cNvSpPr txBox="1">
                <a:spLocks noChangeArrowheads="1"/>
              </p:cNvSpPr>
              <p:nvPr/>
            </p:nvSpPr>
            <p:spPr bwMode="auto">
              <a:xfrm>
                <a:off x="729916" y="5344489"/>
                <a:ext cx="1075690" cy="10598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6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a:t>
                </a:r>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6</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a:t>
                </a:r>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-6</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6,</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Tahoma" panose="020B0604030504040204" pitchFamily="34" charset="0"/>
                    <a:ea typeface="Calibri" panose="020F0502020204030204" pitchFamily="34"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[-6</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Tahoma" panose="020B0604030504040204" pitchFamily="34" charset="0"/>
                    <a:ea typeface="Calibri" panose="020F0502020204030204" pitchFamily="34" charset="0"/>
                    <a:cs typeface="Times New Roman" panose="02020603050405020304" pitchFamily="18"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11" name="Text Box 807">
                <a:extLst>
                  <a:ext uri="{FF2B5EF4-FFF2-40B4-BE49-F238E27FC236}">
                    <a16:creationId xmlns:a16="http://schemas.microsoft.com/office/drawing/2014/main" id="{5E3C7189-AEBD-9441-8F7C-9C0D6EC3346E}"/>
                  </a:ext>
                </a:extLst>
              </p:cNvPr>
              <p:cNvSpPr txBox="1">
                <a:spLocks noRot="1" noChangeAspect="1" noMove="1" noResize="1" noEditPoints="1" noAdjustHandles="1" noChangeArrowheads="1" noChangeShapeType="1" noTextEdit="1"/>
              </p:cNvSpPr>
              <p:nvPr/>
            </p:nvSpPr>
            <p:spPr bwMode="auto">
              <a:xfrm>
                <a:off x="729916" y="5344489"/>
                <a:ext cx="1075690" cy="1059815"/>
              </a:xfrm>
              <a:prstGeom prst="rect">
                <a:avLst/>
              </a:prstGeom>
              <a:blipFill>
                <a:blip r:embed="rId3"/>
                <a:stretch>
                  <a:fillRect b="-1034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14" name="Text Box 807">
            <a:extLst>
              <a:ext uri="{FF2B5EF4-FFF2-40B4-BE49-F238E27FC236}">
                <a16:creationId xmlns:a16="http://schemas.microsoft.com/office/drawing/2014/main" id="{146B3544-9619-087C-56A3-8D4FDAD3CD00}"/>
              </a:ext>
            </a:extLst>
          </p:cNvPr>
          <p:cNvSpPr txBox="1">
            <a:spLocks noChangeArrowheads="1"/>
          </p:cNvSpPr>
          <p:nvPr/>
        </p:nvSpPr>
        <p:spPr bwMode="auto">
          <a:xfrm>
            <a:off x="712369" y="8004356"/>
            <a:ext cx="337185" cy="1376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21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415" name="Text Box 807">
            <a:extLst>
              <a:ext uri="{FF2B5EF4-FFF2-40B4-BE49-F238E27FC236}">
                <a16:creationId xmlns:a16="http://schemas.microsoft.com/office/drawing/2014/main" id="{B01C1B55-B56D-73AF-89A1-DDECC802B56A}"/>
              </a:ext>
            </a:extLst>
          </p:cNvPr>
          <p:cNvSpPr txBox="1">
            <a:spLocks noChangeArrowheads="1"/>
          </p:cNvSpPr>
          <p:nvPr/>
        </p:nvSpPr>
        <p:spPr bwMode="auto">
          <a:xfrm>
            <a:off x="4129383" y="8004356"/>
            <a:ext cx="337185" cy="1376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21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86BE86AE-FF31-F9BD-A4CE-B1FE0326A119}"/>
              </a:ext>
            </a:extLst>
          </p:cNvPr>
          <p:cNvSpPr txBox="1"/>
          <p:nvPr/>
        </p:nvSpPr>
        <p:spPr>
          <a:xfrm>
            <a:off x="450448" y="533991"/>
            <a:ext cx="2255746" cy="261610"/>
          </a:xfrm>
          <a:prstGeom prst="rect">
            <a:avLst/>
          </a:prstGeom>
          <a:noFill/>
        </p:spPr>
        <p:txBody>
          <a:bodyPr wrap="none" rtlCol="0">
            <a:spAutoFit/>
          </a:bodyPr>
          <a:lstStyle/>
          <a:p>
            <a:r>
              <a:rPr lang="en-US" sz="1100" b="1" dirty="0">
                <a:latin typeface="Century Gothic" panose="020B0502020202020204" pitchFamily="34" charset="0"/>
                <a:ea typeface="Calibri" panose="020F0502020204030204" pitchFamily="34" charset="0"/>
                <a:cs typeface="Times New Roman" panose="02020603050405020304" pitchFamily="18" charset="0"/>
              </a:rPr>
              <a:t>21</a:t>
            </a: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Solve the equation below.</a:t>
            </a:r>
          </a:p>
        </p:txBody>
      </p:sp>
      <p:graphicFrame>
        <p:nvGraphicFramePr>
          <p:cNvPr id="5" name="Object 4">
            <a:extLst>
              <a:ext uri="{FF2B5EF4-FFF2-40B4-BE49-F238E27FC236}">
                <a16:creationId xmlns:a16="http://schemas.microsoft.com/office/drawing/2014/main" id="{7ACF67AE-FADA-33C5-1408-3E2B2406D4B3}"/>
              </a:ext>
            </a:extLst>
          </p:cNvPr>
          <p:cNvGraphicFramePr>
            <a:graphicFrameLocks noChangeAspect="1"/>
          </p:cNvGraphicFramePr>
          <p:nvPr>
            <p:extLst>
              <p:ext uri="{D42A27DB-BD31-4B8C-83A1-F6EECF244321}">
                <p14:modId xmlns:p14="http://schemas.microsoft.com/office/powerpoint/2010/main" val="1098204662"/>
              </p:ext>
            </p:extLst>
          </p:nvPr>
        </p:nvGraphicFramePr>
        <p:xfrm>
          <a:off x="1527238" y="906503"/>
          <a:ext cx="1333500" cy="254000"/>
        </p:xfrm>
        <a:graphic>
          <a:graphicData uri="http://schemas.openxmlformats.org/presentationml/2006/ole">
            <mc:AlternateContent xmlns:mc="http://schemas.openxmlformats.org/markup-compatibility/2006">
              <mc:Choice xmlns:v="urn:schemas-microsoft-com:vml" Requires="v">
                <p:oleObj name="Equation" r:id="rId4" imgW="1333440" imgH="253800" progId="Equation.DSMT4">
                  <p:embed/>
                </p:oleObj>
              </mc:Choice>
              <mc:Fallback>
                <p:oleObj name="Equation" r:id="rId4" imgW="1333440" imgH="253800" progId="Equation.DSMT4">
                  <p:embed/>
                  <p:pic>
                    <p:nvPicPr>
                      <p:cNvPr id="5" name="Object 4">
                        <a:extLst>
                          <a:ext uri="{FF2B5EF4-FFF2-40B4-BE49-F238E27FC236}">
                            <a16:creationId xmlns:a16="http://schemas.microsoft.com/office/drawing/2014/main" id="{7ACF67AE-FADA-33C5-1408-3E2B2406D4B3}"/>
                          </a:ext>
                        </a:extLst>
                      </p:cNvPr>
                      <p:cNvPicPr/>
                      <p:nvPr/>
                    </p:nvPicPr>
                    <p:blipFill>
                      <a:blip r:embed="rId5"/>
                      <a:stretch>
                        <a:fillRect/>
                      </a:stretch>
                    </p:blipFill>
                    <p:spPr>
                      <a:xfrm>
                        <a:off x="1527238" y="906503"/>
                        <a:ext cx="1333500" cy="254000"/>
                      </a:xfrm>
                      <a:prstGeom prst="rect">
                        <a:avLst/>
                      </a:prstGeom>
                    </p:spPr>
                  </p:pic>
                </p:oleObj>
              </mc:Fallback>
            </mc:AlternateContent>
          </a:graphicData>
        </a:graphic>
      </p:graphicFrame>
      <p:sp>
        <p:nvSpPr>
          <p:cNvPr id="6" name="Text Box 126">
            <a:extLst>
              <a:ext uri="{FF2B5EF4-FFF2-40B4-BE49-F238E27FC236}">
                <a16:creationId xmlns:a16="http://schemas.microsoft.com/office/drawing/2014/main" id="{02B7873C-C979-0528-479E-762AC4A0C125}"/>
              </a:ext>
            </a:extLst>
          </p:cNvPr>
          <p:cNvSpPr txBox="1">
            <a:spLocks noChangeArrowheads="1"/>
          </p:cNvSpPr>
          <p:nvPr/>
        </p:nvSpPr>
        <p:spPr bwMode="auto">
          <a:xfrm>
            <a:off x="2547242" y="3072039"/>
            <a:ext cx="1284605" cy="395605"/>
          </a:xfrm>
          <a:prstGeom prst="rect">
            <a:avLst/>
          </a:prstGeom>
          <a:noFill/>
          <a:ln w="9525">
            <a:solidFill>
              <a:srgbClr val="000000"/>
            </a:solidFill>
            <a:miter lim="800000"/>
            <a:headEnd/>
            <a:tailEnd/>
          </a:ln>
        </p:spPr>
        <p:txBody>
          <a:bodyPr rot="0" vert="horz" wrap="square" lIns="91440" tIns="45720" rIns="91440" bIns="45720" anchor="ctr" anchorCtr="0" upright="1">
            <a:noAutofit/>
          </a:bodyPr>
          <a:lstStyle/>
          <a:p>
            <a:pPr marL="0" marR="0">
              <a:lnSpc>
                <a:spcPct val="115000"/>
              </a:lnSpc>
              <a:spcBef>
                <a:spcPts val="0"/>
              </a:spcBef>
              <a:spcAft>
                <a:spcPts val="1000"/>
              </a:spcAft>
            </a:pPr>
            <a:r>
              <a:rPr lang="en-US" sz="1500" i="1" dirty="0">
                <a:effectLst/>
                <a:latin typeface="Times New Roman" panose="02020603050405020304" pitchFamily="18" charset="0"/>
                <a:ea typeface="Calibri" panose="020F0502020204030204" pitchFamily="34" charset="0"/>
                <a:cs typeface="Times New Roman" panose="02020603050405020304" pitchFamily="18" charset="0"/>
              </a:rPr>
              <a:t>w </a:t>
            </a:r>
            <a:r>
              <a:rPr lang="en-US" sz="1500" dirty="0">
                <a:effectLst/>
                <a:latin typeface="Century Gothic" panose="020B0502020202020204" pitchFamily="34" charset="0"/>
                <a:ea typeface="Calibri" panose="020F0502020204030204" pitchFamily="34" charset="0"/>
                <a:cs typeface="Times New Roman" panose="02020603050405020304" pitchFamily="18" charset="0"/>
              </a:rPr>
              <a:t>= </a:t>
            </a:r>
          </a:p>
        </p:txBody>
      </p:sp>
      <p:graphicFrame>
        <p:nvGraphicFramePr>
          <p:cNvPr id="7" name="Object 6">
            <a:extLst>
              <a:ext uri="{FF2B5EF4-FFF2-40B4-BE49-F238E27FC236}">
                <a16:creationId xmlns:a16="http://schemas.microsoft.com/office/drawing/2014/main" id="{42D64180-47DB-407E-B1B4-B479C388F1E4}"/>
              </a:ext>
            </a:extLst>
          </p:cNvPr>
          <p:cNvGraphicFramePr>
            <a:graphicFrameLocks noChangeAspect="1"/>
          </p:cNvGraphicFramePr>
          <p:nvPr>
            <p:extLst>
              <p:ext uri="{D42A27DB-BD31-4B8C-83A1-F6EECF244321}">
                <p14:modId xmlns:p14="http://schemas.microsoft.com/office/powerpoint/2010/main" val="2585252219"/>
              </p:ext>
            </p:extLst>
          </p:nvPr>
        </p:nvGraphicFramePr>
        <p:xfrm>
          <a:off x="5100465" y="1041643"/>
          <a:ext cx="1257300" cy="419100"/>
        </p:xfrm>
        <a:graphic>
          <a:graphicData uri="http://schemas.openxmlformats.org/presentationml/2006/ole">
            <mc:AlternateContent xmlns:mc="http://schemas.openxmlformats.org/markup-compatibility/2006">
              <mc:Choice xmlns:v="urn:schemas-microsoft-com:vml" Requires="v">
                <p:oleObj name="Equation" r:id="rId6" imgW="1257120" imgH="419040" progId="Equation.DSMT4">
                  <p:embed/>
                </p:oleObj>
              </mc:Choice>
              <mc:Fallback>
                <p:oleObj name="Equation" r:id="rId6" imgW="1257120" imgH="419040" progId="Equation.DSMT4">
                  <p:embed/>
                  <p:pic>
                    <p:nvPicPr>
                      <p:cNvPr id="7" name="Object 6">
                        <a:extLst>
                          <a:ext uri="{FF2B5EF4-FFF2-40B4-BE49-F238E27FC236}">
                            <a16:creationId xmlns:a16="http://schemas.microsoft.com/office/drawing/2014/main" id="{42D64180-47DB-407E-B1B4-B479C388F1E4}"/>
                          </a:ext>
                        </a:extLst>
                      </p:cNvPr>
                      <p:cNvPicPr/>
                      <p:nvPr/>
                    </p:nvPicPr>
                    <p:blipFill>
                      <a:blip r:embed="rId7"/>
                      <a:stretch>
                        <a:fillRect/>
                      </a:stretch>
                    </p:blipFill>
                    <p:spPr>
                      <a:xfrm>
                        <a:off x="5100465" y="1041643"/>
                        <a:ext cx="1257300" cy="419100"/>
                      </a:xfrm>
                      <a:prstGeom prst="rect">
                        <a:avLst/>
                      </a:prstGeom>
                    </p:spPr>
                  </p:pic>
                </p:oleObj>
              </mc:Fallback>
            </mc:AlternateContent>
          </a:graphicData>
        </a:graphic>
      </p:graphicFrame>
      <p:sp>
        <p:nvSpPr>
          <p:cNvPr id="9" name="Text Box 6">
            <a:extLst>
              <a:ext uri="{FF2B5EF4-FFF2-40B4-BE49-F238E27FC236}">
                <a16:creationId xmlns:a16="http://schemas.microsoft.com/office/drawing/2014/main" id="{E2CB8FE1-C731-5774-714F-94D45C9791F8}"/>
              </a:ext>
            </a:extLst>
          </p:cNvPr>
          <p:cNvSpPr txBox="1">
            <a:spLocks noChangeArrowheads="1"/>
          </p:cNvSpPr>
          <p:nvPr/>
        </p:nvSpPr>
        <p:spPr bwMode="auto">
          <a:xfrm>
            <a:off x="6741195" y="3072039"/>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12" name="Text Box 807">
            <a:extLst>
              <a:ext uri="{FF2B5EF4-FFF2-40B4-BE49-F238E27FC236}">
                <a16:creationId xmlns:a16="http://schemas.microsoft.com/office/drawing/2014/main" id="{BCE1606C-9CDB-BBE9-E4FC-F3675619692C}"/>
              </a:ext>
            </a:extLst>
          </p:cNvPr>
          <p:cNvSpPr txBox="1">
            <a:spLocks noChangeArrowheads="1"/>
          </p:cNvSpPr>
          <p:nvPr/>
        </p:nvSpPr>
        <p:spPr bwMode="auto">
          <a:xfrm>
            <a:off x="4115431" y="1945329"/>
            <a:ext cx="337185" cy="168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21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p:graphicFrame>
        <p:nvGraphicFramePr>
          <p:cNvPr id="193" name="Object 192">
            <a:extLst>
              <a:ext uri="{FF2B5EF4-FFF2-40B4-BE49-F238E27FC236}">
                <a16:creationId xmlns:a16="http://schemas.microsoft.com/office/drawing/2014/main" id="{F39132E3-DCE6-DB54-7F73-48E17DA3D0E1}"/>
              </a:ext>
            </a:extLst>
          </p:cNvPr>
          <p:cNvGraphicFramePr>
            <a:graphicFrameLocks noChangeAspect="1"/>
          </p:cNvGraphicFramePr>
          <p:nvPr>
            <p:extLst>
              <p:ext uri="{D42A27DB-BD31-4B8C-83A1-F6EECF244321}">
                <p14:modId xmlns:p14="http://schemas.microsoft.com/office/powerpoint/2010/main" val="220315456"/>
              </p:ext>
            </p:extLst>
          </p:nvPr>
        </p:nvGraphicFramePr>
        <p:xfrm>
          <a:off x="1143898" y="4060175"/>
          <a:ext cx="2006600" cy="419100"/>
        </p:xfrm>
        <a:graphic>
          <a:graphicData uri="http://schemas.openxmlformats.org/presentationml/2006/ole">
            <mc:AlternateContent xmlns:mc="http://schemas.openxmlformats.org/markup-compatibility/2006">
              <mc:Choice xmlns:v="urn:schemas-microsoft-com:vml" Requires="v">
                <p:oleObj name="Equation" r:id="rId8" imgW="2006280" imgH="419040" progId="Equation.DSMT4">
                  <p:embed/>
                </p:oleObj>
              </mc:Choice>
              <mc:Fallback>
                <p:oleObj name="Equation" r:id="rId8" imgW="2006280" imgH="419040" progId="Equation.DSMT4">
                  <p:embed/>
                  <p:pic>
                    <p:nvPicPr>
                      <p:cNvPr id="193" name="Object 192">
                        <a:extLst>
                          <a:ext uri="{FF2B5EF4-FFF2-40B4-BE49-F238E27FC236}">
                            <a16:creationId xmlns:a16="http://schemas.microsoft.com/office/drawing/2014/main" id="{F39132E3-DCE6-DB54-7F73-48E17DA3D0E1}"/>
                          </a:ext>
                        </a:extLst>
                      </p:cNvPr>
                      <p:cNvPicPr/>
                      <p:nvPr/>
                    </p:nvPicPr>
                    <p:blipFill>
                      <a:blip r:embed="rId9"/>
                      <a:stretch>
                        <a:fillRect/>
                      </a:stretch>
                    </p:blipFill>
                    <p:spPr>
                      <a:xfrm>
                        <a:off x="1143898" y="4060175"/>
                        <a:ext cx="2006600" cy="419100"/>
                      </a:xfrm>
                      <a:prstGeom prst="rect">
                        <a:avLst/>
                      </a:prstGeom>
                    </p:spPr>
                  </p:pic>
                </p:oleObj>
              </mc:Fallback>
            </mc:AlternateContent>
          </a:graphicData>
        </a:graphic>
      </p:graphicFrame>
      <p:sp>
        <p:nvSpPr>
          <p:cNvPr id="194" name="Text Box 6">
            <a:extLst>
              <a:ext uri="{FF2B5EF4-FFF2-40B4-BE49-F238E27FC236}">
                <a16:creationId xmlns:a16="http://schemas.microsoft.com/office/drawing/2014/main" id="{1D858792-CD60-291F-3755-59C69BD8A1B3}"/>
              </a:ext>
            </a:extLst>
          </p:cNvPr>
          <p:cNvSpPr txBox="1">
            <a:spLocks noChangeArrowheads="1"/>
          </p:cNvSpPr>
          <p:nvPr/>
        </p:nvSpPr>
        <p:spPr bwMode="auto">
          <a:xfrm>
            <a:off x="3276600" y="6129497"/>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95" name="Text Box 6">
            <a:extLst>
              <a:ext uri="{FF2B5EF4-FFF2-40B4-BE49-F238E27FC236}">
                <a16:creationId xmlns:a16="http://schemas.microsoft.com/office/drawing/2014/main" id="{26F0A8C7-2BC4-900F-D1DE-7D7A5379E9D5}"/>
              </a:ext>
            </a:extLst>
          </p:cNvPr>
          <p:cNvSpPr txBox="1">
            <a:spLocks noChangeArrowheads="1"/>
          </p:cNvSpPr>
          <p:nvPr/>
        </p:nvSpPr>
        <p:spPr bwMode="auto">
          <a:xfrm>
            <a:off x="6741194" y="6129497"/>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graphicFrame>
        <p:nvGraphicFramePr>
          <p:cNvPr id="196" name="Object 195">
            <a:extLst>
              <a:ext uri="{FF2B5EF4-FFF2-40B4-BE49-F238E27FC236}">
                <a16:creationId xmlns:a16="http://schemas.microsoft.com/office/drawing/2014/main" id="{5EFAA27C-5345-BB10-6E0F-3C6BC96AC157}"/>
              </a:ext>
            </a:extLst>
          </p:cNvPr>
          <p:cNvGraphicFramePr>
            <a:graphicFrameLocks noChangeAspect="1"/>
          </p:cNvGraphicFramePr>
          <p:nvPr>
            <p:extLst>
              <p:ext uri="{D42A27DB-BD31-4B8C-83A1-F6EECF244321}">
                <p14:modId xmlns:p14="http://schemas.microsoft.com/office/powerpoint/2010/main" val="30356144"/>
              </p:ext>
            </p:extLst>
          </p:nvPr>
        </p:nvGraphicFramePr>
        <p:xfrm>
          <a:off x="4749710" y="4088952"/>
          <a:ext cx="1854200" cy="215900"/>
        </p:xfrm>
        <a:graphic>
          <a:graphicData uri="http://schemas.openxmlformats.org/presentationml/2006/ole">
            <mc:AlternateContent xmlns:mc="http://schemas.openxmlformats.org/markup-compatibility/2006">
              <mc:Choice xmlns:v="urn:schemas-microsoft-com:vml" Requires="v">
                <p:oleObj name="Equation" r:id="rId10" imgW="1854000" imgH="215640" progId="Equation.DSMT4">
                  <p:embed/>
                </p:oleObj>
              </mc:Choice>
              <mc:Fallback>
                <p:oleObj name="Equation" r:id="rId10" imgW="1854000" imgH="215640" progId="Equation.DSMT4">
                  <p:embed/>
                  <p:pic>
                    <p:nvPicPr>
                      <p:cNvPr id="196" name="Object 195">
                        <a:extLst>
                          <a:ext uri="{FF2B5EF4-FFF2-40B4-BE49-F238E27FC236}">
                            <a16:creationId xmlns:a16="http://schemas.microsoft.com/office/drawing/2014/main" id="{5EFAA27C-5345-BB10-6E0F-3C6BC96AC157}"/>
                          </a:ext>
                        </a:extLst>
                      </p:cNvPr>
                      <p:cNvPicPr/>
                      <p:nvPr/>
                    </p:nvPicPr>
                    <p:blipFill>
                      <a:blip r:embed="rId11"/>
                      <a:stretch>
                        <a:fillRect/>
                      </a:stretch>
                    </p:blipFill>
                    <p:spPr>
                      <a:xfrm>
                        <a:off x="4749710" y="4088952"/>
                        <a:ext cx="1854200" cy="215900"/>
                      </a:xfrm>
                      <a:prstGeom prst="rect">
                        <a:avLst/>
                      </a:prstGeom>
                    </p:spPr>
                  </p:pic>
                </p:oleObj>
              </mc:Fallback>
            </mc:AlternateContent>
          </a:graphicData>
        </a:graphic>
      </p:graphicFrame>
      <p:sp>
        <p:nvSpPr>
          <p:cNvPr id="413" name="Text Box 807">
            <a:extLst>
              <a:ext uri="{FF2B5EF4-FFF2-40B4-BE49-F238E27FC236}">
                <a16:creationId xmlns:a16="http://schemas.microsoft.com/office/drawing/2014/main" id="{3DB3E0E8-C7A3-2ECD-7886-2F848CFFB86A}"/>
              </a:ext>
            </a:extLst>
          </p:cNvPr>
          <p:cNvSpPr txBox="1">
            <a:spLocks noChangeArrowheads="1"/>
          </p:cNvSpPr>
          <p:nvPr/>
        </p:nvSpPr>
        <p:spPr bwMode="auto">
          <a:xfrm>
            <a:off x="4139207" y="4983460"/>
            <a:ext cx="337185" cy="1376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21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p:graphicFrame>
        <p:nvGraphicFramePr>
          <p:cNvPr id="493" name="Object 492">
            <a:extLst>
              <a:ext uri="{FF2B5EF4-FFF2-40B4-BE49-F238E27FC236}">
                <a16:creationId xmlns:a16="http://schemas.microsoft.com/office/drawing/2014/main" id="{424B4807-D0EB-5E50-52DD-79511BC9D248}"/>
              </a:ext>
            </a:extLst>
          </p:cNvPr>
          <p:cNvGraphicFramePr>
            <a:graphicFrameLocks noChangeAspect="1"/>
          </p:cNvGraphicFramePr>
          <p:nvPr>
            <p:extLst>
              <p:ext uri="{D42A27DB-BD31-4B8C-83A1-F6EECF244321}">
                <p14:modId xmlns:p14="http://schemas.microsoft.com/office/powerpoint/2010/main" val="1285654940"/>
              </p:ext>
            </p:extLst>
          </p:nvPr>
        </p:nvGraphicFramePr>
        <p:xfrm>
          <a:off x="1042298" y="7108502"/>
          <a:ext cx="2108200" cy="419100"/>
        </p:xfrm>
        <a:graphic>
          <a:graphicData uri="http://schemas.openxmlformats.org/presentationml/2006/ole">
            <mc:AlternateContent xmlns:mc="http://schemas.openxmlformats.org/markup-compatibility/2006">
              <mc:Choice xmlns:v="urn:schemas-microsoft-com:vml" Requires="v">
                <p:oleObj name="Equation" r:id="rId12" imgW="2108160" imgH="419040" progId="Equation.DSMT4">
                  <p:embed/>
                </p:oleObj>
              </mc:Choice>
              <mc:Fallback>
                <p:oleObj name="Equation" r:id="rId12" imgW="2108160" imgH="419040" progId="Equation.DSMT4">
                  <p:embed/>
                  <p:pic>
                    <p:nvPicPr>
                      <p:cNvPr id="493" name="Object 492">
                        <a:extLst>
                          <a:ext uri="{FF2B5EF4-FFF2-40B4-BE49-F238E27FC236}">
                            <a16:creationId xmlns:a16="http://schemas.microsoft.com/office/drawing/2014/main" id="{424B4807-D0EB-5E50-52DD-79511BC9D248}"/>
                          </a:ext>
                        </a:extLst>
                      </p:cNvPr>
                      <p:cNvPicPr/>
                      <p:nvPr/>
                    </p:nvPicPr>
                    <p:blipFill>
                      <a:blip r:embed="rId13"/>
                      <a:stretch>
                        <a:fillRect/>
                      </a:stretch>
                    </p:blipFill>
                    <p:spPr>
                      <a:xfrm>
                        <a:off x="1042298" y="7108502"/>
                        <a:ext cx="2108200" cy="419100"/>
                      </a:xfrm>
                      <a:prstGeom prst="rect">
                        <a:avLst/>
                      </a:prstGeom>
                    </p:spPr>
                  </p:pic>
                </p:oleObj>
              </mc:Fallback>
            </mc:AlternateContent>
          </a:graphicData>
        </a:graphic>
      </p:graphicFrame>
      <p:graphicFrame>
        <p:nvGraphicFramePr>
          <p:cNvPr id="494" name="Object 493">
            <a:extLst>
              <a:ext uri="{FF2B5EF4-FFF2-40B4-BE49-F238E27FC236}">
                <a16:creationId xmlns:a16="http://schemas.microsoft.com/office/drawing/2014/main" id="{C9E3F45A-ECCE-978D-41D4-2A82806A0C29}"/>
              </a:ext>
            </a:extLst>
          </p:cNvPr>
          <p:cNvGraphicFramePr>
            <a:graphicFrameLocks noChangeAspect="1"/>
          </p:cNvGraphicFramePr>
          <p:nvPr>
            <p:extLst>
              <p:ext uri="{D42A27DB-BD31-4B8C-83A1-F6EECF244321}">
                <p14:modId xmlns:p14="http://schemas.microsoft.com/office/powerpoint/2010/main" val="1714363937"/>
              </p:ext>
            </p:extLst>
          </p:nvPr>
        </p:nvGraphicFramePr>
        <p:xfrm>
          <a:off x="4511541" y="7111269"/>
          <a:ext cx="2286000" cy="419100"/>
        </p:xfrm>
        <a:graphic>
          <a:graphicData uri="http://schemas.openxmlformats.org/presentationml/2006/ole">
            <mc:AlternateContent xmlns:mc="http://schemas.openxmlformats.org/markup-compatibility/2006">
              <mc:Choice xmlns:v="urn:schemas-microsoft-com:vml" Requires="v">
                <p:oleObj name="Equation" r:id="rId14" imgW="2286000" imgH="419040" progId="Equation.DSMT4">
                  <p:embed/>
                </p:oleObj>
              </mc:Choice>
              <mc:Fallback>
                <p:oleObj name="Equation" r:id="rId14" imgW="2286000" imgH="419040" progId="Equation.DSMT4">
                  <p:embed/>
                  <p:pic>
                    <p:nvPicPr>
                      <p:cNvPr id="494" name="Object 493">
                        <a:extLst>
                          <a:ext uri="{FF2B5EF4-FFF2-40B4-BE49-F238E27FC236}">
                            <a16:creationId xmlns:a16="http://schemas.microsoft.com/office/drawing/2014/main" id="{C9E3F45A-ECCE-978D-41D4-2A82806A0C29}"/>
                          </a:ext>
                        </a:extLst>
                      </p:cNvPr>
                      <p:cNvPicPr/>
                      <p:nvPr/>
                    </p:nvPicPr>
                    <p:blipFill>
                      <a:blip r:embed="rId15"/>
                      <a:stretch>
                        <a:fillRect/>
                      </a:stretch>
                    </p:blipFill>
                    <p:spPr>
                      <a:xfrm>
                        <a:off x="4511541" y="7111269"/>
                        <a:ext cx="2286000" cy="419100"/>
                      </a:xfrm>
                      <a:prstGeom prst="rect">
                        <a:avLst/>
                      </a:prstGeom>
                    </p:spPr>
                  </p:pic>
                </p:oleObj>
              </mc:Fallback>
            </mc:AlternateContent>
          </a:graphicData>
        </a:graphic>
      </p:graphicFrame>
      <p:sp>
        <p:nvSpPr>
          <p:cNvPr id="495" name="Text Box 6">
            <a:extLst>
              <a:ext uri="{FF2B5EF4-FFF2-40B4-BE49-F238E27FC236}">
                <a16:creationId xmlns:a16="http://schemas.microsoft.com/office/drawing/2014/main" id="{D3C460F5-37AE-EEE8-F83D-BC3AB7327D74}"/>
              </a:ext>
            </a:extLst>
          </p:cNvPr>
          <p:cNvSpPr txBox="1">
            <a:spLocks noChangeArrowheads="1"/>
          </p:cNvSpPr>
          <p:nvPr/>
        </p:nvSpPr>
        <p:spPr bwMode="auto">
          <a:xfrm>
            <a:off x="3295886" y="9166013"/>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96" name="Text Box 6">
            <a:extLst>
              <a:ext uri="{FF2B5EF4-FFF2-40B4-BE49-F238E27FC236}">
                <a16:creationId xmlns:a16="http://schemas.microsoft.com/office/drawing/2014/main" id="{C4DC7F1D-E9A4-C420-E66D-F36FAC62ED5F}"/>
              </a:ext>
            </a:extLst>
          </p:cNvPr>
          <p:cNvSpPr txBox="1">
            <a:spLocks noChangeArrowheads="1"/>
          </p:cNvSpPr>
          <p:nvPr/>
        </p:nvSpPr>
        <p:spPr bwMode="auto">
          <a:xfrm>
            <a:off x="6760480" y="9166013"/>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3" name="Picture 2">
            <a:extLst>
              <a:ext uri="{FF2B5EF4-FFF2-40B4-BE49-F238E27FC236}">
                <a16:creationId xmlns:a16="http://schemas.microsoft.com/office/drawing/2014/main" id="{EF17E927-68FA-C4AC-CADB-E7A849098250}"/>
              </a:ext>
            </a:extLst>
          </p:cNvPr>
          <p:cNvPicPr>
            <a:picLocks noChangeAspect="1"/>
          </p:cNvPicPr>
          <p:nvPr/>
        </p:nvPicPr>
        <p:blipFill>
          <a:blip r:embed="rId16"/>
          <a:stretch>
            <a:fillRect/>
          </a:stretch>
        </p:blipFill>
        <p:spPr>
          <a:xfrm>
            <a:off x="4429991" y="2093512"/>
            <a:ext cx="1652159" cy="298730"/>
          </a:xfrm>
          <a:prstGeom prst="rect">
            <a:avLst/>
          </a:prstGeom>
        </p:spPr>
      </p:pic>
      <p:pic>
        <p:nvPicPr>
          <p:cNvPr id="4" name="Picture 3">
            <a:extLst>
              <a:ext uri="{FF2B5EF4-FFF2-40B4-BE49-F238E27FC236}">
                <a16:creationId xmlns:a16="http://schemas.microsoft.com/office/drawing/2014/main" id="{11A880C6-3724-2E9C-1AE7-EB316C2A1163}"/>
              </a:ext>
            </a:extLst>
          </p:cNvPr>
          <p:cNvPicPr>
            <a:picLocks noChangeAspect="1"/>
          </p:cNvPicPr>
          <p:nvPr/>
        </p:nvPicPr>
        <p:blipFill>
          <a:blip r:embed="rId17"/>
          <a:stretch>
            <a:fillRect/>
          </a:stretch>
        </p:blipFill>
        <p:spPr>
          <a:xfrm>
            <a:off x="4393397" y="2448766"/>
            <a:ext cx="1676545" cy="298730"/>
          </a:xfrm>
          <a:prstGeom prst="rect">
            <a:avLst/>
          </a:prstGeom>
        </p:spPr>
      </p:pic>
      <p:pic>
        <p:nvPicPr>
          <p:cNvPr id="8" name="Picture 7">
            <a:extLst>
              <a:ext uri="{FF2B5EF4-FFF2-40B4-BE49-F238E27FC236}">
                <a16:creationId xmlns:a16="http://schemas.microsoft.com/office/drawing/2014/main" id="{CBEA9D1F-C3FF-B1BB-CFCB-3C388DDC6A97}"/>
              </a:ext>
            </a:extLst>
          </p:cNvPr>
          <p:cNvPicPr>
            <a:picLocks noChangeAspect="1"/>
          </p:cNvPicPr>
          <p:nvPr/>
        </p:nvPicPr>
        <p:blipFill>
          <a:blip r:embed="rId18"/>
          <a:stretch>
            <a:fillRect/>
          </a:stretch>
        </p:blipFill>
        <p:spPr>
          <a:xfrm>
            <a:off x="4432658" y="2829422"/>
            <a:ext cx="1646063" cy="298730"/>
          </a:xfrm>
          <a:prstGeom prst="rect">
            <a:avLst/>
          </a:prstGeom>
        </p:spPr>
      </p:pic>
      <p:pic>
        <p:nvPicPr>
          <p:cNvPr id="10" name="Picture 9">
            <a:extLst>
              <a:ext uri="{FF2B5EF4-FFF2-40B4-BE49-F238E27FC236}">
                <a16:creationId xmlns:a16="http://schemas.microsoft.com/office/drawing/2014/main" id="{4C600D44-B017-DD63-C3C1-39DF6DABA127}"/>
              </a:ext>
            </a:extLst>
          </p:cNvPr>
          <p:cNvPicPr>
            <a:picLocks noChangeAspect="1"/>
          </p:cNvPicPr>
          <p:nvPr/>
        </p:nvPicPr>
        <p:blipFill>
          <a:blip r:embed="rId19"/>
          <a:stretch>
            <a:fillRect/>
          </a:stretch>
        </p:blipFill>
        <p:spPr>
          <a:xfrm>
            <a:off x="4396898" y="3160857"/>
            <a:ext cx="1682642" cy="292633"/>
          </a:xfrm>
          <a:prstGeom prst="rect">
            <a:avLst/>
          </a:prstGeom>
        </p:spPr>
      </p:pic>
      <p:pic>
        <p:nvPicPr>
          <p:cNvPr id="497" name="Picture 496">
            <a:extLst>
              <a:ext uri="{FF2B5EF4-FFF2-40B4-BE49-F238E27FC236}">
                <a16:creationId xmlns:a16="http://schemas.microsoft.com/office/drawing/2014/main" id="{49B6020D-A492-B3D8-A7E6-1802F20D2F37}"/>
              </a:ext>
            </a:extLst>
          </p:cNvPr>
          <p:cNvPicPr>
            <a:picLocks noChangeAspect="1"/>
          </p:cNvPicPr>
          <p:nvPr/>
        </p:nvPicPr>
        <p:blipFill>
          <a:blip r:embed="rId20"/>
          <a:stretch>
            <a:fillRect/>
          </a:stretch>
        </p:blipFill>
        <p:spPr>
          <a:xfrm>
            <a:off x="4399240" y="5125853"/>
            <a:ext cx="1682642" cy="292633"/>
          </a:xfrm>
          <a:prstGeom prst="rect">
            <a:avLst/>
          </a:prstGeom>
        </p:spPr>
      </p:pic>
      <p:pic>
        <p:nvPicPr>
          <p:cNvPr id="99" name="Picture 98">
            <a:extLst>
              <a:ext uri="{FF2B5EF4-FFF2-40B4-BE49-F238E27FC236}">
                <a16:creationId xmlns:a16="http://schemas.microsoft.com/office/drawing/2014/main" id="{6186C95F-0237-E19B-F388-9906EF56D73C}"/>
              </a:ext>
            </a:extLst>
          </p:cNvPr>
          <p:cNvPicPr>
            <a:picLocks noChangeAspect="1"/>
          </p:cNvPicPr>
          <p:nvPr/>
        </p:nvPicPr>
        <p:blipFill>
          <a:blip r:embed="rId21"/>
          <a:stretch>
            <a:fillRect/>
          </a:stretch>
        </p:blipFill>
        <p:spPr>
          <a:xfrm>
            <a:off x="4399240" y="5500212"/>
            <a:ext cx="1688738" cy="286537"/>
          </a:xfrm>
          <a:prstGeom prst="rect">
            <a:avLst/>
          </a:prstGeom>
        </p:spPr>
      </p:pic>
      <p:pic>
        <p:nvPicPr>
          <p:cNvPr id="100" name="Picture 99">
            <a:extLst>
              <a:ext uri="{FF2B5EF4-FFF2-40B4-BE49-F238E27FC236}">
                <a16:creationId xmlns:a16="http://schemas.microsoft.com/office/drawing/2014/main" id="{CFAC552D-9A8A-C531-639A-901F77C4EC89}"/>
              </a:ext>
            </a:extLst>
          </p:cNvPr>
          <p:cNvPicPr>
            <a:picLocks noChangeAspect="1"/>
          </p:cNvPicPr>
          <p:nvPr/>
        </p:nvPicPr>
        <p:blipFill>
          <a:blip r:embed="rId22"/>
          <a:stretch>
            <a:fillRect/>
          </a:stretch>
        </p:blipFill>
        <p:spPr>
          <a:xfrm>
            <a:off x="4399240" y="5868475"/>
            <a:ext cx="1627773" cy="262151"/>
          </a:xfrm>
          <a:prstGeom prst="rect">
            <a:avLst/>
          </a:prstGeom>
        </p:spPr>
      </p:pic>
      <p:pic>
        <p:nvPicPr>
          <p:cNvPr id="626" name="Picture 625">
            <a:extLst>
              <a:ext uri="{FF2B5EF4-FFF2-40B4-BE49-F238E27FC236}">
                <a16:creationId xmlns:a16="http://schemas.microsoft.com/office/drawing/2014/main" id="{A3D923C4-F10E-BF5D-A96E-8E52CC161BF7}"/>
              </a:ext>
            </a:extLst>
          </p:cNvPr>
          <p:cNvPicPr>
            <a:picLocks noChangeAspect="1"/>
          </p:cNvPicPr>
          <p:nvPr/>
        </p:nvPicPr>
        <p:blipFill>
          <a:blip r:embed="rId23"/>
          <a:stretch>
            <a:fillRect/>
          </a:stretch>
        </p:blipFill>
        <p:spPr>
          <a:xfrm>
            <a:off x="4399240" y="6212352"/>
            <a:ext cx="1627773" cy="262151"/>
          </a:xfrm>
          <a:prstGeom prst="rect">
            <a:avLst/>
          </a:prstGeom>
        </p:spPr>
      </p:pic>
      <p:pic>
        <p:nvPicPr>
          <p:cNvPr id="197" name="Picture 196">
            <a:extLst>
              <a:ext uri="{FF2B5EF4-FFF2-40B4-BE49-F238E27FC236}">
                <a16:creationId xmlns:a16="http://schemas.microsoft.com/office/drawing/2014/main" id="{C87DF39F-8D54-AC57-A0D1-295CC9677E62}"/>
              </a:ext>
            </a:extLst>
          </p:cNvPr>
          <p:cNvPicPr>
            <a:picLocks noChangeAspect="1"/>
          </p:cNvPicPr>
          <p:nvPr/>
        </p:nvPicPr>
        <p:blipFill>
          <a:blip r:embed="rId24"/>
          <a:stretch>
            <a:fillRect/>
          </a:stretch>
        </p:blipFill>
        <p:spPr>
          <a:xfrm>
            <a:off x="984009" y="8172887"/>
            <a:ext cx="1737511" cy="286537"/>
          </a:xfrm>
          <a:prstGeom prst="rect">
            <a:avLst/>
          </a:prstGeom>
        </p:spPr>
      </p:pic>
      <p:pic>
        <p:nvPicPr>
          <p:cNvPr id="198" name="Picture 197">
            <a:extLst>
              <a:ext uri="{FF2B5EF4-FFF2-40B4-BE49-F238E27FC236}">
                <a16:creationId xmlns:a16="http://schemas.microsoft.com/office/drawing/2014/main" id="{806324F5-F5D2-D68F-F70A-80D142BD5623}"/>
              </a:ext>
            </a:extLst>
          </p:cNvPr>
          <p:cNvPicPr>
            <a:picLocks noChangeAspect="1"/>
          </p:cNvPicPr>
          <p:nvPr/>
        </p:nvPicPr>
        <p:blipFill>
          <a:blip r:embed="rId25"/>
          <a:stretch>
            <a:fillRect/>
          </a:stretch>
        </p:blipFill>
        <p:spPr>
          <a:xfrm>
            <a:off x="984009" y="8525347"/>
            <a:ext cx="1731414" cy="286537"/>
          </a:xfrm>
          <a:prstGeom prst="rect">
            <a:avLst/>
          </a:prstGeom>
        </p:spPr>
      </p:pic>
      <p:pic>
        <p:nvPicPr>
          <p:cNvPr id="208" name="Picture 207">
            <a:extLst>
              <a:ext uri="{FF2B5EF4-FFF2-40B4-BE49-F238E27FC236}">
                <a16:creationId xmlns:a16="http://schemas.microsoft.com/office/drawing/2014/main" id="{DDA1F7CF-FDD4-3362-F920-D6C7EDDB8AAF}"/>
              </a:ext>
            </a:extLst>
          </p:cNvPr>
          <p:cNvPicPr>
            <a:picLocks noChangeAspect="1"/>
          </p:cNvPicPr>
          <p:nvPr/>
        </p:nvPicPr>
        <p:blipFill>
          <a:blip r:embed="rId26"/>
          <a:stretch>
            <a:fillRect/>
          </a:stretch>
        </p:blipFill>
        <p:spPr>
          <a:xfrm>
            <a:off x="984009" y="8905349"/>
            <a:ext cx="1652159" cy="262151"/>
          </a:xfrm>
          <a:prstGeom prst="rect">
            <a:avLst/>
          </a:prstGeom>
        </p:spPr>
      </p:pic>
      <p:pic>
        <p:nvPicPr>
          <p:cNvPr id="751" name="Picture 750">
            <a:extLst>
              <a:ext uri="{FF2B5EF4-FFF2-40B4-BE49-F238E27FC236}">
                <a16:creationId xmlns:a16="http://schemas.microsoft.com/office/drawing/2014/main" id="{806BE554-B07C-87C1-4C50-344AC69820AE}"/>
              </a:ext>
            </a:extLst>
          </p:cNvPr>
          <p:cNvPicPr>
            <a:picLocks noChangeAspect="1"/>
          </p:cNvPicPr>
          <p:nvPr/>
        </p:nvPicPr>
        <p:blipFill>
          <a:blip r:embed="rId27"/>
          <a:stretch>
            <a:fillRect/>
          </a:stretch>
        </p:blipFill>
        <p:spPr>
          <a:xfrm>
            <a:off x="984009" y="9228841"/>
            <a:ext cx="1652159" cy="262151"/>
          </a:xfrm>
          <a:prstGeom prst="rect">
            <a:avLst/>
          </a:prstGeom>
        </p:spPr>
      </p:pic>
      <p:pic>
        <p:nvPicPr>
          <p:cNvPr id="752" name="Picture 751">
            <a:extLst>
              <a:ext uri="{FF2B5EF4-FFF2-40B4-BE49-F238E27FC236}">
                <a16:creationId xmlns:a16="http://schemas.microsoft.com/office/drawing/2014/main" id="{40E35D73-615B-6AF5-6385-60176C23FC3B}"/>
              </a:ext>
            </a:extLst>
          </p:cNvPr>
          <p:cNvPicPr>
            <a:picLocks noChangeAspect="1"/>
          </p:cNvPicPr>
          <p:nvPr/>
        </p:nvPicPr>
        <p:blipFill>
          <a:blip r:embed="rId28"/>
          <a:stretch>
            <a:fillRect/>
          </a:stretch>
        </p:blipFill>
        <p:spPr>
          <a:xfrm>
            <a:off x="4417322" y="8151157"/>
            <a:ext cx="1725318" cy="286537"/>
          </a:xfrm>
          <a:prstGeom prst="rect">
            <a:avLst/>
          </a:prstGeom>
        </p:spPr>
      </p:pic>
      <p:pic>
        <p:nvPicPr>
          <p:cNvPr id="753" name="Picture 752">
            <a:extLst>
              <a:ext uri="{FF2B5EF4-FFF2-40B4-BE49-F238E27FC236}">
                <a16:creationId xmlns:a16="http://schemas.microsoft.com/office/drawing/2014/main" id="{737B9680-C791-73C1-6645-C33EBBC420E3}"/>
              </a:ext>
            </a:extLst>
          </p:cNvPr>
          <p:cNvPicPr>
            <a:picLocks noChangeAspect="1"/>
          </p:cNvPicPr>
          <p:nvPr/>
        </p:nvPicPr>
        <p:blipFill>
          <a:blip r:embed="rId29"/>
          <a:stretch>
            <a:fillRect/>
          </a:stretch>
        </p:blipFill>
        <p:spPr>
          <a:xfrm>
            <a:off x="4417322" y="8513618"/>
            <a:ext cx="1700931" cy="286537"/>
          </a:xfrm>
          <a:prstGeom prst="rect">
            <a:avLst/>
          </a:prstGeom>
        </p:spPr>
      </p:pic>
      <p:pic>
        <p:nvPicPr>
          <p:cNvPr id="756" name="Picture 755">
            <a:extLst>
              <a:ext uri="{FF2B5EF4-FFF2-40B4-BE49-F238E27FC236}">
                <a16:creationId xmlns:a16="http://schemas.microsoft.com/office/drawing/2014/main" id="{E2E6DD46-F84C-38C2-F7BD-88C6977C9D9D}"/>
              </a:ext>
            </a:extLst>
          </p:cNvPr>
          <p:cNvPicPr>
            <a:picLocks noChangeAspect="1"/>
          </p:cNvPicPr>
          <p:nvPr/>
        </p:nvPicPr>
        <p:blipFill>
          <a:blip r:embed="rId30"/>
          <a:stretch>
            <a:fillRect/>
          </a:stretch>
        </p:blipFill>
        <p:spPr>
          <a:xfrm>
            <a:off x="4417322" y="8863289"/>
            <a:ext cx="1688738" cy="286537"/>
          </a:xfrm>
          <a:prstGeom prst="rect">
            <a:avLst/>
          </a:prstGeom>
        </p:spPr>
      </p:pic>
      <p:pic>
        <p:nvPicPr>
          <p:cNvPr id="757" name="Picture 756">
            <a:extLst>
              <a:ext uri="{FF2B5EF4-FFF2-40B4-BE49-F238E27FC236}">
                <a16:creationId xmlns:a16="http://schemas.microsoft.com/office/drawing/2014/main" id="{F6FBC543-EFED-BA35-DB62-432E89458D06}"/>
              </a:ext>
            </a:extLst>
          </p:cNvPr>
          <p:cNvPicPr>
            <a:picLocks noChangeAspect="1"/>
          </p:cNvPicPr>
          <p:nvPr/>
        </p:nvPicPr>
        <p:blipFill>
          <a:blip r:embed="rId31"/>
          <a:stretch>
            <a:fillRect/>
          </a:stretch>
        </p:blipFill>
        <p:spPr>
          <a:xfrm>
            <a:off x="4417322" y="9276271"/>
            <a:ext cx="1664352" cy="262151"/>
          </a:xfrm>
          <a:prstGeom prst="rect">
            <a:avLst/>
          </a:prstGeom>
        </p:spPr>
      </p:pic>
    </p:spTree>
    <p:extLst>
      <p:ext uri="{BB962C8B-B14F-4D97-AF65-F5344CB8AC3E}">
        <p14:creationId xmlns:p14="http://schemas.microsoft.com/office/powerpoint/2010/main" val="67189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a:extLst>
            <a:ext uri="{FF2B5EF4-FFF2-40B4-BE49-F238E27FC236}">
              <a16:creationId xmlns:a16="http://schemas.microsoft.com/office/drawing/2014/main" id="{FF6B0326-0813-80B0-096B-57369A30572E}"/>
            </a:ext>
          </a:extLst>
        </p:cNvPr>
        <p:cNvGrpSpPr/>
        <p:nvPr/>
      </p:nvGrpSpPr>
      <p:grpSpPr>
        <a:xfrm>
          <a:off x="0" y="0"/>
          <a:ext cx="0" cy="0"/>
          <a:chOff x="0" y="0"/>
          <a:chExt cx="0" cy="0"/>
        </a:xfrm>
      </p:grpSpPr>
      <p:sp>
        <p:nvSpPr>
          <p:cNvPr id="110" name="Rectangle 109">
            <a:extLst>
              <a:ext uri="{FF2B5EF4-FFF2-40B4-BE49-F238E27FC236}">
                <a16:creationId xmlns:a16="http://schemas.microsoft.com/office/drawing/2014/main" id="{C0C86171-4AAF-B040-A951-8BC3E5E62A35}"/>
              </a:ext>
            </a:extLst>
          </p:cNvPr>
          <p:cNvSpPr/>
          <p:nvPr/>
        </p:nvSpPr>
        <p:spPr>
          <a:xfrm>
            <a:off x="457603" y="6590336"/>
            <a:ext cx="6870191" cy="600164"/>
          </a:xfrm>
          <a:prstGeom prst="rect">
            <a:avLst/>
          </a:prstGeom>
        </p:spPr>
        <p:txBody>
          <a:bodyPr wrap="square">
            <a:spAutoFit/>
          </a:bodyPr>
          <a:lstStyle/>
          <a:p>
            <a:r>
              <a:rPr lang="en-US" sz="1100" b="1" dirty="0">
                <a:effectLst/>
                <a:latin typeface="Century Gothic" panose="020B0502020202020204" pitchFamily="34" charset="0"/>
                <a:ea typeface="Calibri" panose="020F0502020204030204" pitchFamily="34" charset="0"/>
              </a:rPr>
              <a:t>BONUS: </a:t>
            </a:r>
            <a:r>
              <a:rPr lang="en-US" sz="1100" dirty="0">
                <a:effectLst/>
                <a:latin typeface="Century Gothic" panose="020B0502020202020204" pitchFamily="34" charset="0"/>
                <a:ea typeface="Calibri" panose="020F0502020204030204" pitchFamily="34" charset="0"/>
              </a:rPr>
              <a:t> A change jar contains nickels, dimes, and quarters, totaling an amount of $1.90.  The </a:t>
            </a:r>
            <a:br>
              <a:rPr lang="en-US" sz="1100" dirty="0">
                <a:effectLst/>
                <a:latin typeface="Century Gothic" panose="020B0502020202020204" pitchFamily="34" charset="0"/>
                <a:ea typeface="Calibri" panose="020F0502020204030204" pitchFamily="34" charset="0"/>
              </a:rPr>
            </a:br>
            <a:r>
              <a:rPr lang="en-US" sz="1100" dirty="0">
                <a:effectLst/>
                <a:latin typeface="Century Gothic" panose="020B0502020202020204" pitchFamily="34" charset="0"/>
                <a:ea typeface="Calibri" panose="020F0502020204030204" pitchFamily="34" charset="0"/>
              </a:rPr>
              <a:t>number of nickels is one more than twice the number of dimes.  The number of quarters is one half the total number of nickels and dimes.  Find the number of each coin in the change jar.</a:t>
            </a:r>
            <a:endParaRPr lang="en-US" dirty="0">
              <a:latin typeface="Century Gothic" panose="020B0502020202020204" pitchFamily="34" charset="0"/>
            </a:endParaRPr>
          </a:p>
        </p:txBody>
      </p:sp>
      <p:sp>
        <p:nvSpPr>
          <p:cNvPr id="2" name="Text Box 6">
            <a:extLst>
              <a:ext uri="{FF2B5EF4-FFF2-40B4-BE49-F238E27FC236}">
                <a16:creationId xmlns:a16="http://schemas.microsoft.com/office/drawing/2014/main" id="{1011A9D2-DB54-35AE-A0BF-DB482270FC5C}"/>
              </a:ext>
            </a:extLst>
          </p:cNvPr>
          <p:cNvSpPr txBox="1">
            <a:spLocks noChangeArrowheads="1"/>
          </p:cNvSpPr>
          <p:nvPr/>
        </p:nvSpPr>
        <p:spPr bwMode="auto">
          <a:xfrm>
            <a:off x="4495800" y="9144000"/>
            <a:ext cx="278056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graphicFrame>
        <p:nvGraphicFramePr>
          <p:cNvPr id="111" name="Table 110">
            <a:extLst>
              <a:ext uri="{FF2B5EF4-FFF2-40B4-BE49-F238E27FC236}">
                <a16:creationId xmlns:a16="http://schemas.microsoft.com/office/drawing/2014/main" id="{16DABF41-2EEC-758D-BA45-758282EAA405}"/>
              </a:ext>
            </a:extLst>
          </p:cNvPr>
          <p:cNvGraphicFramePr>
            <a:graphicFrameLocks noGrp="1"/>
          </p:cNvGraphicFramePr>
          <p:nvPr>
            <p:extLst>
              <p:ext uri="{D42A27DB-BD31-4B8C-83A1-F6EECF244321}">
                <p14:modId xmlns:p14="http://schemas.microsoft.com/office/powerpoint/2010/main" val="4174649006"/>
              </p:ext>
            </p:extLst>
          </p:nvPr>
        </p:nvGraphicFramePr>
        <p:xfrm>
          <a:off x="390132" y="538397"/>
          <a:ext cx="3648467" cy="502920"/>
        </p:xfrm>
        <a:graphic>
          <a:graphicData uri="http://schemas.openxmlformats.org/drawingml/2006/table">
            <a:tbl>
              <a:tblPr/>
              <a:tblGrid>
                <a:gridCol w="3648467">
                  <a:extLst>
                    <a:ext uri="{9D8B030D-6E8A-4147-A177-3AD203B41FA5}">
                      <a16:colId xmlns:a16="http://schemas.microsoft.com/office/drawing/2014/main" val="2118900784"/>
                    </a:ext>
                  </a:extLst>
                </a:gridCol>
              </a:tblGrid>
              <a:tr h="0">
                <a:tc>
                  <a:txBody>
                    <a:bodyPr/>
                    <a:lstStyle/>
                    <a:p>
                      <a:pPr marL="0" marR="0" algn="l">
                        <a:lnSpc>
                          <a:spcPct val="10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27.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compound inequality below in interval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notation?</a:t>
                      </a:r>
                    </a:p>
                  </a:txBody>
                  <a:tcPr marL="114300" marR="114300" marT="0" marB="0">
                    <a:lnL>
                      <a:noFill/>
                    </a:lnL>
                    <a:lnR>
                      <a:noFill/>
                    </a:lnR>
                    <a:lnT>
                      <a:noFill/>
                    </a:lnT>
                    <a:lnB>
                      <a:noFill/>
                    </a:lnB>
                  </a:tcPr>
                </a:tc>
                <a:extLst>
                  <a:ext uri="{0D108BD9-81ED-4DB2-BD59-A6C34878D82A}">
                    <a16:rowId xmlns:a16="http://schemas.microsoft.com/office/drawing/2014/main" val="1511658038"/>
                  </a:ext>
                </a:extLst>
              </a:tr>
            </a:tbl>
          </a:graphicData>
        </a:graphic>
      </p:graphicFrame>
      <p:graphicFrame>
        <p:nvGraphicFramePr>
          <p:cNvPr id="112" name="Table 111">
            <a:extLst>
              <a:ext uri="{FF2B5EF4-FFF2-40B4-BE49-F238E27FC236}">
                <a16:creationId xmlns:a16="http://schemas.microsoft.com/office/drawing/2014/main" id="{154C1F36-F5EC-CDD2-5CAD-68EB4C39EDB9}"/>
              </a:ext>
            </a:extLst>
          </p:cNvPr>
          <p:cNvGraphicFramePr>
            <a:graphicFrameLocks noGrp="1"/>
          </p:cNvGraphicFramePr>
          <p:nvPr>
            <p:extLst>
              <p:ext uri="{D42A27DB-BD31-4B8C-83A1-F6EECF244321}">
                <p14:modId xmlns:p14="http://schemas.microsoft.com/office/powerpoint/2010/main" val="1271320801"/>
              </p:ext>
            </p:extLst>
          </p:nvPr>
        </p:nvGraphicFramePr>
        <p:xfrm>
          <a:off x="3838365" y="538027"/>
          <a:ext cx="3498457" cy="385890"/>
        </p:xfrm>
        <a:graphic>
          <a:graphicData uri="http://schemas.openxmlformats.org/drawingml/2006/table">
            <a:tbl>
              <a:tblPr/>
              <a:tblGrid>
                <a:gridCol w="3498457">
                  <a:extLst>
                    <a:ext uri="{9D8B030D-6E8A-4147-A177-3AD203B41FA5}">
                      <a16:colId xmlns:a16="http://schemas.microsoft.com/office/drawing/2014/main" val="1123683648"/>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28.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value of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x</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is </a:t>
                      </a: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not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in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compound inequality below?</a:t>
                      </a:r>
                    </a:p>
                  </a:txBody>
                  <a:tcPr marL="114300" marR="114300" marT="0" marB="0">
                    <a:lnL>
                      <a:noFill/>
                    </a:lnL>
                    <a:lnR>
                      <a:noFill/>
                    </a:lnR>
                    <a:lnT>
                      <a:noFill/>
                    </a:lnT>
                    <a:lnB>
                      <a:noFill/>
                    </a:lnB>
                  </a:tcPr>
                </a:tc>
                <a:extLst>
                  <a:ext uri="{0D108BD9-81ED-4DB2-BD59-A6C34878D82A}">
                    <a16:rowId xmlns:a16="http://schemas.microsoft.com/office/drawing/2014/main" val="3131654062"/>
                  </a:ext>
                </a:extLst>
              </a:tr>
            </a:tbl>
          </a:graphicData>
        </a:graphic>
      </p:graphicFrame>
      <p:graphicFrame>
        <p:nvGraphicFramePr>
          <p:cNvPr id="113" name="Table 112">
            <a:extLst>
              <a:ext uri="{FF2B5EF4-FFF2-40B4-BE49-F238E27FC236}">
                <a16:creationId xmlns:a16="http://schemas.microsoft.com/office/drawing/2014/main" id="{1488085D-92B0-6AE0-7FFF-6BCECD1AB3C8}"/>
              </a:ext>
            </a:extLst>
          </p:cNvPr>
          <p:cNvGraphicFramePr>
            <a:graphicFrameLocks noGrp="1"/>
          </p:cNvGraphicFramePr>
          <p:nvPr>
            <p:extLst>
              <p:ext uri="{D42A27DB-BD31-4B8C-83A1-F6EECF244321}">
                <p14:modId xmlns:p14="http://schemas.microsoft.com/office/powerpoint/2010/main" val="919414585"/>
              </p:ext>
            </p:extLst>
          </p:nvPr>
        </p:nvGraphicFramePr>
        <p:xfrm>
          <a:off x="440310" y="3568882"/>
          <a:ext cx="3498457" cy="368364"/>
        </p:xfrm>
        <a:graphic>
          <a:graphicData uri="http://schemas.openxmlformats.org/drawingml/2006/table">
            <a:tbl>
              <a:tblPr/>
              <a:tblGrid>
                <a:gridCol w="3498457">
                  <a:extLst>
                    <a:ext uri="{9D8B030D-6E8A-4147-A177-3AD203B41FA5}">
                      <a16:colId xmlns:a16="http://schemas.microsoft.com/office/drawing/2014/main" val="954789636"/>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29.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graph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inequality below?</a:t>
                      </a:r>
                    </a:p>
                  </a:txBody>
                  <a:tcPr marL="114300" marR="114300" marT="0" marB="0">
                    <a:lnL>
                      <a:noFill/>
                    </a:lnL>
                    <a:lnR>
                      <a:noFill/>
                    </a:lnR>
                    <a:lnT>
                      <a:noFill/>
                    </a:lnT>
                    <a:lnB>
                      <a:noFill/>
                    </a:lnB>
                  </a:tcPr>
                </a:tc>
                <a:extLst>
                  <a:ext uri="{0D108BD9-81ED-4DB2-BD59-A6C34878D82A}">
                    <a16:rowId xmlns:a16="http://schemas.microsoft.com/office/drawing/2014/main" val="929375898"/>
                  </a:ext>
                </a:extLst>
              </a:tr>
            </a:tbl>
          </a:graphicData>
        </a:graphic>
      </p:graphicFrame>
      <p:graphicFrame>
        <p:nvGraphicFramePr>
          <p:cNvPr id="114" name="Table 113">
            <a:extLst>
              <a:ext uri="{FF2B5EF4-FFF2-40B4-BE49-F238E27FC236}">
                <a16:creationId xmlns:a16="http://schemas.microsoft.com/office/drawing/2014/main" id="{12A682A0-9D23-2661-5A7D-6E2B7F9F5E4D}"/>
              </a:ext>
            </a:extLst>
          </p:cNvPr>
          <p:cNvGraphicFramePr>
            <a:graphicFrameLocks noGrp="1"/>
          </p:cNvGraphicFramePr>
          <p:nvPr>
            <p:extLst>
              <p:ext uri="{D42A27DB-BD31-4B8C-83A1-F6EECF244321}">
                <p14:modId xmlns:p14="http://schemas.microsoft.com/office/powerpoint/2010/main" val="838294044"/>
              </p:ext>
            </p:extLst>
          </p:nvPr>
        </p:nvGraphicFramePr>
        <p:xfrm>
          <a:off x="3875399" y="3565586"/>
          <a:ext cx="3498457" cy="368364"/>
        </p:xfrm>
        <a:graphic>
          <a:graphicData uri="http://schemas.openxmlformats.org/drawingml/2006/table">
            <a:tbl>
              <a:tblPr/>
              <a:tblGrid>
                <a:gridCol w="3498457">
                  <a:extLst>
                    <a:ext uri="{9D8B030D-6E8A-4147-A177-3AD203B41FA5}">
                      <a16:colId xmlns:a16="http://schemas.microsoft.com/office/drawing/2014/main" val="188885576"/>
                    </a:ext>
                  </a:extLst>
                </a:gridCol>
              </a:tblGrid>
              <a:tr h="0">
                <a:tc>
                  <a:txBody>
                    <a:bodyPr/>
                    <a:lstStyle/>
                    <a:p>
                      <a:pPr marL="0" marR="0" algn="l">
                        <a:lnSpc>
                          <a:spcPct val="115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30.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Which represents the solution to the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inequality below in interval notation?</a:t>
                      </a:r>
                    </a:p>
                  </a:txBody>
                  <a:tcPr marL="114300" marR="114300" marT="0" marB="0">
                    <a:lnL>
                      <a:noFill/>
                    </a:lnL>
                    <a:lnR>
                      <a:noFill/>
                    </a:lnR>
                    <a:lnT>
                      <a:noFill/>
                    </a:lnT>
                    <a:lnB>
                      <a:noFill/>
                    </a:lnB>
                  </a:tcPr>
                </a:tc>
                <a:extLst>
                  <a:ext uri="{0D108BD9-81ED-4DB2-BD59-A6C34878D82A}">
                    <a16:rowId xmlns:a16="http://schemas.microsoft.com/office/drawing/2014/main" val="3797565429"/>
                  </a:ext>
                </a:extLst>
              </a:tr>
            </a:tbl>
          </a:graphicData>
        </a:graphic>
      </p:graphicFrame>
      <mc:AlternateContent xmlns:mc="http://schemas.openxmlformats.org/markup-compatibility/2006" xmlns:a14="http://schemas.microsoft.com/office/drawing/2010/main">
        <mc:Choice Requires="a14">
          <p:sp>
            <p:nvSpPr>
              <p:cNvPr id="115" name="Text Box 807">
                <a:extLst>
                  <a:ext uri="{FF2B5EF4-FFF2-40B4-BE49-F238E27FC236}">
                    <a16:creationId xmlns:a16="http://schemas.microsoft.com/office/drawing/2014/main" id="{A9C34C4D-34A2-F44E-A1B9-E8197CB25126}"/>
                  </a:ext>
                </a:extLst>
              </p:cNvPr>
              <p:cNvSpPr txBox="1">
                <a:spLocks noChangeArrowheads="1"/>
              </p:cNvSpPr>
              <p:nvPr/>
            </p:nvSpPr>
            <p:spPr bwMode="auto">
              <a:xfrm>
                <a:off x="4183084" y="5468283"/>
                <a:ext cx="1796415" cy="10598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rot="0" vert="horz" wrap="square" lIns="91440" tIns="45720" rIns="91440" bIns="45720" anchor="t" anchorCtr="0" upright="1">
                <a:noAutofit/>
              </a:bodyPr>
              <a:lstStyle/>
              <a:p>
                <a:pPr>
                  <a:lnSpc>
                    <a:spcPct val="140000"/>
                  </a:lnSpc>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-4, 14</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-14, 4</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 -4</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U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14,</a:t>
                </a:r>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Tahoma" panose="020B0604030504040204" pitchFamily="34" charset="0"/>
                    <a:ea typeface="Times New Roman" panose="02020603050405020304" pitchFamily="18"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 -14</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U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4,</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Tahoma" panose="020B0604030504040204" pitchFamily="34" charset="0"/>
                    <a:ea typeface="Times New Roman" panose="02020603050405020304" pitchFamily="18" charset="0"/>
                    <a:cs typeface="Times New Roman" panose="02020603050405020304" pitchFamily="18"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5" name="Text Box 807">
                <a:extLst>
                  <a:ext uri="{FF2B5EF4-FFF2-40B4-BE49-F238E27FC236}">
                    <a16:creationId xmlns:a16="http://schemas.microsoft.com/office/drawing/2014/main" id="{A9C34C4D-34A2-F44E-A1B9-E8197CB25126}"/>
                  </a:ext>
                </a:extLst>
              </p:cNvPr>
              <p:cNvSpPr txBox="1">
                <a:spLocks noRot="1" noChangeAspect="1" noMove="1" noResize="1" noEditPoints="1" noAdjustHandles="1" noChangeArrowheads="1" noChangeShapeType="1" noTextEdit="1"/>
              </p:cNvSpPr>
              <p:nvPr/>
            </p:nvSpPr>
            <p:spPr bwMode="auto">
              <a:xfrm>
                <a:off x="4183084" y="5468283"/>
                <a:ext cx="1796415" cy="1059815"/>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6" name="Text Box 807">
            <a:extLst>
              <a:ext uri="{FF2B5EF4-FFF2-40B4-BE49-F238E27FC236}">
                <a16:creationId xmlns:a16="http://schemas.microsoft.com/office/drawing/2014/main" id="{6AB02559-8A77-6478-818F-4C11117E4A62}"/>
              </a:ext>
            </a:extLst>
          </p:cNvPr>
          <p:cNvSpPr txBox="1">
            <a:spLocks noChangeArrowheads="1"/>
          </p:cNvSpPr>
          <p:nvPr/>
        </p:nvSpPr>
        <p:spPr bwMode="auto">
          <a:xfrm>
            <a:off x="4096720" y="2512823"/>
            <a:ext cx="1075690" cy="949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3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-3</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0</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4</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7</a:t>
            </a:r>
          </a:p>
        </p:txBody>
      </p:sp>
      <mc:AlternateContent xmlns:mc="http://schemas.openxmlformats.org/markup-compatibility/2006" xmlns:a14="http://schemas.microsoft.com/office/drawing/2010/main">
        <mc:Choice Requires="a14">
          <p:sp>
            <p:nvSpPr>
              <p:cNvPr id="117" name="Text Box 807">
                <a:extLst>
                  <a:ext uri="{FF2B5EF4-FFF2-40B4-BE49-F238E27FC236}">
                    <a16:creationId xmlns:a16="http://schemas.microsoft.com/office/drawing/2014/main" id="{80C29A09-7C54-24AC-53EF-639BAD478D59}"/>
                  </a:ext>
                </a:extLst>
              </p:cNvPr>
              <p:cNvSpPr txBox="1">
                <a:spLocks noChangeArrowheads="1"/>
              </p:cNvSpPr>
              <p:nvPr/>
            </p:nvSpPr>
            <p:spPr bwMode="auto">
              <a:xfrm>
                <a:off x="670155" y="2432770"/>
                <a:ext cx="1796415" cy="105981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3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-13, -9</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 -13</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a:t>
                </a:r>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U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-9,</a:t>
                </a:r>
                <a:r>
                  <a:rPr lang="en-US" sz="1100" dirty="0">
                    <a:effectLst/>
                    <a:latin typeface="Century Gothic" panose="020B0502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Tahoma" panose="020B0604030504040204" pitchFamily="34" charset="0"/>
                    <a:ea typeface="Times New Roman" panose="02020603050405020304" pitchFamily="18"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-9,</a:t>
                </a:r>
                <a:r>
                  <a:rPr lang="en-US" sz="1100" dirty="0">
                    <a:effectLst/>
                    <a:latin typeface="Tahom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100" i="1">
                        <a:effectLst/>
                        <a:latin typeface="Cambria Math" panose="02040503050406030204" pitchFamily="18" charset="0"/>
                        <a:ea typeface="Calibri" panose="020F0502020204030204" pitchFamily="34" charset="0"/>
                        <a:cs typeface="Tahoma" panose="020B0604030504040204" pitchFamily="34" charset="0"/>
                      </a:rPr>
                      <m:t>∞</m:t>
                    </m:r>
                  </m:oMath>
                </a14:m>
                <a:r>
                  <a:rPr lang="en-US" sz="1100" dirty="0">
                    <a:effectLst/>
                    <a:latin typeface="Tahoma" panose="020B0604030504040204" pitchFamily="34" charset="0"/>
                    <a:ea typeface="Times New Roman" panose="02020603050405020304" pitchFamily="18" charset="0"/>
                    <a:cs typeface="Times New Roman" panose="02020603050405020304" pitchFamily="18" charset="0"/>
                  </a:rPr>
                  <a:t>)</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14:m>
                  <m:oMath xmlns:m="http://schemas.openxmlformats.org/officeDocument/2006/math">
                    <m:r>
                      <a:rPr lang="en-US" sz="1400" i="1">
                        <a:effectLst/>
                        <a:latin typeface="Cambria Math" panose="02040503050406030204" pitchFamily="18" charset="0"/>
                        <a:ea typeface="Calibri" panose="020F0502020204030204" pitchFamily="34" charset="0"/>
                        <a:cs typeface="Tahoma" panose="020B0604030504040204" pitchFamily="34" charset="0"/>
                      </a:rPr>
                      <m:t>∅</m:t>
                    </m:r>
                  </m:oMath>
                </a14:m>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117" name="Text Box 807">
                <a:extLst>
                  <a:ext uri="{FF2B5EF4-FFF2-40B4-BE49-F238E27FC236}">
                    <a16:creationId xmlns:a16="http://schemas.microsoft.com/office/drawing/2014/main" id="{80C29A09-7C54-24AC-53EF-639BAD478D59}"/>
                  </a:ext>
                </a:extLst>
              </p:cNvPr>
              <p:cNvSpPr txBox="1">
                <a:spLocks noRot="1" noChangeAspect="1" noMove="1" noResize="1" noEditPoints="1" noAdjustHandles="1" noChangeArrowheads="1" noChangeShapeType="1" noTextEdit="1"/>
              </p:cNvSpPr>
              <p:nvPr/>
            </p:nvSpPr>
            <p:spPr bwMode="auto">
              <a:xfrm>
                <a:off x="670155" y="2432770"/>
                <a:ext cx="1796415" cy="1059815"/>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8" name="Text Box 807">
            <a:extLst>
              <a:ext uri="{FF2B5EF4-FFF2-40B4-BE49-F238E27FC236}">
                <a16:creationId xmlns:a16="http://schemas.microsoft.com/office/drawing/2014/main" id="{7F24EBC2-D108-B5B9-019D-566202B81FAD}"/>
              </a:ext>
            </a:extLst>
          </p:cNvPr>
          <p:cNvSpPr txBox="1">
            <a:spLocks noChangeArrowheads="1"/>
          </p:cNvSpPr>
          <p:nvPr/>
        </p:nvSpPr>
        <p:spPr bwMode="auto">
          <a:xfrm>
            <a:off x="679631" y="5005411"/>
            <a:ext cx="336550" cy="1376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210000"/>
              </a:lnSpc>
              <a:spcBef>
                <a:spcPts val="0"/>
              </a:spcBef>
              <a:spcAft>
                <a:spcPts val="1000"/>
              </a:spcAft>
            </a:pP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A.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B. </a:t>
            </a:r>
            <a:r>
              <a:rPr lang="en-US" sz="1100" dirty="0">
                <a:effectLst/>
                <a:latin typeface="Century Gothic" panose="020B0502020202020204" pitchFamily="34" charset="0"/>
                <a:ea typeface="Calibri" panose="020F0502020204030204" pitchFamily="34" charset="0"/>
                <a:cs typeface="Times New Roman" panose="02020603050405020304" pitchFamily="18" charset="0"/>
              </a:rPr>
              <a:t>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C. </a:t>
            </a:r>
            <a:br>
              <a:rPr lang="en-US" sz="1100" dirty="0">
                <a:effectLst/>
                <a:latin typeface="Century Gothic" panose="020B0502020202020204" pitchFamily="34" charset="0"/>
                <a:ea typeface="Calibri" panose="020F0502020204030204" pitchFamily="34" charset="0"/>
                <a:cs typeface="Times New Roman" panose="02020603050405020304" pitchFamily="18" charset="0"/>
              </a:rPr>
            </a:br>
            <a:r>
              <a:rPr lang="en-US" sz="1100" b="1" dirty="0">
                <a:effectLst/>
                <a:latin typeface="Century Gothic" panose="020B0502020202020204" pitchFamily="34" charset="0"/>
                <a:ea typeface="Calibri" panose="020F0502020204030204" pitchFamily="34" charset="0"/>
                <a:cs typeface="Times New Roman" panose="02020603050405020304" pitchFamily="18" charset="0"/>
              </a:rPr>
              <a:t>D. </a:t>
            </a:r>
            <a:endParaRPr lang="en-US" sz="1100" dirty="0">
              <a:effectLst/>
              <a:latin typeface="Century Gothic" panose="020B0502020202020204" pitchFamily="34" charset="0"/>
              <a:ea typeface="Calibri" panose="020F0502020204030204" pitchFamily="34" charset="0"/>
              <a:cs typeface="Times New Roman" panose="02020603050405020304" pitchFamily="18" charset="0"/>
            </a:endParaRPr>
          </a:p>
        </p:txBody>
      </p:sp>
      <p:graphicFrame>
        <p:nvGraphicFramePr>
          <p:cNvPr id="8" name="Object 7">
            <a:extLst>
              <a:ext uri="{FF2B5EF4-FFF2-40B4-BE49-F238E27FC236}">
                <a16:creationId xmlns:a16="http://schemas.microsoft.com/office/drawing/2014/main" id="{FBF38C9E-3009-3D14-FABC-924E649E2C61}"/>
              </a:ext>
            </a:extLst>
          </p:cNvPr>
          <p:cNvGraphicFramePr>
            <a:graphicFrameLocks noChangeAspect="1"/>
          </p:cNvGraphicFramePr>
          <p:nvPr>
            <p:extLst>
              <p:ext uri="{D42A27DB-BD31-4B8C-83A1-F6EECF244321}">
                <p14:modId xmlns:p14="http://schemas.microsoft.com/office/powerpoint/2010/main" val="3852224418"/>
              </p:ext>
            </p:extLst>
          </p:nvPr>
        </p:nvGraphicFramePr>
        <p:xfrm>
          <a:off x="1052914" y="1158731"/>
          <a:ext cx="2171700" cy="215900"/>
        </p:xfrm>
        <a:graphic>
          <a:graphicData uri="http://schemas.openxmlformats.org/presentationml/2006/ole">
            <mc:AlternateContent xmlns:mc="http://schemas.openxmlformats.org/markup-compatibility/2006">
              <mc:Choice xmlns:v="urn:schemas-microsoft-com:vml" Requires="v">
                <p:oleObj name="Equation" r:id="rId5" imgW="2171520" imgH="215640" progId="Equation.DSMT4">
                  <p:embed/>
                </p:oleObj>
              </mc:Choice>
              <mc:Fallback>
                <p:oleObj name="Equation" r:id="rId5" imgW="2171520" imgH="215640" progId="Equation.DSMT4">
                  <p:embed/>
                  <p:pic>
                    <p:nvPicPr>
                      <p:cNvPr id="8" name="Object 7">
                        <a:extLst>
                          <a:ext uri="{FF2B5EF4-FFF2-40B4-BE49-F238E27FC236}">
                            <a16:creationId xmlns:a16="http://schemas.microsoft.com/office/drawing/2014/main" id="{FBF38C9E-3009-3D14-FABC-924E649E2C61}"/>
                          </a:ext>
                        </a:extLst>
                      </p:cNvPr>
                      <p:cNvPicPr/>
                      <p:nvPr/>
                    </p:nvPicPr>
                    <p:blipFill>
                      <a:blip r:embed="rId6"/>
                      <a:stretch>
                        <a:fillRect/>
                      </a:stretch>
                    </p:blipFill>
                    <p:spPr>
                      <a:xfrm>
                        <a:off x="1052914" y="1158731"/>
                        <a:ext cx="2171700" cy="2159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A3A319BB-7601-AB53-0293-11C01B5D3F9D}"/>
              </a:ext>
            </a:extLst>
          </p:cNvPr>
          <p:cNvGraphicFramePr>
            <a:graphicFrameLocks noChangeAspect="1"/>
          </p:cNvGraphicFramePr>
          <p:nvPr>
            <p:extLst>
              <p:ext uri="{D42A27DB-BD31-4B8C-83A1-F6EECF244321}">
                <p14:modId xmlns:p14="http://schemas.microsoft.com/office/powerpoint/2010/main" val="2431451518"/>
              </p:ext>
            </p:extLst>
          </p:nvPr>
        </p:nvGraphicFramePr>
        <p:xfrm>
          <a:off x="5027727" y="1104490"/>
          <a:ext cx="1193800" cy="190500"/>
        </p:xfrm>
        <a:graphic>
          <a:graphicData uri="http://schemas.openxmlformats.org/presentationml/2006/ole">
            <mc:AlternateContent xmlns:mc="http://schemas.openxmlformats.org/markup-compatibility/2006">
              <mc:Choice xmlns:v="urn:schemas-microsoft-com:vml" Requires="v">
                <p:oleObj name="Equation" r:id="rId7" imgW="1193760" imgH="190440" progId="Equation.DSMT4">
                  <p:embed/>
                </p:oleObj>
              </mc:Choice>
              <mc:Fallback>
                <p:oleObj name="Equation" r:id="rId7" imgW="1193760" imgH="190440" progId="Equation.DSMT4">
                  <p:embed/>
                  <p:pic>
                    <p:nvPicPr>
                      <p:cNvPr id="9" name="Object 8">
                        <a:extLst>
                          <a:ext uri="{FF2B5EF4-FFF2-40B4-BE49-F238E27FC236}">
                            <a16:creationId xmlns:a16="http://schemas.microsoft.com/office/drawing/2014/main" id="{A3A319BB-7601-AB53-0293-11C01B5D3F9D}"/>
                          </a:ext>
                        </a:extLst>
                      </p:cNvPr>
                      <p:cNvPicPr/>
                      <p:nvPr/>
                    </p:nvPicPr>
                    <p:blipFill>
                      <a:blip r:embed="rId8"/>
                      <a:stretch>
                        <a:fillRect/>
                      </a:stretch>
                    </p:blipFill>
                    <p:spPr>
                      <a:xfrm>
                        <a:off x="5027727" y="1104490"/>
                        <a:ext cx="1193800" cy="1905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3AE99EB-86A0-809B-9876-0D44A47FF303}"/>
              </a:ext>
            </a:extLst>
          </p:cNvPr>
          <p:cNvGraphicFramePr>
            <a:graphicFrameLocks noChangeAspect="1"/>
          </p:cNvGraphicFramePr>
          <p:nvPr>
            <p:extLst>
              <p:ext uri="{D42A27DB-BD31-4B8C-83A1-F6EECF244321}">
                <p14:modId xmlns:p14="http://schemas.microsoft.com/office/powerpoint/2010/main" val="1912927576"/>
              </p:ext>
            </p:extLst>
          </p:nvPr>
        </p:nvGraphicFramePr>
        <p:xfrm>
          <a:off x="1725988" y="4088335"/>
          <a:ext cx="927100" cy="254000"/>
        </p:xfrm>
        <a:graphic>
          <a:graphicData uri="http://schemas.openxmlformats.org/presentationml/2006/ole">
            <mc:AlternateContent xmlns:mc="http://schemas.openxmlformats.org/markup-compatibility/2006">
              <mc:Choice xmlns:v="urn:schemas-microsoft-com:vml" Requires="v">
                <p:oleObj name="Equation" r:id="rId9" imgW="927000" imgH="253800" progId="Equation.DSMT4">
                  <p:embed/>
                </p:oleObj>
              </mc:Choice>
              <mc:Fallback>
                <p:oleObj name="Equation" r:id="rId9" imgW="927000" imgH="253800" progId="Equation.DSMT4">
                  <p:embed/>
                  <p:pic>
                    <p:nvPicPr>
                      <p:cNvPr id="10" name="Object 9">
                        <a:extLst>
                          <a:ext uri="{FF2B5EF4-FFF2-40B4-BE49-F238E27FC236}">
                            <a16:creationId xmlns:a16="http://schemas.microsoft.com/office/drawing/2014/main" id="{33AE99EB-86A0-809B-9876-0D44A47FF303}"/>
                          </a:ext>
                        </a:extLst>
                      </p:cNvPr>
                      <p:cNvPicPr/>
                      <p:nvPr/>
                    </p:nvPicPr>
                    <p:blipFill>
                      <a:blip r:embed="rId10"/>
                      <a:stretch>
                        <a:fillRect/>
                      </a:stretch>
                    </p:blipFill>
                    <p:spPr>
                      <a:xfrm>
                        <a:off x="1725988" y="4088335"/>
                        <a:ext cx="927100" cy="2540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D141850C-2B44-DB03-A0F7-E08B371186E1}"/>
              </a:ext>
            </a:extLst>
          </p:cNvPr>
          <p:cNvGraphicFramePr>
            <a:graphicFrameLocks noChangeAspect="1"/>
          </p:cNvGraphicFramePr>
          <p:nvPr>
            <p:extLst>
              <p:ext uri="{D42A27DB-BD31-4B8C-83A1-F6EECF244321}">
                <p14:modId xmlns:p14="http://schemas.microsoft.com/office/powerpoint/2010/main" val="3261657220"/>
              </p:ext>
            </p:extLst>
          </p:nvPr>
        </p:nvGraphicFramePr>
        <p:xfrm>
          <a:off x="4838767" y="4080183"/>
          <a:ext cx="1460500" cy="254000"/>
        </p:xfrm>
        <a:graphic>
          <a:graphicData uri="http://schemas.openxmlformats.org/presentationml/2006/ole">
            <mc:AlternateContent xmlns:mc="http://schemas.openxmlformats.org/markup-compatibility/2006">
              <mc:Choice xmlns:v="urn:schemas-microsoft-com:vml" Requires="v">
                <p:oleObj name="Equation" r:id="rId11" imgW="1460160" imgH="253800" progId="Equation.DSMT4">
                  <p:embed/>
                </p:oleObj>
              </mc:Choice>
              <mc:Fallback>
                <p:oleObj name="Equation" r:id="rId11" imgW="1460160" imgH="253800" progId="Equation.DSMT4">
                  <p:embed/>
                  <p:pic>
                    <p:nvPicPr>
                      <p:cNvPr id="11" name="Object 10">
                        <a:extLst>
                          <a:ext uri="{FF2B5EF4-FFF2-40B4-BE49-F238E27FC236}">
                            <a16:creationId xmlns:a16="http://schemas.microsoft.com/office/drawing/2014/main" id="{D141850C-2B44-DB03-A0F7-E08B371186E1}"/>
                          </a:ext>
                        </a:extLst>
                      </p:cNvPr>
                      <p:cNvPicPr/>
                      <p:nvPr/>
                    </p:nvPicPr>
                    <p:blipFill>
                      <a:blip r:embed="rId12"/>
                      <a:stretch>
                        <a:fillRect/>
                      </a:stretch>
                    </p:blipFill>
                    <p:spPr>
                      <a:xfrm>
                        <a:off x="4838767" y="4080183"/>
                        <a:ext cx="1460500" cy="254000"/>
                      </a:xfrm>
                      <a:prstGeom prst="rect">
                        <a:avLst/>
                      </a:prstGeom>
                    </p:spPr>
                  </p:pic>
                </p:oleObj>
              </mc:Fallback>
            </mc:AlternateContent>
          </a:graphicData>
        </a:graphic>
      </p:graphicFrame>
      <p:sp>
        <p:nvSpPr>
          <p:cNvPr id="160" name="Text Box 6">
            <a:extLst>
              <a:ext uri="{FF2B5EF4-FFF2-40B4-BE49-F238E27FC236}">
                <a16:creationId xmlns:a16="http://schemas.microsoft.com/office/drawing/2014/main" id="{35F822D3-B0AF-6B0B-08C2-5F7F8C33B07C}"/>
              </a:ext>
            </a:extLst>
          </p:cNvPr>
          <p:cNvSpPr txBox="1">
            <a:spLocks noChangeArrowheads="1"/>
          </p:cNvSpPr>
          <p:nvPr/>
        </p:nvSpPr>
        <p:spPr bwMode="auto">
          <a:xfrm>
            <a:off x="6747993" y="3116218"/>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61" name="Text Box 6">
            <a:extLst>
              <a:ext uri="{FF2B5EF4-FFF2-40B4-BE49-F238E27FC236}">
                <a16:creationId xmlns:a16="http://schemas.microsoft.com/office/drawing/2014/main" id="{7C3AE5F2-6C19-EE55-6C59-AF0DED99E34D}"/>
              </a:ext>
            </a:extLst>
          </p:cNvPr>
          <p:cNvSpPr txBox="1">
            <a:spLocks noChangeArrowheads="1"/>
          </p:cNvSpPr>
          <p:nvPr/>
        </p:nvSpPr>
        <p:spPr bwMode="auto">
          <a:xfrm>
            <a:off x="3315760" y="3122844"/>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62" name="Text Box 6">
            <a:extLst>
              <a:ext uri="{FF2B5EF4-FFF2-40B4-BE49-F238E27FC236}">
                <a16:creationId xmlns:a16="http://schemas.microsoft.com/office/drawing/2014/main" id="{0870723B-DD3D-542F-56EF-0061272DC952}"/>
              </a:ext>
            </a:extLst>
          </p:cNvPr>
          <p:cNvSpPr txBox="1">
            <a:spLocks noChangeArrowheads="1"/>
          </p:cNvSpPr>
          <p:nvPr/>
        </p:nvSpPr>
        <p:spPr bwMode="auto">
          <a:xfrm>
            <a:off x="6729549" y="612492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247" name="Picture 246">
            <a:extLst>
              <a:ext uri="{FF2B5EF4-FFF2-40B4-BE49-F238E27FC236}">
                <a16:creationId xmlns:a16="http://schemas.microsoft.com/office/drawing/2014/main" id="{43E0F2D9-6360-067A-13DD-1CAC98D94514}"/>
              </a:ext>
            </a:extLst>
          </p:cNvPr>
          <p:cNvPicPr>
            <a:picLocks noChangeAspect="1"/>
          </p:cNvPicPr>
          <p:nvPr/>
        </p:nvPicPr>
        <p:blipFill>
          <a:blip r:embed="rId13"/>
          <a:stretch>
            <a:fillRect/>
          </a:stretch>
        </p:blipFill>
        <p:spPr>
          <a:xfrm>
            <a:off x="988361" y="5136156"/>
            <a:ext cx="1688738" cy="274344"/>
          </a:xfrm>
          <a:prstGeom prst="rect">
            <a:avLst/>
          </a:prstGeom>
        </p:spPr>
      </p:pic>
      <p:pic>
        <p:nvPicPr>
          <p:cNvPr id="248" name="Picture 247">
            <a:extLst>
              <a:ext uri="{FF2B5EF4-FFF2-40B4-BE49-F238E27FC236}">
                <a16:creationId xmlns:a16="http://schemas.microsoft.com/office/drawing/2014/main" id="{BAFD99D2-B157-0453-6534-0515B8E5B44E}"/>
              </a:ext>
            </a:extLst>
          </p:cNvPr>
          <p:cNvPicPr>
            <a:picLocks noChangeAspect="1"/>
          </p:cNvPicPr>
          <p:nvPr/>
        </p:nvPicPr>
        <p:blipFill>
          <a:blip r:embed="rId14"/>
          <a:stretch>
            <a:fillRect/>
          </a:stretch>
        </p:blipFill>
        <p:spPr>
          <a:xfrm>
            <a:off x="1015795" y="5561857"/>
            <a:ext cx="1633870" cy="249958"/>
          </a:xfrm>
          <a:prstGeom prst="rect">
            <a:avLst/>
          </a:prstGeom>
        </p:spPr>
      </p:pic>
      <p:pic>
        <p:nvPicPr>
          <p:cNvPr id="249" name="Picture 248">
            <a:extLst>
              <a:ext uri="{FF2B5EF4-FFF2-40B4-BE49-F238E27FC236}">
                <a16:creationId xmlns:a16="http://schemas.microsoft.com/office/drawing/2014/main" id="{387EDEA9-D46D-C32C-0363-CF22242B71C4}"/>
              </a:ext>
            </a:extLst>
          </p:cNvPr>
          <p:cNvPicPr>
            <a:picLocks noChangeAspect="1"/>
          </p:cNvPicPr>
          <p:nvPr/>
        </p:nvPicPr>
        <p:blipFill>
          <a:blip r:embed="rId15"/>
          <a:stretch>
            <a:fillRect/>
          </a:stretch>
        </p:blipFill>
        <p:spPr>
          <a:xfrm>
            <a:off x="1000156" y="5903018"/>
            <a:ext cx="1688738" cy="268247"/>
          </a:xfrm>
          <a:prstGeom prst="rect">
            <a:avLst/>
          </a:prstGeom>
        </p:spPr>
      </p:pic>
      <p:pic>
        <p:nvPicPr>
          <p:cNvPr id="250" name="Picture 249">
            <a:extLst>
              <a:ext uri="{FF2B5EF4-FFF2-40B4-BE49-F238E27FC236}">
                <a16:creationId xmlns:a16="http://schemas.microsoft.com/office/drawing/2014/main" id="{9A8598D1-334E-8FA1-14F6-F84A000A5A5A}"/>
              </a:ext>
            </a:extLst>
          </p:cNvPr>
          <p:cNvPicPr>
            <a:picLocks noChangeAspect="1"/>
          </p:cNvPicPr>
          <p:nvPr/>
        </p:nvPicPr>
        <p:blipFill>
          <a:blip r:embed="rId16"/>
          <a:stretch>
            <a:fillRect/>
          </a:stretch>
        </p:blipFill>
        <p:spPr>
          <a:xfrm>
            <a:off x="1042028" y="6235938"/>
            <a:ext cx="1633870" cy="249958"/>
          </a:xfrm>
          <a:prstGeom prst="rect">
            <a:avLst/>
          </a:prstGeom>
        </p:spPr>
      </p:pic>
      <p:sp>
        <p:nvSpPr>
          <p:cNvPr id="251" name="Text Box 6">
            <a:extLst>
              <a:ext uri="{FF2B5EF4-FFF2-40B4-BE49-F238E27FC236}">
                <a16:creationId xmlns:a16="http://schemas.microsoft.com/office/drawing/2014/main" id="{E68F7BDB-89B7-FEA6-C3EC-7B7E47694ACD}"/>
              </a:ext>
            </a:extLst>
          </p:cNvPr>
          <p:cNvSpPr txBox="1">
            <a:spLocks noChangeArrowheads="1"/>
          </p:cNvSpPr>
          <p:nvPr/>
        </p:nvSpPr>
        <p:spPr bwMode="auto">
          <a:xfrm>
            <a:off x="3276600" y="6129497"/>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2209787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957</Words>
  <Application>Microsoft Office PowerPoint</Application>
  <PresentationFormat>Custom</PresentationFormat>
  <Paragraphs>85</Paragraphs>
  <Slides>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2" baseType="lpstr">
      <vt:lpstr>Calibri</vt:lpstr>
      <vt:lpstr>Cambria Math</vt:lpstr>
      <vt:lpstr>Century Gothic</vt:lpstr>
      <vt:lpstr>Tahoma</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Word - 20 - Unit 1 Test</dc:title>
  <dc:creator>allth</dc:creator>
  <cp:lastModifiedBy>Gina Wilson</cp:lastModifiedBy>
  <cp:revision>30</cp:revision>
  <dcterms:created xsi:type="dcterms:W3CDTF">2017-06-19T15:34:10Z</dcterms:created>
  <dcterms:modified xsi:type="dcterms:W3CDTF">2024-03-08T12:38:17Z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2016-08-31T00:00:00Z</vt:filetime>
  </property>
  <property fmtid="{D5CDD505-2E9C-101B-9397-08002B2CF9AE}" pid="3" name="Creator">
    <vt:lpwstr>PrimoPDF http://www.primopdf.com</vt:lpwstr>
  </property>
  <property fmtid="{D5CDD505-2E9C-101B-9397-08002B2CF9AE}" pid="4" name="LastSaved">
    <vt:filetime>2017-06-19T00:00:00Z</vt:filetime>
  </property>
</Properties>
</file>