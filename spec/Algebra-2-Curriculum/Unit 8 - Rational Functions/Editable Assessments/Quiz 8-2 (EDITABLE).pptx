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861" autoAdjust="0"/>
  </p:normalViewPr>
  <p:slideViewPr>
    <p:cSldViewPr>
      <p:cViewPr>
        <p:scale>
          <a:sx n="60" d="100"/>
          <a:sy n="60" d="100"/>
        </p:scale>
        <p:origin x="1551" y="2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38200" y="766571"/>
            <a:ext cx="657225" cy="0"/>
          </a:xfrm>
          <a:custGeom>
            <a:avLst/>
            <a:gdLst/>
            <a:ahLst/>
            <a:cxnLst/>
            <a:rect l="l" t="t" r="r" b="b"/>
            <a:pathLst>
              <a:path w="657225">
                <a:moveTo>
                  <a:pt x="0" y="0"/>
                </a:moveTo>
                <a:lnTo>
                  <a:pt x="656844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642872" y="766571"/>
            <a:ext cx="309880" cy="0"/>
          </a:xfrm>
          <a:custGeom>
            <a:avLst/>
            <a:gdLst/>
            <a:ahLst/>
            <a:cxnLst/>
            <a:rect l="l" t="t" r="r" b="b"/>
            <a:pathLst>
              <a:path w="309880">
                <a:moveTo>
                  <a:pt x="0" y="0"/>
                </a:moveTo>
                <a:lnTo>
                  <a:pt x="309372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59526" y="9734815"/>
            <a:ext cx="1412875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image" Target="../media/image1.JPG"/><Relationship Id="rId16" Type="http://schemas.openxmlformats.org/officeDocument/2006/relationships/image" Target="../media/image8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8.wmf"/><Relationship Id="rId26" Type="http://schemas.openxmlformats.org/officeDocument/2006/relationships/oleObject" Target="../embeddings/oleObject20.bin"/><Relationship Id="rId3" Type="http://schemas.openxmlformats.org/officeDocument/2006/relationships/oleObject" Target="../embeddings/oleObject9.bin"/><Relationship Id="rId21" Type="http://schemas.openxmlformats.org/officeDocument/2006/relationships/oleObject" Target="../embeddings/oleObject18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6.bin"/><Relationship Id="rId25" Type="http://schemas.openxmlformats.org/officeDocument/2006/relationships/image" Target="../media/image22.png"/><Relationship Id="rId2" Type="http://schemas.openxmlformats.org/officeDocument/2006/relationships/image" Target="../media/image10.JPG"/><Relationship Id="rId16" Type="http://schemas.openxmlformats.org/officeDocument/2006/relationships/image" Target="../media/image17.wmf"/><Relationship Id="rId20" Type="http://schemas.openxmlformats.org/officeDocument/2006/relationships/image" Target="../media/image19.wmf"/><Relationship Id="rId29" Type="http://schemas.openxmlformats.org/officeDocument/2006/relationships/image" Target="../media/image24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3.bin"/><Relationship Id="rId24" Type="http://schemas.openxmlformats.org/officeDocument/2006/relationships/image" Target="../media/image21.wmf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23" Type="http://schemas.openxmlformats.org/officeDocument/2006/relationships/oleObject" Target="../embeddings/oleObject19.bin"/><Relationship Id="rId28" Type="http://schemas.openxmlformats.org/officeDocument/2006/relationships/oleObject" Target="../embeddings/oleObject21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6.wmf"/><Relationship Id="rId22" Type="http://schemas.openxmlformats.org/officeDocument/2006/relationships/image" Target="../media/image20.wmf"/><Relationship Id="rId27" Type="http://schemas.openxmlformats.org/officeDocument/2006/relationships/image" Target="../media/image23.wmf"/><Relationship Id="rId30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C355DE-4A3F-3C3D-BFC0-7A956AD64028}"/>
              </a:ext>
            </a:extLst>
          </p:cNvPr>
          <p:cNvSpPr/>
          <p:nvPr/>
        </p:nvSpPr>
        <p:spPr>
          <a:xfrm>
            <a:off x="594874" y="1613757"/>
            <a:ext cx="202972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Simplify each expression.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0A10FE-8BCE-B1BB-379F-252292B36CAB}"/>
              </a:ext>
            </a:extLst>
          </p:cNvPr>
          <p:cNvSpPr/>
          <p:nvPr/>
        </p:nvSpPr>
        <p:spPr>
          <a:xfrm>
            <a:off x="594874" y="3656638"/>
            <a:ext cx="231890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Find each product or</a:t>
            </a:r>
            <a:r>
              <a:rPr lang="en-US" sz="1100" b="1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quotient.</a:t>
            </a:r>
            <a:endParaRPr lang="en-US"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C0F9EA-0861-B448-00E7-4263DE383DEF}"/>
              </a:ext>
            </a:extLst>
          </p:cNvPr>
          <p:cNvSpPr/>
          <p:nvPr/>
        </p:nvSpPr>
        <p:spPr>
          <a:xfrm>
            <a:off x="594874" y="7602284"/>
            <a:ext cx="218297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Find each sum </a:t>
            </a:r>
            <a:r>
              <a:rPr lang="en-US" sz="1100" b="1" dirty="0">
                <a:latin typeface="Century Gothic" panose="020B0502020202020204" pitchFamily="34" charset="0"/>
                <a:cs typeface="Tahoma"/>
              </a:rPr>
              <a:t>or</a:t>
            </a:r>
            <a:r>
              <a:rPr lang="en-US" sz="1100" b="1" spc="-3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difference.</a:t>
            </a:r>
            <a:endParaRPr lang="en-US"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F03C07-96CF-7A5A-C90C-3C9F4CF892FE}"/>
              </a:ext>
            </a:extLst>
          </p:cNvPr>
          <p:cNvSpPr/>
          <p:nvPr/>
        </p:nvSpPr>
        <p:spPr>
          <a:xfrm>
            <a:off x="594874" y="1910379"/>
            <a:ext cx="3465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</a:t>
            </a:r>
            <a:r>
              <a:rPr lang="en-US" sz="1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6854B7-136C-A6E2-2744-182C7B6C4673}"/>
              </a:ext>
            </a:extLst>
          </p:cNvPr>
          <p:cNvSpPr/>
          <p:nvPr/>
        </p:nvSpPr>
        <p:spPr>
          <a:xfrm>
            <a:off x="3059268" y="1910379"/>
            <a:ext cx="3754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</a:t>
            </a:r>
            <a:r>
              <a:rPr lang="en-US" sz="1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6AFF846-1822-A6F4-BD6E-926E8485676A}"/>
              </a:ext>
            </a:extLst>
          </p:cNvPr>
          <p:cNvSpPr/>
          <p:nvPr/>
        </p:nvSpPr>
        <p:spPr>
          <a:xfrm>
            <a:off x="594874" y="3973158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1D9D61-4CEA-C817-5D18-2775468B2919}"/>
              </a:ext>
            </a:extLst>
          </p:cNvPr>
          <p:cNvSpPr/>
          <p:nvPr/>
        </p:nvSpPr>
        <p:spPr>
          <a:xfrm>
            <a:off x="594874" y="5835126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A49C68-E496-8939-E123-D2537211DF85}"/>
              </a:ext>
            </a:extLst>
          </p:cNvPr>
          <p:cNvSpPr/>
          <p:nvPr/>
        </p:nvSpPr>
        <p:spPr>
          <a:xfrm>
            <a:off x="3059268" y="7946355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B98B82B-A350-FF1E-F7C8-1A75188688DC}"/>
              </a:ext>
            </a:extLst>
          </p:cNvPr>
          <p:cNvSpPr/>
          <p:nvPr/>
        </p:nvSpPr>
        <p:spPr>
          <a:xfrm>
            <a:off x="594874" y="7946355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7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7E00598-5F0E-157D-7531-2EF5863B0C16}"/>
              </a:ext>
            </a:extLst>
          </p:cNvPr>
          <p:cNvSpPr/>
          <p:nvPr/>
        </p:nvSpPr>
        <p:spPr>
          <a:xfrm>
            <a:off x="3059268" y="3973158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4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9E163E7-86A9-6975-D4E6-D49DF804EBDD}"/>
              </a:ext>
            </a:extLst>
          </p:cNvPr>
          <p:cNvSpPr/>
          <p:nvPr/>
        </p:nvSpPr>
        <p:spPr>
          <a:xfrm>
            <a:off x="3059268" y="5835126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6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42" name="Object 41">
            <a:extLst>
              <a:ext uri="{FF2B5EF4-FFF2-40B4-BE49-F238E27FC236}">
                <a16:creationId xmlns:a16="http://schemas.microsoft.com/office/drawing/2014/main" id="{910D128F-3A00-FBB1-731A-120FA17470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500" y="1854086"/>
          <a:ext cx="82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480" imgH="406080" progId="Equation.DSMT4">
                  <p:embed/>
                </p:oleObj>
              </mc:Choice>
              <mc:Fallback>
                <p:oleObj name="Equation" r:id="rId3" imgW="825480" imgH="40608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A65F5DF8-7A89-13E5-160A-9CF933E57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5500" y="1854086"/>
                        <a:ext cx="825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74B0DC95-0488-5662-6DCA-491403B016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0100" y="1866786"/>
          <a:ext cx="850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50680" imgH="380880" progId="Equation.DSMT4">
                  <p:embed/>
                </p:oleObj>
              </mc:Choice>
              <mc:Fallback>
                <p:oleObj name="Equation" r:id="rId5" imgW="850680" imgH="38088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3389CAD8-0038-D313-28A1-519175D8C4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40100" y="1866786"/>
                        <a:ext cx="850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3">
            <a:extLst>
              <a:ext uri="{FF2B5EF4-FFF2-40B4-BE49-F238E27FC236}">
                <a16:creationId xmlns:a16="http://schemas.microsoft.com/office/drawing/2014/main" id="{97A0F64E-C8E9-FB67-9CC4-347F9BF5ED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500" y="3900364"/>
          <a:ext cx="88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88840" imgH="406080" progId="Equation.DSMT4">
                  <p:embed/>
                </p:oleObj>
              </mc:Choice>
              <mc:Fallback>
                <p:oleObj name="Equation" r:id="rId7" imgW="888840" imgH="4060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320B1C70-09B9-BCA5-DBFE-602EB7359D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5500" y="3900364"/>
                        <a:ext cx="889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4">
            <a:extLst>
              <a:ext uri="{FF2B5EF4-FFF2-40B4-BE49-F238E27FC236}">
                <a16:creationId xmlns:a16="http://schemas.microsoft.com/office/drawing/2014/main" id="{B9BAC1B5-B5C2-9AD4-FD56-D128790146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3750" y="3900364"/>
          <a:ext cx="1371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71600" imgH="406080" progId="Equation.DSMT4">
                  <p:embed/>
                </p:oleObj>
              </mc:Choice>
              <mc:Fallback>
                <p:oleObj name="Equation" r:id="rId9" imgW="1371600" imgH="40608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F10062DD-16BE-00AA-6F3E-2B1E3625DF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33750" y="3900364"/>
                        <a:ext cx="1371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5">
            <a:extLst>
              <a:ext uri="{FF2B5EF4-FFF2-40B4-BE49-F238E27FC236}">
                <a16:creationId xmlns:a16="http://schemas.microsoft.com/office/drawing/2014/main" id="{CE6D201C-61FD-A46F-CE10-27D1610009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8751" y="5778500"/>
          <a:ext cx="1651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50960" imgH="406080" progId="Equation.DSMT4">
                  <p:embed/>
                </p:oleObj>
              </mc:Choice>
              <mc:Fallback>
                <p:oleObj name="Equation" r:id="rId11" imgW="1650960" imgH="40608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EC8C8D82-3FBB-EA92-FE28-F00C0D51E9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48751" y="5778500"/>
                        <a:ext cx="1651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491793FF-744E-0EB0-DFDE-E54B706B6B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3750" y="5778500"/>
          <a:ext cx="1600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00200" imgH="406080" progId="Equation.DSMT4">
                  <p:embed/>
                </p:oleObj>
              </mc:Choice>
              <mc:Fallback>
                <p:oleObj name="Equation" r:id="rId13" imgW="1600200" imgH="40608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B301956E-DAEC-2FD3-9053-5F00F27585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33750" y="5778500"/>
                        <a:ext cx="1600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B071B089-3312-D4AC-6109-9C2A32CD5F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1850" y="7886700"/>
          <a:ext cx="800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99920" imgH="406080" progId="Equation.DSMT4">
                  <p:embed/>
                </p:oleObj>
              </mc:Choice>
              <mc:Fallback>
                <p:oleObj name="Equation" r:id="rId15" imgW="799920" imgH="40608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0AC901D1-AD5D-2EFE-0DEC-3B19B915A4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31850" y="7886700"/>
                        <a:ext cx="800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DCC95F16-544F-3CF3-92FA-EBA4C9D9EB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7905750"/>
          <a:ext cx="520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20560" imgH="368280" progId="Equation.DSMT4">
                  <p:embed/>
                </p:oleObj>
              </mc:Choice>
              <mc:Fallback>
                <p:oleObj name="Equation" r:id="rId17" imgW="520560" imgH="368280" progId="Equation.DSMT4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FF910F22-54F6-F5F9-343A-7AC1939299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52800" y="7905750"/>
                        <a:ext cx="520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A0FC49-6B6C-FCD2-560D-58B17578A0F1}"/>
              </a:ext>
            </a:extLst>
          </p:cNvPr>
          <p:cNvSpPr/>
          <p:nvPr/>
        </p:nvSpPr>
        <p:spPr>
          <a:xfrm>
            <a:off x="381000" y="381000"/>
            <a:ext cx="2133600" cy="838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9B298B-8737-E9F7-6E80-B4E512810EA1}"/>
              </a:ext>
            </a:extLst>
          </p:cNvPr>
          <p:cNvSpPr/>
          <p:nvPr/>
        </p:nvSpPr>
        <p:spPr>
          <a:xfrm>
            <a:off x="838200" y="533400"/>
            <a:ext cx="12954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EB1E699D-BF17-2D26-DBDB-AFAA44D69D89}"/>
              </a:ext>
            </a:extLst>
          </p:cNvPr>
          <p:cNvSpPr txBox="1"/>
          <p:nvPr/>
        </p:nvSpPr>
        <p:spPr>
          <a:xfrm>
            <a:off x="3096266" y="632966"/>
            <a:ext cx="24765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5" dirty="0">
                <a:latin typeface="Century Gothic" panose="020B0502020202020204" pitchFamily="34" charset="0"/>
                <a:cs typeface="Tahoma"/>
              </a:rPr>
              <a:t>1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0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53C02D-905F-8A8F-4A16-11555B56F5C4}"/>
              </a:ext>
            </a:extLst>
          </p:cNvPr>
          <p:cNvSpPr/>
          <p:nvPr/>
        </p:nvSpPr>
        <p:spPr>
          <a:xfrm>
            <a:off x="544033" y="598842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D09B88E1-70ED-F91E-29DC-F238A388AB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897941"/>
              </p:ext>
            </p:extLst>
          </p:nvPr>
        </p:nvGraphicFramePr>
        <p:xfrm>
          <a:off x="830263" y="549275"/>
          <a:ext cx="1168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68200" imgH="431640" progId="Equation.DSMT4">
                  <p:embed/>
                </p:oleObj>
              </mc:Choice>
              <mc:Fallback>
                <p:oleObj name="Equation" r:id="rId3" imgW="1168200" imgH="431640" progId="Equation.DSMT4">
                  <p:embed/>
                  <p:pic>
                    <p:nvPicPr>
                      <p:cNvPr id="67" name="Object 6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0263" y="549275"/>
                        <a:ext cx="1168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583B64F1-6D78-048D-3874-9CC92FFBCC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170384"/>
              </p:ext>
            </p:extLst>
          </p:nvPr>
        </p:nvGraphicFramePr>
        <p:xfrm>
          <a:off x="3409950" y="533400"/>
          <a:ext cx="8128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520" imgH="368280" progId="Equation.DSMT4">
                  <p:embed/>
                </p:oleObj>
              </mc:Choice>
              <mc:Fallback>
                <p:oleObj name="Equation" r:id="rId5" imgW="812520" imgH="368280" progId="Equation.DSMT4">
                  <p:embed/>
                  <p:pic>
                    <p:nvPicPr>
                      <p:cNvPr id="69" name="Object 6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09950" y="533400"/>
                        <a:ext cx="812800" cy="382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B9D7D8DC-8714-3488-F778-9E4FBE6429EE}"/>
              </a:ext>
            </a:extLst>
          </p:cNvPr>
          <p:cNvSpPr/>
          <p:nvPr/>
        </p:nvSpPr>
        <p:spPr>
          <a:xfrm>
            <a:off x="544033" y="2568390"/>
            <a:ext cx="24128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Simplify each complex fraction.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E29645-F31D-C9EE-799E-E87EA930243A}"/>
              </a:ext>
            </a:extLst>
          </p:cNvPr>
          <p:cNvSpPr/>
          <p:nvPr/>
        </p:nvSpPr>
        <p:spPr>
          <a:xfrm>
            <a:off x="544033" y="3025590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11.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3A475B49-5377-498F-7536-BD1382F18E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177255"/>
              </p:ext>
            </p:extLst>
          </p:nvPr>
        </p:nvGraphicFramePr>
        <p:xfrm>
          <a:off x="3429000" y="4933950"/>
          <a:ext cx="914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14400" imgH="190080" progId="Equation.DSMT4">
                  <p:embed/>
                </p:oleObj>
              </mc:Choice>
              <mc:Fallback>
                <p:oleObj name="Equation" r:id="rId7" imgW="914400" imgH="190080" progId="Equation.DSMT4">
                  <p:embed/>
                  <p:pic>
                    <p:nvPicPr>
                      <p:cNvPr id="72" name="Object 7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29000" y="4933950"/>
                        <a:ext cx="9144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A35E81E2-FB96-A9EE-1396-1FDD0A1493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051822"/>
              </p:ext>
            </p:extLst>
          </p:nvPr>
        </p:nvGraphicFramePr>
        <p:xfrm>
          <a:off x="915668" y="2780656"/>
          <a:ext cx="649288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96880" imgH="711000" progId="Equation.DSMT4">
                  <p:embed/>
                </p:oleObj>
              </mc:Choice>
              <mc:Fallback>
                <p:oleObj name="Equation" r:id="rId9" imgW="596880" imgH="711000" progId="Equation.DSMT4">
                  <p:embed/>
                  <p:pic>
                    <p:nvPicPr>
                      <p:cNvPr id="73" name="Object 7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15668" y="2780656"/>
                        <a:ext cx="649288" cy="817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A7EAE37D-A786-D570-6B11-EBEBA1232052}"/>
              </a:ext>
            </a:extLst>
          </p:cNvPr>
          <p:cNvSpPr/>
          <p:nvPr/>
        </p:nvSpPr>
        <p:spPr>
          <a:xfrm>
            <a:off x="3016101" y="3058633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1563EBC7-3866-D144-6168-7CE242D935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670172"/>
              </p:ext>
            </p:extLst>
          </p:nvPr>
        </p:nvGraphicFramePr>
        <p:xfrm>
          <a:off x="3397937" y="2854405"/>
          <a:ext cx="749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49160" imgH="723600" progId="Equation.DSMT4">
                  <p:embed/>
                </p:oleObj>
              </mc:Choice>
              <mc:Fallback>
                <p:oleObj name="Equation" r:id="rId11" imgW="749160" imgH="723600" progId="Equation.DSMT4">
                  <p:embed/>
                  <p:pic>
                    <p:nvPicPr>
                      <p:cNvPr id="75" name="Object 7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97937" y="2854405"/>
                        <a:ext cx="749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AC88AEC2-533B-9486-4DDB-F66D2A04CFC9}"/>
              </a:ext>
            </a:extLst>
          </p:cNvPr>
          <p:cNvSpPr/>
          <p:nvPr/>
        </p:nvSpPr>
        <p:spPr>
          <a:xfrm>
            <a:off x="544033" y="4866167"/>
            <a:ext cx="30171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13.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Find the 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area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of the rectangle below.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385EFB-B7AA-8F62-C56B-05C9ED6F0ECD}"/>
              </a:ext>
            </a:extLst>
          </p:cNvPr>
          <p:cNvGrpSpPr/>
          <p:nvPr/>
        </p:nvGrpSpPr>
        <p:grpSpPr>
          <a:xfrm>
            <a:off x="913585" y="5310772"/>
            <a:ext cx="1403350" cy="917241"/>
            <a:chOff x="914400" y="5321300"/>
            <a:chExt cx="1403350" cy="917241"/>
          </a:xfrm>
        </p:grpSpPr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C4FDBA54-2360-F40B-5359-F0E0C6B436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334000"/>
              <a:ext cx="838200" cy="4572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aphicFrame>
          <p:nvGraphicFramePr>
            <p:cNvPr id="21" name="Object 20">
              <a:extLst>
                <a:ext uri="{FF2B5EF4-FFF2-40B4-BE49-F238E27FC236}">
                  <a16:creationId xmlns:a16="http://schemas.microsoft.com/office/drawing/2014/main" id="{ADF89D0E-77B1-A44F-3E78-68C100E258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2450" y="5321300"/>
            <a:ext cx="4953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495000" imgH="406080" progId="Equation.DSMT4">
                    <p:embed/>
                  </p:oleObj>
                </mc:Choice>
                <mc:Fallback>
                  <p:oleObj name="Equation" r:id="rId13" imgW="495000" imgH="406080" progId="Equation.DSMT4">
                    <p:embed/>
                    <p:pic>
                      <p:nvPicPr>
                        <p:cNvPr id="80" name="Object 7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822450" y="5321300"/>
                          <a:ext cx="4953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1">
              <a:extLst>
                <a:ext uri="{FF2B5EF4-FFF2-40B4-BE49-F238E27FC236}">
                  <a16:creationId xmlns:a16="http://schemas.microsoft.com/office/drawing/2014/main" id="{D38B13AF-20EF-99B4-ED3F-9BA188F840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6867" y="5832141"/>
            <a:ext cx="8382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838080" imgH="406080" progId="Equation.DSMT4">
                    <p:embed/>
                  </p:oleObj>
                </mc:Choice>
                <mc:Fallback>
                  <p:oleObj name="Equation" r:id="rId15" imgW="838080" imgH="406080" progId="Equation.DSMT4">
                    <p:embed/>
                    <p:pic>
                      <p:nvPicPr>
                        <p:cNvPr id="81" name="Object 8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936867" y="5832141"/>
                          <a:ext cx="8382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45F90DF6-5E59-72B3-C6C8-0AAA7692FF00}"/>
              </a:ext>
            </a:extLst>
          </p:cNvPr>
          <p:cNvSpPr/>
          <p:nvPr/>
        </p:nvSpPr>
        <p:spPr>
          <a:xfrm>
            <a:off x="554666" y="6477000"/>
            <a:ext cx="4613138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14.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If the rectangular prism below has a 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volume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of                      ,</a:t>
            </a:r>
          </a:p>
          <a:p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find its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length,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98C53672-4EB8-B3EA-0A30-B3B1361C11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249449"/>
              </p:ext>
            </p:extLst>
          </p:nvPr>
        </p:nvGraphicFramePr>
        <p:xfrm>
          <a:off x="4103851" y="6412312"/>
          <a:ext cx="77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74360" imgH="393480" progId="Equation.DSMT4">
                  <p:embed/>
                </p:oleObj>
              </mc:Choice>
              <mc:Fallback>
                <p:oleObj name="Equation" r:id="rId17" imgW="774360" imgH="393480" progId="Equation.DSMT4">
                  <p:embed/>
                  <p:pic>
                    <p:nvPicPr>
                      <p:cNvPr id="83" name="Object 8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103851" y="6412312"/>
                        <a:ext cx="7747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40">
            <a:extLst>
              <a:ext uri="{FF2B5EF4-FFF2-40B4-BE49-F238E27FC236}">
                <a16:creationId xmlns:a16="http://schemas.microsoft.com/office/drawing/2014/main" id="{E47D9894-3C95-EF8D-DB46-26D26F471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595" y="7536952"/>
            <a:ext cx="274680" cy="387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 Box 41">
            <a:extLst>
              <a:ext uri="{FF2B5EF4-FFF2-40B4-BE49-F238E27FC236}">
                <a16:creationId xmlns:a16="http://schemas.microsoft.com/office/drawing/2014/main" id="{48EA7D3F-0FC2-94B5-A921-3AD7BE012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7312577"/>
            <a:ext cx="479991" cy="5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9" name="AutoShape 42">
            <a:extLst>
              <a:ext uri="{FF2B5EF4-FFF2-40B4-BE49-F238E27FC236}">
                <a16:creationId xmlns:a16="http://schemas.microsoft.com/office/drawing/2014/main" id="{4CA38740-066C-BE0A-5EF8-95FAB12B6C9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119177" y="7635250"/>
            <a:ext cx="129788" cy="8387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AutoShape 43">
            <a:extLst>
              <a:ext uri="{FF2B5EF4-FFF2-40B4-BE49-F238E27FC236}">
                <a16:creationId xmlns:a16="http://schemas.microsoft.com/office/drawing/2014/main" id="{233CCB7A-F176-2575-69A6-C56C6750B04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40312" y="7836653"/>
            <a:ext cx="836347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 Box 44">
            <a:extLst>
              <a:ext uri="{FF2B5EF4-FFF2-40B4-BE49-F238E27FC236}">
                <a16:creationId xmlns:a16="http://schemas.microsoft.com/office/drawing/2014/main" id="{47BF7371-7EA6-999E-F986-AAA52F861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866" y="7766135"/>
            <a:ext cx="168388" cy="1324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6" name="Object 45">
            <a:extLst>
              <a:ext uri="{FF2B5EF4-FFF2-40B4-BE49-F238E27FC236}">
                <a16:creationId xmlns:a16="http://schemas.microsoft.com/office/drawing/2014/main" id="{42DF476D-69D3-3E25-7D8D-B0A9692959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779512"/>
              </p:ext>
            </p:extLst>
          </p:nvPr>
        </p:nvGraphicFramePr>
        <p:xfrm>
          <a:off x="1600200" y="7761767"/>
          <a:ext cx="889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8560" imgH="164880" progId="Equation.DSMT4">
                  <p:embed/>
                </p:oleObj>
              </mc:Choice>
              <mc:Fallback>
                <p:oleObj name="Equation" r:id="rId19" imgW="88560" imgH="164880" progId="Equation.DSMT4">
                  <p:embed/>
                  <p:pic>
                    <p:nvPicPr>
                      <p:cNvPr id="2081" name="Object 208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00200" y="7761767"/>
                        <a:ext cx="889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D1678E08-7474-7CD9-0722-183DB3640C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0648787"/>
              </p:ext>
            </p:extLst>
          </p:nvPr>
        </p:nvGraphicFramePr>
        <p:xfrm>
          <a:off x="2286000" y="7543800"/>
          <a:ext cx="139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9680" imgH="368280" progId="Equation.DSMT4">
                  <p:embed/>
                </p:oleObj>
              </mc:Choice>
              <mc:Fallback>
                <p:oleObj name="Equation" r:id="rId21" imgW="139680" imgH="368280" progId="Equation.DSMT4">
                  <p:embed/>
                  <p:pic>
                    <p:nvPicPr>
                      <p:cNvPr id="2082" name="Object 208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86000" y="7543800"/>
                        <a:ext cx="139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D1E804B8-F3C8-3966-1C94-ECF4FF320D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00645"/>
              </p:ext>
            </p:extLst>
          </p:nvPr>
        </p:nvGraphicFramePr>
        <p:xfrm>
          <a:off x="844550" y="73152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04560" imgH="368280" progId="Equation.DSMT4">
                  <p:embed/>
                </p:oleObj>
              </mc:Choice>
              <mc:Fallback>
                <p:oleObj name="Equation" r:id="rId23" imgW="304560" imgH="368280" progId="Equation.DSMT4">
                  <p:embed/>
                  <p:pic>
                    <p:nvPicPr>
                      <p:cNvPr id="2083" name="Object 2082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44550" y="7315200"/>
                        <a:ext cx="304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Rectangle 48">
            <a:extLst>
              <a:ext uri="{FF2B5EF4-FFF2-40B4-BE49-F238E27FC236}">
                <a16:creationId xmlns:a16="http://schemas.microsoft.com/office/drawing/2014/main" id="{2DD9E4AA-4518-7A3F-E946-3CB4FAED9D2D}"/>
              </a:ext>
            </a:extLst>
          </p:cNvPr>
          <p:cNvSpPr/>
          <p:nvPr/>
        </p:nvSpPr>
        <p:spPr>
          <a:xfrm>
            <a:off x="544033" y="8185299"/>
            <a:ext cx="320632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15.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Find the 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perimeter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of the triangle below.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F8D2200-DAED-D1F0-7631-A908FC9C72F0}"/>
              </a:ext>
            </a:extLst>
          </p:cNvPr>
          <p:cNvGrpSpPr/>
          <p:nvPr/>
        </p:nvGrpSpPr>
        <p:grpSpPr>
          <a:xfrm>
            <a:off x="770858" y="8469813"/>
            <a:ext cx="1257300" cy="1212850"/>
            <a:chOff x="762000" y="8610600"/>
            <a:chExt cx="1257300" cy="1212850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2CCE18C6-9FFE-6039-E5B5-D66521294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762000" y="8610600"/>
              <a:ext cx="1057772" cy="942975"/>
            </a:xfrm>
            <a:prstGeom prst="rect">
              <a:avLst/>
            </a:prstGeom>
          </p:spPr>
        </p:pic>
        <p:graphicFrame>
          <p:nvGraphicFramePr>
            <p:cNvPr id="52" name="Object 51">
              <a:extLst>
                <a:ext uri="{FF2B5EF4-FFF2-40B4-BE49-F238E27FC236}">
                  <a16:creationId xmlns:a16="http://schemas.microsoft.com/office/drawing/2014/main" id="{788B6D2D-599C-B95D-2A74-3728D3DEA6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76400" y="8763000"/>
            <a:ext cx="3429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342720" imgH="368280" progId="Equation.DSMT4">
                    <p:embed/>
                  </p:oleObj>
                </mc:Choice>
                <mc:Fallback>
                  <p:oleObj name="Equation" r:id="rId26" imgW="342720" imgH="368280" progId="Equation.DSMT4">
                    <p:embed/>
                    <p:pic>
                      <p:nvPicPr>
                        <p:cNvPr id="2087" name="Object 2086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676400" y="8763000"/>
                          <a:ext cx="3429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52">
              <a:extLst>
                <a:ext uri="{FF2B5EF4-FFF2-40B4-BE49-F238E27FC236}">
                  <a16:creationId xmlns:a16="http://schemas.microsoft.com/office/drawing/2014/main" id="{E982BD48-5D62-65AD-C5D3-C8D8458644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7900" y="9442450"/>
            <a:ext cx="774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774360" imgH="380880" progId="Equation.DSMT4">
                    <p:embed/>
                  </p:oleObj>
                </mc:Choice>
                <mc:Fallback>
                  <p:oleObj name="Equation" r:id="rId28" imgW="774360" imgH="380880" progId="Equation.DSMT4">
                    <p:embed/>
                    <p:pic>
                      <p:nvPicPr>
                        <p:cNvPr id="2088" name="Object 2087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977900" y="9442450"/>
                          <a:ext cx="774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47A98209-A7F8-6FB0-9D95-109303E40F05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09542" y="7088325"/>
            <a:ext cx="944962" cy="65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11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84</Words>
  <Application>Microsoft Office PowerPoint</Application>
  <PresentationFormat>Custom</PresentationFormat>
  <Paragraphs>20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Century Gothic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- 12 - Quiz 8-2</dc:title>
  <dc:creator>allth</dc:creator>
  <cp:lastModifiedBy>Gina Wilson</cp:lastModifiedBy>
  <cp:revision>25</cp:revision>
  <dcterms:created xsi:type="dcterms:W3CDTF">2017-11-19T09:31:26Z</dcterms:created>
  <dcterms:modified xsi:type="dcterms:W3CDTF">2023-09-13T16:35:29Z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2015-11-09T00:00:00Z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2017-11-19T00:00:00Z</vt:filetime>
  </property>
</Properties>
</file>