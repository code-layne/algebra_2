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61" autoAdjust="0"/>
  </p:normalViewPr>
  <p:slideViewPr>
    <p:cSldViewPr>
      <p:cViewPr>
        <p:scale>
          <a:sx n="45" d="100"/>
          <a:sy n="45" d="100"/>
        </p:scale>
        <p:origin x="1920" y="8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0C4E3-3EC3-4994-8854-92191F66A099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DEFF9-D01E-47AE-8AC0-6922B8A14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1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DEFF9-D01E-47AE-8AC0-6922B8A141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5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4DEFF9-D01E-47AE-8AC0-6922B8A141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3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4926" y="9760214"/>
            <a:ext cx="141414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9.wmf"/><Relationship Id="rId21" Type="http://schemas.openxmlformats.org/officeDocument/2006/relationships/image" Target="../media/image10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3.wmf"/><Relationship Id="rId50" Type="http://schemas.openxmlformats.org/officeDocument/2006/relationships/oleObject" Target="../embeddings/oleObject24.bin"/><Relationship Id="rId55" Type="http://schemas.openxmlformats.org/officeDocument/2006/relationships/image" Target="../media/image27.wmf"/><Relationship Id="rId63" Type="http://schemas.openxmlformats.org/officeDocument/2006/relationships/image" Target="../media/image31.wmf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4.wmf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8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2.wmf"/><Relationship Id="rId53" Type="http://schemas.openxmlformats.org/officeDocument/2006/relationships/image" Target="../media/image26.wmf"/><Relationship Id="rId58" Type="http://schemas.openxmlformats.org/officeDocument/2006/relationships/oleObject" Target="../embeddings/oleObject28.bin"/><Relationship Id="rId5" Type="http://schemas.openxmlformats.org/officeDocument/2006/relationships/image" Target="../media/image2.wmf"/><Relationship Id="rId61" Type="http://schemas.openxmlformats.org/officeDocument/2006/relationships/image" Target="../media/image30.wmf"/><Relationship Id="rId19" Type="http://schemas.openxmlformats.org/officeDocument/2006/relationships/image" Target="../media/image9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7.wmf"/><Relationship Id="rId43" Type="http://schemas.openxmlformats.org/officeDocument/2006/relationships/image" Target="../media/image21.wmf"/><Relationship Id="rId48" Type="http://schemas.openxmlformats.org/officeDocument/2006/relationships/oleObject" Target="../embeddings/oleObject23.bin"/><Relationship Id="rId56" Type="http://schemas.openxmlformats.org/officeDocument/2006/relationships/oleObject" Target="../embeddings/oleObject27.bin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5.wmf"/><Relationship Id="rId3" Type="http://schemas.openxmlformats.org/officeDocument/2006/relationships/image" Target="../media/image1.JP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33" Type="http://schemas.openxmlformats.org/officeDocument/2006/relationships/image" Target="../media/image16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59" Type="http://schemas.openxmlformats.org/officeDocument/2006/relationships/image" Target="../media/image29.wmf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20.wmf"/><Relationship Id="rId54" Type="http://schemas.openxmlformats.org/officeDocument/2006/relationships/oleObject" Target="../embeddings/oleObject26.bin"/><Relationship Id="rId62" Type="http://schemas.openxmlformats.org/officeDocument/2006/relationships/oleObject" Target="../embeddings/oleObject3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4.wmf"/><Relationship Id="rId57" Type="http://schemas.openxmlformats.org/officeDocument/2006/relationships/image" Target="../media/image28.wmf"/><Relationship Id="rId10" Type="http://schemas.openxmlformats.org/officeDocument/2006/relationships/oleObject" Target="../embeddings/oleObject4.bin"/><Relationship Id="rId31" Type="http://schemas.openxmlformats.org/officeDocument/2006/relationships/image" Target="../media/image15.wmf"/><Relationship Id="rId44" Type="http://schemas.openxmlformats.org/officeDocument/2006/relationships/oleObject" Target="../embeddings/oleObject21.bin"/><Relationship Id="rId52" Type="http://schemas.openxmlformats.org/officeDocument/2006/relationships/oleObject" Target="../embeddings/oleObject25.bin"/><Relationship Id="rId60" Type="http://schemas.openxmlformats.org/officeDocument/2006/relationships/oleObject" Target="../embeddings/oleObject2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.wmf"/><Relationship Id="rId21" Type="http://schemas.openxmlformats.org/officeDocument/2006/relationships/oleObject" Target="../embeddings/oleObject40.bin"/><Relationship Id="rId34" Type="http://schemas.openxmlformats.org/officeDocument/2006/relationships/image" Target="../media/image48.wmf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53.bin"/><Relationship Id="rId50" Type="http://schemas.openxmlformats.org/officeDocument/2006/relationships/image" Target="../media/image56.wmf"/><Relationship Id="rId55" Type="http://schemas.openxmlformats.org/officeDocument/2006/relationships/oleObject" Target="../embeddings/oleObject57.bin"/><Relationship Id="rId63" Type="http://schemas.openxmlformats.org/officeDocument/2006/relationships/oleObject" Target="../embeddings/oleObject6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32.JPG"/><Relationship Id="rId16" Type="http://schemas.openxmlformats.org/officeDocument/2006/relationships/image" Target="../media/image39.wmf"/><Relationship Id="rId29" Type="http://schemas.openxmlformats.org/officeDocument/2006/relationships/oleObject" Target="../embeddings/oleObject44.bin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43.wmf"/><Relationship Id="rId32" Type="http://schemas.openxmlformats.org/officeDocument/2006/relationships/image" Target="../media/image47.wmf"/><Relationship Id="rId37" Type="http://schemas.openxmlformats.org/officeDocument/2006/relationships/oleObject" Target="../embeddings/oleObject48.bin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52.bin"/><Relationship Id="rId53" Type="http://schemas.openxmlformats.org/officeDocument/2006/relationships/oleObject" Target="../embeddings/oleObject56.bin"/><Relationship Id="rId58" Type="http://schemas.openxmlformats.org/officeDocument/2006/relationships/image" Target="../media/image60.wmf"/><Relationship Id="rId66" Type="http://schemas.openxmlformats.org/officeDocument/2006/relationships/image" Target="../media/image64.wmf"/><Relationship Id="rId5" Type="http://schemas.openxmlformats.org/officeDocument/2006/relationships/oleObject" Target="../embeddings/oleObject32.bin"/><Relationship Id="rId61" Type="http://schemas.openxmlformats.org/officeDocument/2006/relationships/oleObject" Target="../embeddings/oleObject60.bin"/><Relationship Id="rId19" Type="http://schemas.openxmlformats.org/officeDocument/2006/relationships/oleObject" Target="../embeddings/oleObject39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43.bin"/><Relationship Id="rId30" Type="http://schemas.openxmlformats.org/officeDocument/2006/relationships/image" Target="../media/image46.wmf"/><Relationship Id="rId35" Type="http://schemas.openxmlformats.org/officeDocument/2006/relationships/oleObject" Target="../embeddings/oleObject47.bin"/><Relationship Id="rId43" Type="http://schemas.openxmlformats.org/officeDocument/2006/relationships/oleObject" Target="../embeddings/oleObject51.bin"/><Relationship Id="rId48" Type="http://schemas.openxmlformats.org/officeDocument/2006/relationships/image" Target="../media/image55.wmf"/><Relationship Id="rId56" Type="http://schemas.openxmlformats.org/officeDocument/2006/relationships/image" Target="../media/image59.wmf"/><Relationship Id="rId64" Type="http://schemas.openxmlformats.org/officeDocument/2006/relationships/image" Target="../media/image63.wmf"/><Relationship Id="rId8" Type="http://schemas.openxmlformats.org/officeDocument/2006/relationships/image" Target="../media/image35.wmf"/><Relationship Id="rId51" Type="http://schemas.openxmlformats.org/officeDocument/2006/relationships/oleObject" Target="../embeddings/oleObject55.bin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33" Type="http://schemas.openxmlformats.org/officeDocument/2006/relationships/oleObject" Target="../embeddings/oleObject46.bin"/><Relationship Id="rId38" Type="http://schemas.openxmlformats.org/officeDocument/2006/relationships/image" Target="../media/image50.wmf"/><Relationship Id="rId46" Type="http://schemas.openxmlformats.org/officeDocument/2006/relationships/image" Target="../media/image54.wmf"/><Relationship Id="rId59" Type="http://schemas.openxmlformats.org/officeDocument/2006/relationships/oleObject" Target="../embeddings/oleObject59.bin"/><Relationship Id="rId20" Type="http://schemas.openxmlformats.org/officeDocument/2006/relationships/image" Target="../media/image41.wmf"/><Relationship Id="rId41" Type="http://schemas.openxmlformats.org/officeDocument/2006/relationships/oleObject" Target="../embeddings/oleObject50.bin"/><Relationship Id="rId54" Type="http://schemas.openxmlformats.org/officeDocument/2006/relationships/image" Target="../media/image58.wmf"/><Relationship Id="rId62" Type="http://schemas.openxmlformats.org/officeDocument/2006/relationships/image" Target="../media/image6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wmf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45.wmf"/><Relationship Id="rId36" Type="http://schemas.openxmlformats.org/officeDocument/2006/relationships/image" Target="../media/image49.wmf"/><Relationship Id="rId49" Type="http://schemas.openxmlformats.org/officeDocument/2006/relationships/oleObject" Target="../embeddings/oleObject54.bin"/><Relationship Id="rId57" Type="http://schemas.openxmlformats.org/officeDocument/2006/relationships/oleObject" Target="../embeddings/oleObject58.bin"/><Relationship Id="rId10" Type="http://schemas.openxmlformats.org/officeDocument/2006/relationships/image" Target="../media/image36.wmf"/><Relationship Id="rId31" Type="http://schemas.openxmlformats.org/officeDocument/2006/relationships/oleObject" Target="../embeddings/oleObject45.bin"/><Relationship Id="rId44" Type="http://schemas.openxmlformats.org/officeDocument/2006/relationships/image" Target="../media/image53.wmf"/><Relationship Id="rId52" Type="http://schemas.openxmlformats.org/officeDocument/2006/relationships/image" Target="../media/image57.wmf"/><Relationship Id="rId60" Type="http://schemas.openxmlformats.org/officeDocument/2006/relationships/image" Target="../media/image61.wmf"/><Relationship Id="rId65" Type="http://schemas.openxmlformats.org/officeDocument/2006/relationships/oleObject" Target="../embeddings/oleObject62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4.bin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0.wmf"/><Relationship Id="rId39" Type="http://schemas.openxmlformats.org/officeDocument/2006/relationships/oleObject" Target="../embeddings/oleObject49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7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9" Type="http://schemas.openxmlformats.org/officeDocument/2006/relationships/oleObject" Target="../embeddings/oleObject80.bin"/><Relationship Id="rId21" Type="http://schemas.openxmlformats.org/officeDocument/2006/relationships/oleObject" Target="../embeddings/oleObject71.bin"/><Relationship Id="rId34" Type="http://schemas.openxmlformats.org/officeDocument/2006/relationships/image" Target="../media/image81.wmf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33" Type="http://schemas.openxmlformats.org/officeDocument/2006/relationships/oleObject" Target="../embeddings/oleObject77.bin"/><Relationship Id="rId38" Type="http://schemas.openxmlformats.org/officeDocument/2006/relationships/image" Target="../media/image83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29" Type="http://schemas.openxmlformats.org/officeDocument/2006/relationships/oleObject" Target="../embeddings/oleObject75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6.wmf"/><Relationship Id="rId32" Type="http://schemas.openxmlformats.org/officeDocument/2006/relationships/image" Target="../media/image80.wmf"/><Relationship Id="rId37" Type="http://schemas.openxmlformats.org/officeDocument/2006/relationships/oleObject" Target="../embeddings/oleObject79.bin"/><Relationship Id="rId40" Type="http://schemas.openxmlformats.org/officeDocument/2006/relationships/image" Target="../media/image84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78.wmf"/><Relationship Id="rId36" Type="http://schemas.openxmlformats.org/officeDocument/2006/relationships/image" Target="../media/image82.wmf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6.bin"/><Relationship Id="rId4" Type="http://schemas.openxmlformats.org/officeDocument/2006/relationships/image" Target="../media/image66.png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74.bin"/><Relationship Id="rId30" Type="http://schemas.openxmlformats.org/officeDocument/2006/relationships/image" Target="../media/image79.wmf"/><Relationship Id="rId35" Type="http://schemas.openxmlformats.org/officeDocument/2006/relationships/oleObject" Target="../embeddings/oleObject78.bin"/><Relationship Id="rId8" Type="http://schemas.openxmlformats.org/officeDocument/2006/relationships/image" Target="../media/image68.wmf"/><Relationship Id="rId3" Type="http://schemas.openxmlformats.org/officeDocument/2006/relationships/image" Target="../media/image6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94.png"/><Relationship Id="rId3" Type="http://schemas.openxmlformats.org/officeDocument/2006/relationships/oleObject" Target="../embeddings/oleObject81.bin"/><Relationship Id="rId21" Type="http://schemas.openxmlformats.org/officeDocument/2006/relationships/image" Target="../media/image97.png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0.wmf"/><Relationship Id="rId17" Type="http://schemas.openxmlformats.org/officeDocument/2006/relationships/image" Target="../media/image93.png"/><Relationship Id="rId2" Type="http://schemas.openxmlformats.org/officeDocument/2006/relationships/image" Target="../media/image85.JPG"/><Relationship Id="rId16" Type="http://schemas.openxmlformats.org/officeDocument/2006/relationships/image" Target="../media/image92.wmf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9.wmf"/><Relationship Id="rId19" Type="http://schemas.openxmlformats.org/officeDocument/2006/relationships/image" Target="../media/image95.png"/><Relationship Id="rId4" Type="http://schemas.openxmlformats.org/officeDocument/2006/relationships/image" Target="../media/image86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4.wmf"/><Relationship Id="rId18" Type="http://schemas.openxmlformats.org/officeDocument/2006/relationships/oleObject" Target="../embeddings/oleObject95.bin"/><Relationship Id="rId26" Type="http://schemas.openxmlformats.org/officeDocument/2006/relationships/oleObject" Target="../embeddings/oleObject99.bin"/><Relationship Id="rId3" Type="http://schemas.openxmlformats.org/officeDocument/2006/relationships/image" Target="../media/image99.png"/><Relationship Id="rId21" Type="http://schemas.openxmlformats.org/officeDocument/2006/relationships/image" Target="../media/image108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06.wmf"/><Relationship Id="rId25" Type="http://schemas.openxmlformats.org/officeDocument/2006/relationships/image" Target="../media/image110.wmf"/><Relationship Id="rId2" Type="http://schemas.openxmlformats.org/officeDocument/2006/relationships/image" Target="../media/image98.JPG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3.wmf"/><Relationship Id="rId24" Type="http://schemas.openxmlformats.org/officeDocument/2006/relationships/oleObject" Target="../embeddings/oleObject98.bin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23" Type="http://schemas.openxmlformats.org/officeDocument/2006/relationships/image" Target="../media/image109.wmf"/><Relationship Id="rId28" Type="http://schemas.openxmlformats.org/officeDocument/2006/relationships/image" Target="../media/image112.png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07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Relationship Id="rId27" Type="http://schemas.openxmlformats.org/officeDocument/2006/relationships/image" Target="../media/image1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687491C0-155E-F221-F8A1-49278FE47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349413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B1CC69E0-5752-3853-2E82-0E8F76207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349413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3544802-D9AF-BE8B-3429-4871F7C3A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633531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5530A4AA-D966-F0EA-E652-A7139BB0A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635708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845CF1AD-59C2-F79B-5026-64F6CDD00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917648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5A225B74-0BE2-F678-1BEF-6BF775D93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917648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97769E-D147-F2AF-0450-3F861D98E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83955"/>
              </p:ext>
            </p:extLst>
          </p:nvPr>
        </p:nvGraphicFramePr>
        <p:xfrm>
          <a:off x="421847" y="1131086"/>
          <a:ext cx="3268662" cy="175451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3DA1D54-2BB6-C8D0-5F05-9376EB0FC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54578"/>
              </p:ext>
            </p:extLst>
          </p:nvPr>
        </p:nvGraphicFramePr>
        <p:xfrm>
          <a:off x="3882948" y="1111694"/>
          <a:ext cx="3116262" cy="175451"/>
        </p:xfrm>
        <a:graphic>
          <a:graphicData uri="http://schemas.openxmlformats.org/drawingml/2006/table">
            <a:tbl>
              <a:tblPr/>
              <a:tblGrid>
                <a:gridCol w="311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D0C6B7-BC4D-D145-87C5-29BF8D1CE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677395"/>
              </p:ext>
            </p:extLst>
          </p:nvPr>
        </p:nvGraphicFramePr>
        <p:xfrm>
          <a:off x="450114" y="3960711"/>
          <a:ext cx="2963862" cy="175451"/>
        </p:xfrm>
        <a:graphic>
          <a:graphicData uri="http://schemas.openxmlformats.org/drawingml/2006/table">
            <a:tbl>
              <a:tblPr/>
              <a:tblGrid>
                <a:gridCol w="296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CC9C3E-687A-3FCD-6C70-1147D4702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968031"/>
              </p:ext>
            </p:extLst>
          </p:nvPr>
        </p:nvGraphicFramePr>
        <p:xfrm>
          <a:off x="3882948" y="3967502"/>
          <a:ext cx="2735262" cy="175451"/>
        </p:xfrm>
        <a:graphic>
          <a:graphicData uri="http://schemas.openxmlformats.org/drawingml/2006/table">
            <a:tbl>
              <a:tblPr/>
              <a:tblGrid>
                <a:gridCol w="273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560FC1-2977-DF0C-F991-6EC8DCB00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51984"/>
              </p:ext>
            </p:extLst>
          </p:nvPr>
        </p:nvGraphicFramePr>
        <p:xfrm>
          <a:off x="463045" y="6815445"/>
          <a:ext cx="2582862" cy="175451"/>
        </p:xfrm>
        <a:graphic>
          <a:graphicData uri="http://schemas.openxmlformats.org/drawingml/2006/table">
            <a:tbl>
              <a:tblPr/>
              <a:tblGrid>
                <a:gridCol w="258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A998899-0CDB-EE91-5827-4CAFDC3DE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574775"/>
              </p:ext>
            </p:extLst>
          </p:nvPr>
        </p:nvGraphicFramePr>
        <p:xfrm>
          <a:off x="3908334" y="6811186"/>
          <a:ext cx="2506662" cy="175451"/>
        </p:xfrm>
        <a:graphic>
          <a:graphicData uri="http://schemas.openxmlformats.org/drawingml/2006/table">
            <a:tbl>
              <a:tblPr/>
              <a:tblGrid>
                <a:gridCol w="250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807">
            <a:extLst>
              <a:ext uri="{FF2B5EF4-FFF2-40B4-BE49-F238E27FC236}">
                <a16:creationId xmlns:a16="http://schemas.microsoft.com/office/drawing/2014/main" id="{24BD281A-C3D6-CF39-376B-3AC57FC25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43" y="8613306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 Box 807">
            <a:extLst>
              <a:ext uri="{FF2B5EF4-FFF2-40B4-BE49-F238E27FC236}">
                <a16:creationId xmlns:a16="http://schemas.microsoft.com/office/drawing/2014/main" id="{F581AD95-50C0-B412-6010-DAB649A73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752" y="5781333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Box 807">
            <a:extLst>
              <a:ext uri="{FF2B5EF4-FFF2-40B4-BE49-F238E27FC236}">
                <a16:creationId xmlns:a16="http://schemas.microsoft.com/office/drawing/2014/main" id="{EC3A0CBB-620E-DD0A-B0BD-570C656BA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17" y="2893168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Box 807">
            <a:extLst>
              <a:ext uri="{FF2B5EF4-FFF2-40B4-BE49-F238E27FC236}">
                <a16:creationId xmlns:a16="http://schemas.microsoft.com/office/drawing/2014/main" id="{8EE33E67-234C-D7ED-50E3-EB13238E5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83" y="5792712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 Box 807">
            <a:extLst>
              <a:ext uri="{FF2B5EF4-FFF2-40B4-BE49-F238E27FC236}">
                <a16:creationId xmlns:a16="http://schemas.microsoft.com/office/drawing/2014/main" id="{86C4C997-7895-EC65-16C6-0FCF5D5CE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882395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 Box 807">
            <a:extLst>
              <a:ext uri="{FF2B5EF4-FFF2-40B4-BE49-F238E27FC236}">
                <a16:creationId xmlns:a16="http://schemas.microsoft.com/office/drawing/2014/main" id="{8496EFBA-6603-F6EE-9297-C6583B67A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217" y="8644329"/>
            <a:ext cx="22923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2EC1B46-2739-81E2-3D3B-E70F7FACA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096834"/>
              </p:ext>
            </p:extLst>
          </p:nvPr>
        </p:nvGraphicFramePr>
        <p:xfrm>
          <a:off x="4429192" y="8749712"/>
          <a:ext cx="279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164880" progId="Equation.DSMT4">
                  <p:embed/>
                </p:oleObj>
              </mc:Choice>
              <mc:Fallback>
                <p:oleObj name="Equation" r:id="rId4" imgW="279360" imgH="1648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9192" y="8749712"/>
                        <a:ext cx="279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4029DEBB-BF76-D6FD-E1E7-C0FFAFE88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084950"/>
              </p:ext>
            </p:extLst>
          </p:nvPr>
        </p:nvGraphicFramePr>
        <p:xfrm>
          <a:off x="4414838" y="9155718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368280" progId="Equation.DSMT4">
                  <p:embed/>
                </p:oleObj>
              </mc:Choice>
              <mc:Fallback>
                <p:oleObj name="Equation" r:id="rId6" imgW="431640" imgH="3682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14838" y="9155718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9D2D8529-2494-FC9E-B3EB-F18337D05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121058"/>
              </p:ext>
            </p:extLst>
          </p:nvPr>
        </p:nvGraphicFramePr>
        <p:xfrm>
          <a:off x="5718175" y="8643938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368280" progId="Equation.DSMT4">
                  <p:embed/>
                </p:oleObj>
              </mc:Choice>
              <mc:Fallback>
                <p:oleObj name="Equation" r:id="rId8" imgW="431640" imgH="3682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18175" y="8643938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A88FF565-3094-1EA1-6720-0391BA5C9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383349"/>
              </p:ext>
            </p:extLst>
          </p:nvPr>
        </p:nvGraphicFramePr>
        <p:xfrm>
          <a:off x="5710238" y="9155718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40" imgH="368280" progId="Equation.DSMT4">
                  <p:embed/>
                </p:oleObj>
              </mc:Choice>
              <mc:Fallback>
                <p:oleObj name="Equation" r:id="rId10" imgW="431640" imgH="3682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10238" y="9155718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8690663B-9B7C-A561-B2AC-EAFBA3236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251646"/>
              </p:ext>
            </p:extLst>
          </p:nvPr>
        </p:nvGraphicFramePr>
        <p:xfrm>
          <a:off x="952500" y="8607425"/>
          <a:ext cx="44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431640" progId="Equation.DSMT4">
                  <p:embed/>
                </p:oleObj>
              </mc:Choice>
              <mc:Fallback>
                <p:oleObj name="Equation" r:id="rId12" imgW="444240" imgH="43164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2500" y="8607425"/>
                        <a:ext cx="44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83B88A0D-1633-A19E-CAAA-405E236DC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312974"/>
              </p:ext>
            </p:extLst>
          </p:nvPr>
        </p:nvGraphicFramePr>
        <p:xfrm>
          <a:off x="952353" y="9161062"/>
          <a:ext cx="69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406080" progId="Equation.DSMT4">
                  <p:embed/>
                </p:oleObj>
              </mc:Choice>
              <mc:Fallback>
                <p:oleObj name="Equation" r:id="rId14" imgW="698400" imgH="4060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52353" y="9161062"/>
                        <a:ext cx="698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73FF62B8-AA6F-21A9-3CD6-955ACB913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38381"/>
              </p:ext>
            </p:extLst>
          </p:nvPr>
        </p:nvGraphicFramePr>
        <p:xfrm>
          <a:off x="2247900" y="8620125"/>
          <a:ext cx="44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240" imgH="406080" progId="Equation.DSMT4">
                  <p:embed/>
                </p:oleObj>
              </mc:Choice>
              <mc:Fallback>
                <p:oleObj name="Equation" r:id="rId16" imgW="444240" imgH="4060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47900" y="8620125"/>
                        <a:ext cx="44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F2CDA2F3-9EC1-2E2F-86AF-1CEF3D0E4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00790"/>
              </p:ext>
            </p:extLst>
          </p:nvPr>
        </p:nvGraphicFramePr>
        <p:xfrm>
          <a:off x="2182307" y="9161062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63280" imgH="406080" progId="Equation.DSMT4">
                  <p:embed/>
                </p:oleObj>
              </mc:Choice>
              <mc:Fallback>
                <p:oleObj name="Equation" r:id="rId18" imgW="863280" imgH="4060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82307" y="9161062"/>
                        <a:ext cx="863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BE717A36-C5AD-5E6F-25F5-09A208FD3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286415"/>
              </p:ext>
            </p:extLst>
          </p:nvPr>
        </p:nvGraphicFramePr>
        <p:xfrm>
          <a:off x="4459552" y="5795791"/>
          <a:ext cx="39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3480" imgH="368280" progId="Equation.DSMT4">
                  <p:embed/>
                </p:oleObj>
              </mc:Choice>
              <mc:Fallback>
                <p:oleObj name="Equation" r:id="rId20" imgW="393480" imgH="36828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59552" y="5795791"/>
                        <a:ext cx="39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6E6CA82F-A730-3D16-1410-1D96BE0780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857563"/>
              </p:ext>
            </p:extLst>
          </p:nvPr>
        </p:nvGraphicFramePr>
        <p:xfrm>
          <a:off x="4459552" y="6303847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2720" imgH="368280" progId="Equation.DSMT4">
                  <p:embed/>
                </p:oleObj>
              </mc:Choice>
              <mc:Fallback>
                <p:oleObj name="Equation" r:id="rId22" imgW="342720" imgH="3682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59552" y="6303847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63E8FF3F-B948-D860-7696-401F7F346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24289"/>
              </p:ext>
            </p:extLst>
          </p:nvPr>
        </p:nvGraphicFramePr>
        <p:xfrm>
          <a:off x="5649913" y="5783091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38080" imgH="393480" progId="Equation.DSMT4">
                  <p:embed/>
                </p:oleObj>
              </mc:Choice>
              <mc:Fallback>
                <p:oleObj name="Equation" r:id="rId24" imgW="838080" imgH="3934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649913" y="5783091"/>
                        <a:ext cx="838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9B5C6478-C27B-9916-65E9-20FC6F1F2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000165"/>
              </p:ext>
            </p:extLst>
          </p:nvPr>
        </p:nvGraphicFramePr>
        <p:xfrm>
          <a:off x="5678124" y="6389761"/>
          <a:ext cx="3175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7160" imgH="164880" progId="Equation.DSMT4">
                  <p:embed/>
                </p:oleObj>
              </mc:Choice>
              <mc:Fallback>
                <p:oleObj name="Equation" r:id="rId26" imgW="317160" imgH="1648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678124" y="6389761"/>
                        <a:ext cx="317500" cy="19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0EF0BFCA-D3C8-A406-FDA4-0F1B037CE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593477"/>
              </p:ext>
            </p:extLst>
          </p:nvPr>
        </p:nvGraphicFramePr>
        <p:xfrm>
          <a:off x="970686" y="5799699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58720" imgH="393480" progId="Equation.DSMT4">
                  <p:embed/>
                </p:oleObj>
              </mc:Choice>
              <mc:Fallback>
                <p:oleObj name="Equation" r:id="rId28" imgW="558720" imgH="3934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70686" y="5799699"/>
                        <a:ext cx="558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122786B8-722F-87A1-7C32-0ADBA779E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35877"/>
              </p:ext>
            </p:extLst>
          </p:nvPr>
        </p:nvGraphicFramePr>
        <p:xfrm>
          <a:off x="1021486" y="6296242"/>
          <a:ext cx="45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57200" imgH="368280" progId="Equation.DSMT4">
                  <p:embed/>
                </p:oleObj>
              </mc:Choice>
              <mc:Fallback>
                <p:oleObj name="Equation" r:id="rId30" imgW="457200" imgH="3682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21486" y="6296242"/>
                        <a:ext cx="45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2D2394F8-66FC-F1F6-A3BD-52FE20589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392783"/>
              </p:ext>
            </p:extLst>
          </p:nvPr>
        </p:nvGraphicFramePr>
        <p:xfrm>
          <a:off x="2237680" y="5799699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47640" imgH="393480" progId="Equation.DSMT4">
                  <p:embed/>
                </p:oleObj>
              </mc:Choice>
              <mc:Fallback>
                <p:oleObj name="Equation" r:id="rId32" imgW="647640" imgH="3934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237680" y="5799699"/>
                        <a:ext cx="647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E11480C4-6699-8FB1-7428-AB1972624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55161"/>
              </p:ext>
            </p:extLst>
          </p:nvPr>
        </p:nvGraphicFramePr>
        <p:xfrm>
          <a:off x="2237680" y="6296242"/>
          <a:ext cx="723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23600" imgH="368280" progId="Equation.DSMT4">
                  <p:embed/>
                </p:oleObj>
              </mc:Choice>
              <mc:Fallback>
                <p:oleObj name="Equation" r:id="rId34" imgW="723600" imgH="3682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237680" y="6296242"/>
                        <a:ext cx="723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9D2CF47A-B564-4AB4-EFD8-C479E5CF4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792274"/>
              </p:ext>
            </p:extLst>
          </p:nvPr>
        </p:nvGraphicFramePr>
        <p:xfrm>
          <a:off x="4568892" y="2881242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31640" imgH="406080" progId="Equation.DSMT4">
                  <p:embed/>
                </p:oleObj>
              </mc:Choice>
              <mc:Fallback>
                <p:oleObj name="Equation" r:id="rId36" imgW="431640" imgH="4060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568892" y="2881242"/>
                        <a:ext cx="43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3F19E65A-5433-DB67-F766-542D70DF2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867649"/>
              </p:ext>
            </p:extLst>
          </p:nvPr>
        </p:nvGraphicFramePr>
        <p:xfrm>
          <a:off x="4578499" y="3452864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431640" imgH="406080" progId="Equation.DSMT4">
                  <p:embed/>
                </p:oleObj>
              </mc:Choice>
              <mc:Fallback>
                <p:oleObj name="Equation" r:id="rId38" imgW="431640" imgH="4060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578499" y="3452864"/>
                        <a:ext cx="43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8B253DF3-2035-339C-0F94-E4BC90A79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078995"/>
              </p:ext>
            </p:extLst>
          </p:nvPr>
        </p:nvGraphicFramePr>
        <p:xfrm>
          <a:off x="5772722" y="2887592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431640" imgH="393480" progId="Equation.DSMT4">
                  <p:embed/>
                </p:oleObj>
              </mc:Choice>
              <mc:Fallback>
                <p:oleObj name="Equation" r:id="rId40" imgW="431640" imgH="3934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772722" y="2887592"/>
                        <a:ext cx="431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3489DE2D-68DE-3176-89B5-47B0E4FAE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393208"/>
              </p:ext>
            </p:extLst>
          </p:nvPr>
        </p:nvGraphicFramePr>
        <p:xfrm>
          <a:off x="5756349" y="3459214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431640" imgH="393480" progId="Equation.DSMT4">
                  <p:embed/>
                </p:oleObj>
              </mc:Choice>
              <mc:Fallback>
                <p:oleObj name="Equation" r:id="rId42" imgW="431640" imgH="3934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756349" y="3459214"/>
                        <a:ext cx="431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7DEABFA7-E689-589F-9C97-FAFD8A822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643775"/>
              </p:ext>
            </p:extLst>
          </p:nvPr>
        </p:nvGraphicFramePr>
        <p:xfrm>
          <a:off x="943729" y="3001977"/>
          <a:ext cx="520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520560" imgH="203040" progId="Equation.DSMT4">
                  <p:embed/>
                </p:oleObj>
              </mc:Choice>
              <mc:Fallback>
                <p:oleObj name="Equation" r:id="rId44" imgW="520560" imgH="20304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943729" y="3001977"/>
                        <a:ext cx="520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4E931A30-23CE-0953-A653-E048F0969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807932"/>
              </p:ext>
            </p:extLst>
          </p:nvPr>
        </p:nvGraphicFramePr>
        <p:xfrm>
          <a:off x="955114" y="3512176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203040" imgH="164880" progId="Equation.DSMT4">
                  <p:embed/>
                </p:oleObj>
              </mc:Choice>
              <mc:Fallback>
                <p:oleObj name="Equation" r:id="rId46" imgW="203040" imgH="1648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955114" y="3512176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1109A571-E1F7-9413-DE4E-C5AE9FA3A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901952"/>
              </p:ext>
            </p:extLst>
          </p:nvPr>
        </p:nvGraphicFramePr>
        <p:xfrm>
          <a:off x="2279747" y="2917559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469800" imgH="393480" progId="Equation.DSMT4">
                  <p:embed/>
                </p:oleObj>
              </mc:Choice>
              <mc:Fallback>
                <p:oleObj name="Equation" r:id="rId48" imgW="469800" imgH="39348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279747" y="2917559"/>
                        <a:ext cx="469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76DECF20-BFBC-8CBA-042D-0E40977D5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425337"/>
              </p:ext>
            </p:extLst>
          </p:nvPr>
        </p:nvGraphicFramePr>
        <p:xfrm>
          <a:off x="2279747" y="3428495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545760" imgH="393480" progId="Equation.DSMT4">
                  <p:embed/>
                </p:oleObj>
              </mc:Choice>
              <mc:Fallback>
                <p:oleObj name="Equation" r:id="rId50" imgW="545760" imgH="3934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279747" y="3428495"/>
                        <a:ext cx="546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CFCFD3F6-03F0-550E-E400-0EF868377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147544"/>
              </p:ext>
            </p:extLst>
          </p:nvPr>
        </p:nvGraphicFramePr>
        <p:xfrm>
          <a:off x="1657543" y="1449777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028520" imgH="406080" progId="Equation.DSMT4">
                  <p:embed/>
                </p:oleObj>
              </mc:Choice>
              <mc:Fallback>
                <p:oleObj name="Equation" r:id="rId52" imgW="1028520" imgH="40608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657543" y="1449777"/>
                        <a:ext cx="1028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ED705100-D653-6DF8-13C9-374A78DC1B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240166"/>
              </p:ext>
            </p:extLst>
          </p:nvPr>
        </p:nvGraphicFramePr>
        <p:xfrm>
          <a:off x="5250579" y="1463872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914400" imgH="431640" progId="Equation.DSMT4">
                  <p:embed/>
                </p:oleObj>
              </mc:Choice>
              <mc:Fallback>
                <p:oleObj name="Equation" r:id="rId54" imgW="914400" imgH="43164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5250579" y="1463872"/>
                        <a:ext cx="914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6CD02ED1-9833-70C8-FBBE-10F6355B15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61097"/>
              </p:ext>
            </p:extLst>
          </p:nvPr>
        </p:nvGraphicFramePr>
        <p:xfrm>
          <a:off x="1115831" y="4293512"/>
          <a:ext cx="200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2006280" imgH="406080" progId="Equation.DSMT4">
                  <p:embed/>
                </p:oleObj>
              </mc:Choice>
              <mc:Fallback>
                <p:oleObj name="Equation" r:id="rId56" imgW="2006280" imgH="4060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115831" y="4293512"/>
                        <a:ext cx="2006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5631977A-FA1B-7067-4EEF-3C0A53F3B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345439"/>
              </p:ext>
            </p:extLst>
          </p:nvPr>
        </p:nvGraphicFramePr>
        <p:xfrm>
          <a:off x="4967558" y="4251191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1396800" imgH="406080" progId="Equation.DSMT4">
                  <p:embed/>
                </p:oleObj>
              </mc:Choice>
              <mc:Fallback>
                <p:oleObj name="Equation" r:id="rId58" imgW="1396800" imgH="40608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967558" y="4251191"/>
                        <a:ext cx="1397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AF3A40CD-E870-5CD0-BD4D-4A40C61D2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930891"/>
              </p:ext>
            </p:extLst>
          </p:nvPr>
        </p:nvGraphicFramePr>
        <p:xfrm>
          <a:off x="1147004" y="7196004"/>
          <a:ext cx="2006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2006280" imgH="431640" progId="Equation.DSMT4">
                  <p:embed/>
                </p:oleObj>
              </mc:Choice>
              <mc:Fallback>
                <p:oleObj name="Equation" r:id="rId60" imgW="2006280" imgH="43164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147004" y="7196004"/>
                        <a:ext cx="2006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F310FDBC-006A-58C4-6EBE-8E37AD3326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315477"/>
              </p:ext>
            </p:extLst>
          </p:nvPr>
        </p:nvGraphicFramePr>
        <p:xfrm>
          <a:off x="5126308" y="7144849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1079280" imgH="380880" progId="Equation.DSMT4">
                  <p:embed/>
                </p:oleObj>
              </mc:Choice>
              <mc:Fallback>
                <p:oleObj name="Equation" r:id="rId62" imgW="1079280" imgH="3808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126308" y="7144849"/>
                        <a:ext cx="1079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0">
            <a:extLst>
              <a:ext uri="{FF2B5EF4-FFF2-40B4-BE49-F238E27FC236}">
                <a16:creationId xmlns:a16="http://schemas.microsoft.com/office/drawing/2014/main" id="{60E85687-23E4-55F1-B794-5CEB6E30B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30492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7A82245A-6E98-BDD8-AA73-783BA388D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30492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343019B8-7726-B496-6BDA-024DCCC35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92214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EA058C63-D6DE-E291-8715-A7577E3A1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612990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895EDA1F-B942-908E-157D-616472459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6119022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F4B8DB7F-A118-3A07-C5FD-D22BE304A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92214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2D12B7-E98F-4776-317B-2E99B7F07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734966"/>
              </p:ext>
            </p:extLst>
          </p:nvPr>
        </p:nvGraphicFramePr>
        <p:xfrm>
          <a:off x="439738" y="398059"/>
          <a:ext cx="2819400" cy="175451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BEF7DE-7F1A-92E1-7C38-A2B3ED87E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103404"/>
              </p:ext>
            </p:extLst>
          </p:nvPr>
        </p:nvGraphicFramePr>
        <p:xfrm>
          <a:off x="3886200" y="409879"/>
          <a:ext cx="2963862" cy="175451"/>
        </p:xfrm>
        <a:graphic>
          <a:graphicData uri="http://schemas.openxmlformats.org/drawingml/2006/table">
            <a:tbl>
              <a:tblPr/>
              <a:tblGrid>
                <a:gridCol w="296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E8E399-ED3E-8322-4A96-301271CBA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772800"/>
              </p:ext>
            </p:extLst>
          </p:nvPr>
        </p:nvGraphicFramePr>
        <p:xfrm>
          <a:off x="439738" y="3501105"/>
          <a:ext cx="2819400" cy="175451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8ADE08A-B175-792A-0FA0-644C1863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11237"/>
              </p:ext>
            </p:extLst>
          </p:nvPr>
        </p:nvGraphicFramePr>
        <p:xfrm>
          <a:off x="3834068" y="3504730"/>
          <a:ext cx="3124200" cy="175451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EC2353-96D8-C26C-BF0E-A78A49979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923754"/>
              </p:ext>
            </p:extLst>
          </p:nvPr>
        </p:nvGraphicFramePr>
        <p:xfrm>
          <a:off x="427679" y="6605281"/>
          <a:ext cx="2887662" cy="175451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EE33169B-9481-6C08-CE9F-149BB2013244}"/>
              </a:ext>
            </a:extLst>
          </p:cNvPr>
          <p:cNvSpPr/>
          <p:nvPr/>
        </p:nvSpPr>
        <p:spPr>
          <a:xfrm>
            <a:off x="3860033" y="6563492"/>
            <a:ext cx="28712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area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of the triangle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FF94D211-3344-1B63-78F1-BDE43DD00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535158"/>
              </p:ext>
            </p:extLst>
          </p:nvPr>
        </p:nvGraphicFramePr>
        <p:xfrm>
          <a:off x="1386590" y="750888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393480" progId="Equation.DSMT4">
                  <p:embed/>
                </p:oleObj>
              </mc:Choice>
              <mc:Fallback>
                <p:oleObj name="Equation" r:id="rId3" imgW="1396800" imgH="39348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6590" y="750888"/>
                        <a:ext cx="1397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3B325A9-20A9-C08B-A81B-E839EC3EB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133950"/>
              </p:ext>
            </p:extLst>
          </p:nvPr>
        </p:nvGraphicFramePr>
        <p:xfrm>
          <a:off x="5260090" y="763588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380880" progId="Equation.DSMT4">
                  <p:embed/>
                </p:oleObj>
              </mc:Choice>
              <mc:Fallback>
                <p:oleObj name="Equation" r:id="rId5" imgW="812520" imgH="38088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60090" y="763588"/>
                        <a:ext cx="81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5EA7748A-9CF7-0F42-76B9-77B87793A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136993"/>
              </p:ext>
            </p:extLst>
          </p:nvPr>
        </p:nvGraphicFramePr>
        <p:xfrm>
          <a:off x="2001838" y="3798888"/>
          <a:ext cx="40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736560" progId="Equation.DSMT4">
                  <p:embed/>
                </p:oleObj>
              </mc:Choice>
              <mc:Fallback>
                <p:oleObj name="Equation" r:id="rId7" imgW="406080" imgH="73656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01838" y="3798888"/>
                        <a:ext cx="406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2998D68-2B5A-CA70-03EE-FE3067368E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337310"/>
              </p:ext>
            </p:extLst>
          </p:nvPr>
        </p:nvGraphicFramePr>
        <p:xfrm>
          <a:off x="5450590" y="3820413"/>
          <a:ext cx="46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9800" imgH="736560" progId="Equation.DSMT4">
                  <p:embed/>
                </p:oleObj>
              </mc:Choice>
              <mc:Fallback>
                <p:oleObj name="Equation" r:id="rId9" imgW="469800" imgH="73656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50590" y="3820413"/>
                        <a:ext cx="46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C5D322B3-3593-2FC6-B0FF-F09353215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027220"/>
              </p:ext>
            </p:extLst>
          </p:nvPr>
        </p:nvGraphicFramePr>
        <p:xfrm>
          <a:off x="1837440" y="6880596"/>
          <a:ext cx="49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774360" progId="Equation.DSMT4">
                  <p:embed/>
                </p:oleObj>
              </mc:Choice>
              <mc:Fallback>
                <p:oleObj name="Equation" r:id="rId11" imgW="495000" imgH="77436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7440" y="6880596"/>
                        <a:ext cx="495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07D6514A-D861-4236-13FA-F1CB0D90ED03}"/>
              </a:ext>
            </a:extLst>
          </p:cNvPr>
          <p:cNvGrpSpPr/>
          <p:nvPr/>
        </p:nvGrpSpPr>
        <p:grpSpPr>
          <a:xfrm>
            <a:off x="4430799" y="7075474"/>
            <a:ext cx="2209800" cy="1219200"/>
            <a:chOff x="0" y="0"/>
            <a:chExt cx="2178458" cy="124424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EF72932-2B5C-4496-1F90-D3BE8C83D2FF}"/>
                </a:ext>
              </a:extLst>
            </p:cNvPr>
            <p:cNvGrpSpPr/>
            <p:nvPr/>
          </p:nvGrpSpPr>
          <p:grpSpPr>
            <a:xfrm>
              <a:off x="903249" y="0"/>
              <a:ext cx="1275209" cy="631991"/>
              <a:chOff x="0" y="0"/>
              <a:chExt cx="1131610" cy="561320"/>
            </a:xfrm>
          </p:grpSpPr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B93DB749-4C56-BEEB-26EF-AAF1D8C89162}"/>
                  </a:ext>
                </a:extLst>
              </p:cNvPr>
              <p:cNvSpPr/>
              <p:nvPr/>
            </p:nvSpPr>
            <p:spPr>
              <a:xfrm>
                <a:off x="0" y="0"/>
                <a:ext cx="1131610" cy="561320"/>
              </a:xfrm>
              <a:prstGeom prst="rtTriangl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02B7FA3-D449-4E2D-1A1E-B432E25C0CD6}"/>
                  </a:ext>
                </a:extLst>
              </p:cNvPr>
              <p:cNvSpPr/>
              <p:nvPr/>
            </p:nvSpPr>
            <p:spPr>
              <a:xfrm>
                <a:off x="0" y="453911"/>
                <a:ext cx="105486" cy="105579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2" name="Text Box 30">
              <a:extLst>
                <a:ext uri="{FF2B5EF4-FFF2-40B4-BE49-F238E27FC236}">
                  <a16:creationId xmlns:a16="http://schemas.microsoft.com/office/drawing/2014/main" id="{7733B736-B26D-114E-AE25-6C5A05F88678}"/>
                </a:ext>
              </a:extLst>
            </p:cNvPr>
            <p:cNvSpPr txBox="1"/>
            <p:nvPr/>
          </p:nvSpPr>
          <p:spPr>
            <a:xfrm>
              <a:off x="997847" y="613053"/>
              <a:ext cx="901065" cy="63119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BCD5F15F-A1E3-8312-73DD-E9CF56EEAD82}"/>
                </a:ext>
              </a:extLst>
            </p:cNvPr>
            <p:cNvSpPr txBox="1"/>
            <p:nvPr/>
          </p:nvSpPr>
          <p:spPr>
            <a:xfrm>
              <a:off x="0" y="105913"/>
              <a:ext cx="901065" cy="57340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5258301A-AFC9-3503-B760-A260BF729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754833"/>
              </p:ext>
            </p:extLst>
          </p:nvPr>
        </p:nvGraphicFramePr>
        <p:xfrm>
          <a:off x="4499947" y="7215512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1760" imgH="393480" progId="Equation.DSMT4">
                  <p:embed/>
                </p:oleObj>
              </mc:Choice>
              <mc:Fallback>
                <p:oleObj name="Equation" r:id="rId13" imgW="761760" imgH="3934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99947" y="7215512"/>
                        <a:ext cx="762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5C2A451E-C189-7747-6293-CB1C8846B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277103"/>
              </p:ext>
            </p:extLst>
          </p:nvPr>
        </p:nvGraphicFramePr>
        <p:xfrm>
          <a:off x="5579447" y="7777487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49160" imgH="393480" progId="Equation.DSMT4">
                  <p:embed/>
                </p:oleObj>
              </mc:Choice>
              <mc:Fallback>
                <p:oleObj name="Equation" r:id="rId15" imgW="749160" imgH="3934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79447" y="7777487"/>
                        <a:ext cx="749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807">
            <a:extLst>
              <a:ext uri="{FF2B5EF4-FFF2-40B4-BE49-F238E27FC236}">
                <a16:creationId xmlns:a16="http://schemas.microsoft.com/office/drawing/2014/main" id="{126C32FF-74DA-BDAD-ED2B-AA3F234C0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784" y="5596169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 Box 807">
            <a:extLst>
              <a:ext uri="{FF2B5EF4-FFF2-40B4-BE49-F238E27FC236}">
                <a16:creationId xmlns:a16="http://schemas.microsoft.com/office/drawing/2014/main" id="{015335CD-BC15-6CEF-EE93-12B5CD98A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608" y="5642757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 Box 807">
            <a:extLst>
              <a:ext uri="{FF2B5EF4-FFF2-40B4-BE49-F238E27FC236}">
                <a16:creationId xmlns:a16="http://schemas.microsoft.com/office/drawing/2014/main" id="{92C4DDE2-2261-E9DB-D61F-07EC9C837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3294" y="8688011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 Box 807">
            <a:extLst>
              <a:ext uri="{FF2B5EF4-FFF2-40B4-BE49-F238E27FC236}">
                <a16:creationId xmlns:a16="http://schemas.microsoft.com/office/drawing/2014/main" id="{19C7384A-14FA-97B9-34A3-0BE3728A0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37" y="8719389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 Box 807">
            <a:extLst>
              <a:ext uri="{FF2B5EF4-FFF2-40B4-BE49-F238E27FC236}">
                <a16:creationId xmlns:a16="http://schemas.microsoft.com/office/drawing/2014/main" id="{78992C31-84E4-1224-67A6-FE498914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5999" y="2486847"/>
            <a:ext cx="1858963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 Box 807">
            <a:extLst>
              <a:ext uri="{FF2B5EF4-FFF2-40B4-BE49-F238E27FC236}">
                <a16:creationId xmlns:a16="http://schemas.microsoft.com/office/drawing/2014/main" id="{29B59E57-BB4A-9235-19A4-D43128177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93" y="2482599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BF7B14D4-79AF-1CCD-7B31-AA9C95EFA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238528"/>
              </p:ext>
            </p:extLst>
          </p:nvPr>
        </p:nvGraphicFramePr>
        <p:xfrm>
          <a:off x="3443990" y="4857413"/>
          <a:ext cx="9144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400" imgH="194400" progId="Equation.DSMT4">
                  <p:embed/>
                </p:oleObj>
              </mc:Choice>
              <mc:Fallback>
                <p:oleObj name="Equation" r:id="rId17" imgW="914400" imgH="19440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43990" y="4857413"/>
                        <a:ext cx="914400" cy="19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7425C398-320F-AABC-9AF2-EAE993A304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190409"/>
              </p:ext>
            </p:extLst>
          </p:nvPr>
        </p:nvGraphicFramePr>
        <p:xfrm>
          <a:off x="974725" y="2505075"/>
          <a:ext cx="39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480" imgH="368280" progId="Equation.DSMT4">
                  <p:embed/>
                </p:oleObj>
              </mc:Choice>
              <mc:Fallback>
                <p:oleObj name="Equation" r:id="rId19" imgW="393480" imgH="3682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74725" y="2505075"/>
                        <a:ext cx="39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8A36067D-2012-FDA3-DFDD-81EA0DFEE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002597"/>
              </p:ext>
            </p:extLst>
          </p:nvPr>
        </p:nvGraphicFramePr>
        <p:xfrm>
          <a:off x="2160588" y="2594777"/>
          <a:ext cx="368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68280" imgH="177480" progId="Equation.DSMT4">
                  <p:embed/>
                </p:oleObj>
              </mc:Choice>
              <mc:Fallback>
                <p:oleObj name="Equation" r:id="rId21" imgW="368280" imgH="1774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60588" y="2594777"/>
                        <a:ext cx="368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A98156AE-D290-8ECB-E230-A3ED01B7B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390853"/>
              </p:ext>
            </p:extLst>
          </p:nvPr>
        </p:nvGraphicFramePr>
        <p:xfrm>
          <a:off x="981460" y="2988627"/>
          <a:ext cx="39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93480" imgH="368280" progId="Equation.DSMT4">
                  <p:embed/>
                </p:oleObj>
              </mc:Choice>
              <mc:Fallback>
                <p:oleObj name="Equation" r:id="rId23" imgW="393480" imgH="3682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81460" y="2988627"/>
                        <a:ext cx="39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2D8F3816-23BD-7FEA-0AC8-BF420E5CE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994635"/>
              </p:ext>
            </p:extLst>
          </p:nvPr>
        </p:nvGraphicFramePr>
        <p:xfrm>
          <a:off x="2116138" y="2977491"/>
          <a:ext cx="45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57200" imgH="368280" progId="Equation.DSMT4">
                  <p:embed/>
                </p:oleObj>
              </mc:Choice>
              <mc:Fallback>
                <p:oleObj name="Equation" r:id="rId25" imgW="457200" imgH="3682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16138" y="2977491"/>
                        <a:ext cx="45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584C205A-F6D5-4C46-E6DA-1B84AE55A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007918"/>
              </p:ext>
            </p:extLst>
          </p:nvPr>
        </p:nvGraphicFramePr>
        <p:xfrm>
          <a:off x="4461847" y="2496825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838080" imgH="393480" progId="Equation.DSMT4">
                  <p:embed/>
                </p:oleObj>
              </mc:Choice>
              <mc:Fallback>
                <p:oleObj name="Equation" r:id="rId27" imgW="838080" imgH="39348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61847" y="2496825"/>
                        <a:ext cx="838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2169A648-57DA-1FAC-5903-CAE49974D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887754"/>
              </p:ext>
            </p:extLst>
          </p:nvPr>
        </p:nvGraphicFramePr>
        <p:xfrm>
          <a:off x="5959475" y="2513013"/>
          <a:ext cx="533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33160" imgH="368280" progId="Equation.DSMT4">
                  <p:embed/>
                </p:oleObj>
              </mc:Choice>
              <mc:Fallback>
                <p:oleObj name="Equation" r:id="rId29" imgW="533160" imgH="3682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959475" y="2513013"/>
                        <a:ext cx="533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1EB2D261-E2B8-D7E5-467B-AA650920F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84340"/>
              </p:ext>
            </p:extLst>
          </p:nvPr>
        </p:nvGraphicFramePr>
        <p:xfrm>
          <a:off x="5976352" y="2977491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31640" imgH="368280" progId="Equation.DSMT4">
                  <p:embed/>
                </p:oleObj>
              </mc:Choice>
              <mc:Fallback>
                <p:oleObj name="Equation" r:id="rId31" imgW="431640" imgH="36828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976352" y="2977491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734FF9F8-D66B-973C-9D44-FA234BA98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956075"/>
              </p:ext>
            </p:extLst>
          </p:nvPr>
        </p:nvGraphicFramePr>
        <p:xfrm>
          <a:off x="4463994" y="2975927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838080" imgH="393480" progId="Equation.DSMT4">
                  <p:embed/>
                </p:oleObj>
              </mc:Choice>
              <mc:Fallback>
                <p:oleObj name="Equation" r:id="rId33" imgW="838080" imgH="39348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63994" y="2975927"/>
                        <a:ext cx="838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15BA228D-FF94-1D3D-F4E8-AA5C74FB2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311752"/>
              </p:ext>
            </p:extLst>
          </p:nvPr>
        </p:nvGraphicFramePr>
        <p:xfrm>
          <a:off x="1025525" y="5635625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91960" imgH="393480" progId="Equation.DSMT4">
                  <p:embed/>
                </p:oleObj>
              </mc:Choice>
              <mc:Fallback>
                <p:oleObj name="Equation" r:id="rId35" imgW="291960" imgH="3934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25525" y="5635625"/>
                        <a:ext cx="292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46041117-1147-923C-9A0E-322F51BAD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939889"/>
              </p:ext>
            </p:extLst>
          </p:nvPr>
        </p:nvGraphicFramePr>
        <p:xfrm>
          <a:off x="1022775" y="6115050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600" imgH="380880" progId="Equation.DSMT4">
                  <p:embed/>
                </p:oleObj>
              </mc:Choice>
              <mc:Fallback>
                <p:oleObj name="Equation" r:id="rId37" imgW="228600" imgH="38088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22775" y="6115050"/>
                        <a:ext cx="22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637142D3-B306-6405-A0DF-2DF55AEDA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082454"/>
              </p:ext>
            </p:extLst>
          </p:nvPr>
        </p:nvGraphicFramePr>
        <p:xfrm>
          <a:off x="2200275" y="5635625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15640" imgH="393480" progId="Equation.DSMT4">
                  <p:embed/>
                </p:oleObj>
              </mc:Choice>
              <mc:Fallback>
                <p:oleObj name="Equation" r:id="rId39" imgW="215640" imgH="3934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200275" y="5635625"/>
                        <a:ext cx="215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1799821F-7ED2-CEB3-DC57-E8025C238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359062"/>
              </p:ext>
            </p:extLst>
          </p:nvPr>
        </p:nvGraphicFramePr>
        <p:xfrm>
          <a:off x="2200275" y="6137275"/>
          <a:ext cx="21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15640" imgH="380880" progId="Equation.DSMT4">
                  <p:embed/>
                </p:oleObj>
              </mc:Choice>
              <mc:Fallback>
                <p:oleObj name="Equation" r:id="rId41" imgW="215640" imgH="3808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200275" y="6137275"/>
                        <a:ext cx="215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C4186E78-ACC9-F82B-9BAB-8AB52D093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589427"/>
              </p:ext>
            </p:extLst>
          </p:nvPr>
        </p:nvGraphicFramePr>
        <p:xfrm>
          <a:off x="4475797" y="5617477"/>
          <a:ext cx="355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55320" imgH="368280" progId="Equation.DSMT4">
                  <p:embed/>
                </p:oleObj>
              </mc:Choice>
              <mc:Fallback>
                <p:oleObj name="Equation" r:id="rId43" imgW="355320" imgH="3682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475797" y="5617477"/>
                        <a:ext cx="355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F47D8D96-1975-99B0-8932-64D5B1107B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915031"/>
              </p:ext>
            </p:extLst>
          </p:nvPr>
        </p:nvGraphicFramePr>
        <p:xfrm>
          <a:off x="5783984" y="5694141"/>
          <a:ext cx="1905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90440" imgH="164880" progId="Equation.DSMT4">
                  <p:embed/>
                </p:oleObj>
              </mc:Choice>
              <mc:Fallback>
                <p:oleObj name="Equation" r:id="rId45" imgW="190440" imgH="16488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783984" y="5694141"/>
                        <a:ext cx="1905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71BD78BB-D4DD-061B-721C-2FCEB53C3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564186"/>
              </p:ext>
            </p:extLst>
          </p:nvPr>
        </p:nvGraphicFramePr>
        <p:xfrm>
          <a:off x="5766435" y="6085789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15640" imgH="368280" progId="Equation.DSMT4">
                  <p:embed/>
                </p:oleObj>
              </mc:Choice>
              <mc:Fallback>
                <p:oleObj name="Equation" r:id="rId47" imgW="215640" imgH="36828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766435" y="6085789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544C227D-D739-E479-B8DD-5304796EB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00064"/>
              </p:ext>
            </p:extLst>
          </p:nvPr>
        </p:nvGraphicFramePr>
        <p:xfrm>
          <a:off x="4569224" y="6082144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39680" imgH="368280" progId="Equation.DSMT4">
                  <p:embed/>
                </p:oleObj>
              </mc:Choice>
              <mc:Fallback>
                <p:oleObj name="Equation" r:id="rId49" imgW="139680" imgH="36828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569224" y="6082144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83ABA532-28D4-FF68-F796-B0356A805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270556"/>
              </p:ext>
            </p:extLst>
          </p:nvPr>
        </p:nvGraphicFramePr>
        <p:xfrm>
          <a:off x="1041367" y="8760386"/>
          <a:ext cx="45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457200" imgH="368280" progId="Equation.DSMT4">
                  <p:embed/>
                </p:oleObj>
              </mc:Choice>
              <mc:Fallback>
                <p:oleObj name="Equation" r:id="rId51" imgW="457200" imgH="36828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41367" y="8760386"/>
                        <a:ext cx="45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1FB2B764-6130-31CF-DD28-9CF8181989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339108"/>
              </p:ext>
            </p:extLst>
          </p:nvPr>
        </p:nvGraphicFramePr>
        <p:xfrm>
          <a:off x="1060345" y="9199090"/>
          <a:ext cx="36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368280" imgH="406080" progId="Equation.DSMT4">
                  <p:embed/>
                </p:oleObj>
              </mc:Choice>
              <mc:Fallback>
                <p:oleObj name="Equation" r:id="rId53" imgW="368280" imgH="40608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060345" y="9199090"/>
                        <a:ext cx="368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D4D9945D-1F62-AE2A-A8B1-2285CD5AD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616766"/>
              </p:ext>
            </p:extLst>
          </p:nvPr>
        </p:nvGraphicFramePr>
        <p:xfrm>
          <a:off x="2280200" y="8829618"/>
          <a:ext cx="609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609480" imgH="203040" progId="Equation.DSMT4">
                  <p:embed/>
                </p:oleObj>
              </mc:Choice>
              <mc:Fallback>
                <p:oleObj name="Equation" r:id="rId55" imgW="609480" imgH="203040" progId="Equation.DSMT4">
                  <p:embed/>
                  <p:pic>
                    <p:nvPicPr>
                      <p:cNvPr id="87" name="Object 86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280200" y="8829618"/>
                        <a:ext cx="609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5162CDC2-297A-6143-D8FD-764FD2A6A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733675"/>
              </p:ext>
            </p:extLst>
          </p:nvPr>
        </p:nvGraphicFramePr>
        <p:xfrm>
          <a:off x="2297632" y="9180040"/>
          <a:ext cx="36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368280" imgH="406080" progId="Equation.DSMT4">
                  <p:embed/>
                </p:oleObj>
              </mc:Choice>
              <mc:Fallback>
                <p:oleObj name="Equation" r:id="rId57" imgW="368280" imgH="4060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297632" y="9180040"/>
                        <a:ext cx="368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4C6A186B-F847-A69D-CDE5-028C959DE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32375"/>
              </p:ext>
            </p:extLst>
          </p:nvPr>
        </p:nvGraphicFramePr>
        <p:xfrm>
          <a:off x="4448563" y="8784025"/>
          <a:ext cx="508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507960" imgH="203040" progId="Equation.DSMT4">
                  <p:embed/>
                </p:oleObj>
              </mc:Choice>
              <mc:Fallback>
                <p:oleObj name="Equation" r:id="rId59" imgW="507960" imgH="20304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48563" y="8784025"/>
                        <a:ext cx="508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E55CF597-66CF-34FD-16AF-A8084EED79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752112"/>
              </p:ext>
            </p:extLst>
          </p:nvPr>
        </p:nvGraphicFramePr>
        <p:xfrm>
          <a:off x="4444442" y="9283337"/>
          <a:ext cx="584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583920" imgH="203040" progId="Equation.DSMT4">
                  <p:embed/>
                </p:oleObj>
              </mc:Choice>
              <mc:Fallback>
                <p:oleObj name="Equation" r:id="rId61" imgW="583920" imgH="20304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4444442" y="9283337"/>
                        <a:ext cx="584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19DDE37B-81EC-0AB0-4711-A47187C3E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81905"/>
              </p:ext>
            </p:extLst>
          </p:nvPr>
        </p:nvGraphicFramePr>
        <p:xfrm>
          <a:off x="5746325" y="8718588"/>
          <a:ext cx="533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3" imgW="533160" imgH="368280" progId="Equation.DSMT4">
                  <p:embed/>
                </p:oleObj>
              </mc:Choice>
              <mc:Fallback>
                <p:oleObj name="Equation" r:id="rId63" imgW="533160" imgH="36828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5746325" y="8718588"/>
                        <a:ext cx="533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54C9D10F-49E6-0118-BB97-0EB942E20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091064"/>
              </p:ext>
            </p:extLst>
          </p:nvPr>
        </p:nvGraphicFramePr>
        <p:xfrm>
          <a:off x="5731225" y="9187675"/>
          <a:ext cx="609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5" imgW="609480" imgH="368280" progId="Equation.DSMT4">
                  <p:embed/>
                </p:oleObj>
              </mc:Choice>
              <mc:Fallback>
                <p:oleObj name="Equation" r:id="rId65" imgW="609480" imgH="36828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731225" y="9187675"/>
                        <a:ext cx="609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2D7CB0-61A5-8C06-AA46-0526BB82A132}"/>
              </a:ext>
            </a:extLst>
          </p:cNvPr>
          <p:cNvSpPr/>
          <p:nvPr/>
        </p:nvSpPr>
        <p:spPr>
          <a:xfrm>
            <a:off x="403439" y="387374"/>
            <a:ext cx="35813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13.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Given the volume,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of the rectangular prism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below, find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the height of the prism.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" name="Text Box 807">
            <a:extLst>
              <a:ext uri="{FF2B5EF4-FFF2-40B4-BE49-F238E27FC236}">
                <a16:creationId xmlns:a16="http://schemas.microsoft.com/office/drawing/2014/main" id="{7558C4A3-1AE7-400E-35EA-6330C87F5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556" y="2487282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 Box 807">
            <a:extLst>
              <a:ext uri="{FF2B5EF4-FFF2-40B4-BE49-F238E27FC236}">
                <a16:creationId xmlns:a16="http://schemas.microsoft.com/office/drawing/2014/main" id="{E2F4BA9E-E2A4-428F-539D-2DCE7C839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67" y="2518052"/>
            <a:ext cx="2399665" cy="104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51">
            <a:extLst>
              <a:ext uri="{FF2B5EF4-FFF2-40B4-BE49-F238E27FC236}">
                <a16:creationId xmlns:a16="http://schemas.microsoft.com/office/drawing/2014/main" id="{D6EF56E1-D438-8099-4BB9-CE7927D2E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0492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Text Box 51">
            <a:extLst>
              <a:ext uri="{FF2B5EF4-FFF2-40B4-BE49-F238E27FC236}">
                <a16:creationId xmlns:a16="http://schemas.microsoft.com/office/drawing/2014/main" id="{F01D352C-4BCD-758F-8857-AA3A8381C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92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E2FD9-8381-0299-230D-26F7333A0778}"/>
              </a:ext>
            </a:extLst>
          </p:cNvPr>
          <p:cNvGrpSpPr/>
          <p:nvPr/>
        </p:nvGrpSpPr>
        <p:grpSpPr>
          <a:xfrm>
            <a:off x="778456" y="1005572"/>
            <a:ext cx="2831360" cy="1092834"/>
            <a:chOff x="756390" y="915650"/>
            <a:chExt cx="2831360" cy="10928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9D130A-4254-2549-8781-44BE3684D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390" y="999799"/>
              <a:ext cx="1005927" cy="57917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7B0A04-AA2A-2737-83C5-57C590801F1F}"/>
                </a:ext>
              </a:extLst>
            </p:cNvPr>
            <p:cNvGrpSpPr/>
            <p:nvPr/>
          </p:nvGrpSpPr>
          <p:grpSpPr>
            <a:xfrm>
              <a:off x="1828800" y="915650"/>
              <a:ext cx="1583690" cy="1092834"/>
              <a:chOff x="0" y="0"/>
              <a:chExt cx="1584287" cy="1092897"/>
            </a:xfrm>
          </p:grpSpPr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8932E5E6-507C-F8D1-7155-F367DEDB0FE4}"/>
                  </a:ext>
                </a:extLst>
              </p:cNvPr>
              <p:cNvSpPr/>
              <p:nvPr/>
            </p:nvSpPr>
            <p:spPr>
              <a:xfrm>
                <a:off x="279094" y="0"/>
                <a:ext cx="1159727" cy="680085"/>
              </a:xfrm>
              <a:prstGeom prst="cub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Text Box 37">
                <a:extLst>
                  <a:ext uri="{FF2B5EF4-FFF2-40B4-BE49-F238E27FC236}">
                    <a16:creationId xmlns:a16="http://schemas.microsoft.com/office/drawing/2014/main" id="{ADDCECB4-709A-9F36-24E3-8CA111F06FA7}"/>
                  </a:ext>
                </a:extLst>
              </p:cNvPr>
              <p:cNvSpPr txBox="1"/>
              <p:nvPr/>
            </p:nvSpPr>
            <p:spPr>
              <a:xfrm>
                <a:off x="455335" y="671892"/>
                <a:ext cx="271145" cy="42100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7C6ADF8-EBFF-5974-785C-D4CF16DB476B}"/>
                  </a:ext>
                </a:extLst>
              </p:cNvPr>
              <p:cNvCxnSpPr/>
              <p:nvPr/>
            </p:nvCxnSpPr>
            <p:spPr>
              <a:xfrm flipH="1" flipV="1">
                <a:off x="1406487" y="605928"/>
                <a:ext cx="177800" cy="111125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tailEnd type="stealth"/>
              </a:ln>
              <a:effectLst/>
            </p:spPr>
          </p:cxnSp>
          <p:sp>
            <p:nvSpPr>
              <p:cNvPr id="24" name="Text Box 40">
                <a:extLst>
                  <a:ext uri="{FF2B5EF4-FFF2-40B4-BE49-F238E27FC236}">
                    <a16:creationId xmlns:a16="http://schemas.microsoft.com/office/drawing/2014/main" id="{FBDF257D-B0CA-DC9A-20A6-7D3990A87A52}"/>
                  </a:ext>
                </a:extLst>
              </p:cNvPr>
              <p:cNvSpPr txBox="1"/>
              <p:nvPr/>
            </p:nvSpPr>
            <p:spPr>
              <a:xfrm>
                <a:off x="0" y="290068"/>
                <a:ext cx="304165" cy="42100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25C24AE5-E79C-177B-1697-00A96831442D}"/>
                  </a:ext>
                </a:extLst>
              </p:cNvPr>
              <p:cNvCxnSpPr/>
              <p:nvPr/>
            </p:nvCxnSpPr>
            <p:spPr>
              <a:xfrm flipV="1">
                <a:off x="143219" y="165253"/>
                <a:ext cx="0" cy="192232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tailEnd type="stealth" w="sm" len="sm"/>
              </a:ln>
              <a:effectLst/>
            </p:spPr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13DDE6-FBE9-81FB-5768-CD077547D7BA}"/>
                  </a:ext>
                </a:extLst>
              </p:cNvPr>
              <p:cNvCxnSpPr/>
              <p:nvPr/>
            </p:nvCxnSpPr>
            <p:spPr>
              <a:xfrm>
                <a:off x="143219" y="510448"/>
                <a:ext cx="0" cy="192232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tailEnd type="stealth" w="sm" len="sm"/>
              </a:ln>
              <a:effectLst/>
            </p:spPr>
          </p:cxnSp>
        </p:grp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9813FBAD-F6D6-7F53-5940-43C6FED3CA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299" y="1089037"/>
            <a:ext cx="800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99920" imgH="393480" progId="Equation.DSMT4">
                    <p:embed/>
                  </p:oleObj>
                </mc:Choice>
                <mc:Fallback>
                  <p:oleObj name="Equation" r:id="rId5" imgW="799920" imgH="393480" progId="Equation.DSMT4">
                    <p:embed/>
                    <p:pic>
                      <p:nvPicPr>
                        <p:cNvPr id="45" name="Object 4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2299" y="1089037"/>
                          <a:ext cx="800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1557171B-DF58-8447-C952-10F157FFE6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4939" y="1270145"/>
            <a:ext cx="1270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64880" progId="Equation.DSMT4">
                    <p:embed/>
                  </p:oleObj>
                </mc:Choice>
                <mc:Fallback>
                  <p:oleObj name="Equation" r:id="rId7" imgW="126720" imgH="164880" progId="Equation.DSMT4">
                    <p:embed/>
                    <p:pic>
                      <p:nvPicPr>
                        <p:cNvPr id="46" name="Object 4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14939" y="1270145"/>
                          <a:ext cx="1270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C5D05E76-FEFD-1FEC-FA40-4E48E5F00D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2200" y="1601450"/>
            <a:ext cx="4445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44240" imgH="177480" progId="Equation.DSMT4">
                    <p:embed/>
                  </p:oleObj>
                </mc:Choice>
                <mc:Fallback>
                  <p:oleObj name="Equation" r:id="rId9" imgW="444240" imgH="177480" progId="Equation.DSMT4">
                    <p:embed/>
                    <p:pic>
                      <p:nvPicPr>
                        <p:cNvPr id="47" name="Object 4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62200" y="1601450"/>
                          <a:ext cx="4445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0D8CB41C-FE27-A6AF-8012-0F6E8BEB3B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5350" y="1443038"/>
            <a:ext cx="152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380880" progId="Equation.DSMT4">
                    <p:embed/>
                  </p:oleObj>
                </mc:Choice>
                <mc:Fallback>
                  <p:oleObj name="Equation" r:id="rId11" imgW="152280" imgH="380880" progId="Equation.DSMT4">
                    <p:embed/>
                    <p:pic>
                      <p:nvPicPr>
                        <p:cNvPr id="50" name="Object 4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35350" y="1443038"/>
                          <a:ext cx="152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CD6C5D0-D89F-E654-6622-BDE6DE0B0A69}"/>
              </a:ext>
            </a:extLst>
          </p:cNvPr>
          <p:cNvSpPr/>
          <p:nvPr/>
        </p:nvSpPr>
        <p:spPr>
          <a:xfrm>
            <a:off x="3852459" y="394391"/>
            <a:ext cx="336181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Find the perimeter of the rectangle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204F8B-1341-A3FF-98FC-74A87A3793F7}"/>
              </a:ext>
            </a:extLst>
          </p:cNvPr>
          <p:cNvSpPr/>
          <p:nvPr/>
        </p:nvSpPr>
        <p:spPr>
          <a:xfrm>
            <a:off x="4876800" y="915650"/>
            <a:ext cx="1306830" cy="65722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0148AB2-1125-844A-ED71-FB4ADF8C7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129136"/>
              </p:ext>
            </p:extLst>
          </p:nvPr>
        </p:nvGraphicFramePr>
        <p:xfrm>
          <a:off x="6248400" y="1062038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80" imgH="380880" progId="Equation.DSMT4">
                  <p:embed/>
                </p:oleObj>
              </mc:Choice>
              <mc:Fallback>
                <p:oleObj name="Equation" r:id="rId13" imgW="380880" imgH="3808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8400" y="1062038"/>
                        <a:ext cx="381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65692496-C6B2-9E3E-8827-91D5C8EA9E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84415"/>
              </p:ext>
            </p:extLst>
          </p:nvPr>
        </p:nvGraphicFramePr>
        <p:xfrm>
          <a:off x="5270500" y="1589088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20560" imgH="393480" progId="Equation.DSMT4">
                  <p:embed/>
                </p:oleObj>
              </mc:Choice>
              <mc:Fallback>
                <p:oleObj name="Equation" r:id="rId15" imgW="520560" imgH="3934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70500" y="1589088"/>
                        <a:ext cx="520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2F99176-9651-8895-B54B-604E304B8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262472"/>
              </p:ext>
            </p:extLst>
          </p:nvPr>
        </p:nvGraphicFramePr>
        <p:xfrm>
          <a:off x="388938" y="3508881"/>
          <a:ext cx="2887662" cy="175451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6F76E94-2823-AF89-6A7C-4F098FC5E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875600"/>
              </p:ext>
            </p:extLst>
          </p:nvPr>
        </p:nvGraphicFramePr>
        <p:xfrm>
          <a:off x="3862915" y="3515488"/>
          <a:ext cx="3040062" cy="175451"/>
        </p:xfrm>
        <a:graphic>
          <a:graphicData uri="http://schemas.openxmlformats.org/drawingml/2006/table">
            <a:tbl>
              <a:tblPr/>
              <a:tblGrid>
                <a:gridCol w="30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6E448BE9-D048-05A9-86EB-AC21B5017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3981"/>
              </p:ext>
            </p:extLst>
          </p:nvPr>
        </p:nvGraphicFramePr>
        <p:xfrm>
          <a:off x="398584" y="6612796"/>
          <a:ext cx="2887662" cy="175451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  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AE9E107-5678-7DC5-F3E6-9F63BB94A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18826"/>
              </p:ext>
            </p:extLst>
          </p:nvPr>
        </p:nvGraphicFramePr>
        <p:xfrm>
          <a:off x="3823279" y="6590124"/>
          <a:ext cx="3268662" cy="175451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  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D02E74AE-CDC8-0B0A-0DDD-CD04807C2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908885"/>
              </p:ext>
            </p:extLst>
          </p:nvPr>
        </p:nvGraphicFramePr>
        <p:xfrm>
          <a:off x="1581150" y="3805238"/>
          <a:ext cx="85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50680" imgH="380880" progId="Equation.DSMT4">
                  <p:embed/>
                </p:oleObj>
              </mc:Choice>
              <mc:Fallback>
                <p:oleObj name="Equation" r:id="rId17" imgW="850680" imgH="3808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1150" y="3805238"/>
                        <a:ext cx="850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8BD52ADC-1BA3-D7B7-C70D-FC432BA425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992562"/>
              </p:ext>
            </p:extLst>
          </p:nvPr>
        </p:nvGraphicFramePr>
        <p:xfrm>
          <a:off x="5099050" y="3805238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65160" imgH="380880" progId="Equation.DSMT4">
                  <p:embed/>
                </p:oleObj>
              </mc:Choice>
              <mc:Fallback>
                <p:oleObj name="Equation" r:id="rId19" imgW="965160" imgH="3808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99050" y="3805238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5D74F41F-F94A-D8AD-CEEF-C2A8B3F29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464630"/>
              </p:ext>
            </p:extLst>
          </p:nvPr>
        </p:nvGraphicFramePr>
        <p:xfrm>
          <a:off x="1257300" y="6851033"/>
          <a:ext cx="167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76160" imgH="393480" progId="Equation.DSMT4">
                  <p:embed/>
                </p:oleObj>
              </mc:Choice>
              <mc:Fallback>
                <p:oleObj name="Equation" r:id="rId21" imgW="1676160" imgH="3934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57300" y="6851033"/>
                        <a:ext cx="167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B654F7BE-6FDE-CB2C-21EF-41163F5BE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109798"/>
              </p:ext>
            </p:extLst>
          </p:nvPr>
        </p:nvGraphicFramePr>
        <p:xfrm>
          <a:off x="4940300" y="6950075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6800" imgH="380880" progId="Equation.DSMT4">
                  <p:embed/>
                </p:oleObj>
              </mc:Choice>
              <mc:Fallback>
                <p:oleObj name="Equation" r:id="rId23" imgW="1396800" imgH="3808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40300" y="6950075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EDE216F9-FF56-020D-3CFE-7F1DFA9E1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18460"/>
              </p:ext>
            </p:extLst>
          </p:nvPr>
        </p:nvGraphicFramePr>
        <p:xfrm>
          <a:off x="1030317" y="251839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17160" imgH="368280" progId="Equation.DSMT4">
                  <p:embed/>
                </p:oleObj>
              </mc:Choice>
              <mc:Fallback>
                <p:oleObj name="Equation" r:id="rId25" imgW="317160" imgH="3682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30317" y="251839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078AD61B-2B3B-2FF0-DA08-FE4C844A4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046239"/>
              </p:ext>
            </p:extLst>
          </p:nvPr>
        </p:nvGraphicFramePr>
        <p:xfrm>
          <a:off x="1030317" y="297559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17160" imgH="368280" progId="Equation.DSMT4">
                  <p:embed/>
                </p:oleObj>
              </mc:Choice>
              <mc:Fallback>
                <p:oleObj name="Equation" r:id="rId27" imgW="317160" imgH="3682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30317" y="297559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4F88DC22-3126-E61E-15C6-268EE37B1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291863"/>
              </p:ext>
            </p:extLst>
          </p:nvPr>
        </p:nvGraphicFramePr>
        <p:xfrm>
          <a:off x="2184458" y="2628960"/>
          <a:ext cx="533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33160" imgH="203040" progId="Equation.DSMT4">
                  <p:embed/>
                </p:oleObj>
              </mc:Choice>
              <mc:Fallback>
                <p:oleObj name="Equation" r:id="rId29" imgW="533160" imgH="20304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84458" y="2628960"/>
                        <a:ext cx="533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F3D8E792-A875-F014-E98F-D76EEECA9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52246"/>
              </p:ext>
            </p:extLst>
          </p:nvPr>
        </p:nvGraphicFramePr>
        <p:xfrm>
          <a:off x="2184458" y="3116608"/>
          <a:ext cx="482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82400" imgH="203040" progId="Equation.DSMT4">
                  <p:embed/>
                </p:oleObj>
              </mc:Choice>
              <mc:Fallback>
                <p:oleObj name="Equation" r:id="rId31" imgW="482400" imgH="20304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84458" y="3116608"/>
                        <a:ext cx="482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A954E7DE-6922-851D-D1C8-59A7DE544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070260"/>
              </p:ext>
            </p:extLst>
          </p:nvPr>
        </p:nvGraphicFramePr>
        <p:xfrm>
          <a:off x="4505006" y="258287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30120" imgH="177480" progId="Equation.DSMT4">
                  <p:embed/>
                </p:oleObj>
              </mc:Choice>
              <mc:Fallback>
                <p:oleObj name="Equation" r:id="rId33" imgW="330120" imgH="1774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05006" y="258287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4DA6E0D9-CC11-5C9C-E8C2-039396FE7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722931"/>
              </p:ext>
            </p:extLst>
          </p:nvPr>
        </p:nvGraphicFramePr>
        <p:xfrm>
          <a:off x="4479635" y="3082119"/>
          <a:ext cx="520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20560" imgH="203040" progId="Equation.DSMT4">
                  <p:embed/>
                </p:oleObj>
              </mc:Choice>
              <mc:Fallback>
                <p:oleObj name="Equation" r:id="rId35" imgW="520560" imgH="20304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479635" y="3082119"/>
                        <a:ext cx="520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1DA34F74-8D62-8724-DA10-CFC56CB8D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23428"/>
              </p:ext>
            </p:extLst>
          </p:nvPr>
        </p:nvGraphicFramePr>
        <p:xfrm>
          <a:off x="5799771" y="2512096"/>
          <a:ext cx="355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55320" imgH="368280" progId="Equation.DSMT4">
                  <p:embed/>
                </p:oleObj>
              </mc:Choice>
              <mc:Fallback>
                <p:oleObj name="Equation" r:id="rId37" imgW="355320" imgH="36828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799771" y="2512096"/>
                        <a:ext cx="355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F769D8F9-567B-ECDB-2442-1AAF9590C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464326"/>
              </p:ext>
            </p:extLst>
          </p:nvPr>
        </p:nvGraphicFramePr>
        <p:xfrm>
          <a:off x="5783967" y="3008934"/>
          <a:ext cx="533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33160" imgH="368280" progId="Equation.DSMT4">
                  <p:embed/>
                </p:oleObj>
              </mc:Choice>
              <mc:Fallback>
                <p:oleObj name="Equation" r:id="rId39" imgW="533160" imgH="3682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783967" y="3008934"/>
                        <a:ext cx="533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126">
            <a:extLst>
              <a:ext uri="{FF2B5EF4-FFF2-40B4-BE49-F238E27FC236}">
                <a16:creationId xmlns:a16="http://schemas.microsoft.com/office/drawing/2014/main" id="{ACCB33EA-EE25-9CBC-6483-FFB241FF9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9191762"/>
            <a:ext cx="1195021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</p:txBody>
      </p:sp>
      <p:sp>
        <p:nvSpPr>
          <p:cNvPr id="85" name="Text Box 126">
            <a:extLst>
              <a:ext uri="{FF2B5EF4-FFF2-40B4-BE49-F238E27FC236}">
                <a16:creationId xmlns:a16="http://schemas.microsoft.com/office/drawing/2014/main" id="{EF0F56A1-DC6D-490A-7CDF-52B77A72F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371" y="6102091"/>
            <a:ext cx="1195021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  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</p:txBody>
      </p:sp>
      <p:sp>
        <p:nvSpPr>
          <p:cNvPr id="86" name="Text Box 126">
            <a:extLst>
              <a:ext uri="{FF2B5EF4-FFF2-40B4-BE49-F238E27FC236}">
                <a16:creationId xmlns:a16="http://schemas.microsoft.com/office/drawing/2014/main" id="{1FDFC42A-80BB-862C-A7D9-C7BB0F1DB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4184" y="6095980"/>
            <a:ext cx="1195021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</p:txBody>
      </p:sp>
      <p:sp>
        <p:nvSpPr>
          <p:cNvPr id="87" name="Text Box 126">
            <a:extLst>
              <a:ext uri="{FF2B5EF4-FFF2-40B4-BE49-F238E27FC236}">
                <a16:creationId xmlns:a16="http://schemas.microsoft.com/office/drawing/2014/main" id="{46B0391A-1CF1-01F5-25F6-32EF924D7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579" y="9203903"/>
            <a:ext cx="1195021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Text Box 65">
            <a:extLst>
              <a:ext uri="{FF2B5EF4-FFF2-40B4-BE49-F238E27FC236}">
                <a16:creationId xmlns:a16="http://schemas.microsoft.com/office/drawing/2014/main" id="{DB7C39DC-4F07-2DC2-9005-6F04F9C7E455}"/>
              </a:ext>
            </a:extLst>
          </p:cNvPr>
          <p:cNvSpPr txBox="1"/>
          <p:nvPr/>
        </p:nvSpPr>
        <p:spPr>
          <a:xfrm>
            <a:off x="457200" y="920760"/>
            <a:ext cx="6330950" cy="27876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      B.                                       C.                                        D.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7" name="Text Box 70">
            <a:extLst>
              <a:ext uri="{FF2B5EF4-FFF2-40B4-BE49-F238E27FC236}">
                <a16:creationId xmlns:a16="http://schemas.microsoft.com/office/drawing/2014/main" id="{558F29FB-8487-6590-8FEE-A8F3ED531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4058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98" name="Text Box 70">
            <a:extLst>
              <a:ext uri="{FF2B5EF4-FFF2-40B4-BE49-F238E27FC236}">
                <a16:creationId xmlns:a16="http://schemas.microsoft.com/office/drawing/2014/main" id="{9826D33E-7F58-064F-734A-95025145E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058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899" name="Group 898">
            <a:extLst>
              <a:ext uri="{FF2B5EF4-FFF2-40B4-BE49-F238E27FC236}">
                <a16:creationId xmlns:a16="http://schemas.microsoft.com/office/drawing/2014/main" id="{FC90C698-ADC8-0801-2776-0A0E324F1749}"/>
              </a:ext>
            </a:extLst>
          </p:cNvPr>
          <p:cNvGrpSpPr/>
          <p:nvPr/>
        </p:nvGrpSpPr>
        <p:grpSpPr>
          <a:xfrm>
            <a:off x="420270" y="349272"/>
            <a:ext cx="4724400" cy="381000"/>
            <a:chOff x="381000" y="338052"/>
            <a:chExt cx="4724400" cy="381000"/>
          </a:xfrm>
        </p:grpSpPr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0DCF8250-8259-D7B7-0BAB-D1303E76D395}"/>
                </a:ext>
              </a:extLst>
            </p:cNvPr>
            <p:cNvSpPr/>
            <p:nvPr/>
          </p:nvSpPr>
          <p:spPr>
            <a:xfrm>
              <a:off x="381000" y="397077"/>
              <a:ext cx="4724400" cy="2693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5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19. </a:t>
              </a:r>
              <a:r>
                <a:rPr lang="en-US" sz="1150" dirty="0">
                  <a:latin typeface="Century Gothic" panose="020B0502020202020204" pitchFamily="34" charset="0"/>
                  <a:ea typeface="Calibri" panose="020F0502020204030204" pitchFamily="34" charset="0"/>
                </a:rPr>
                <a:t>Which graph represents the function                            ?       </a:t>
              </a:r>
              <a:endParaRPr lang="en-US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901" name="Object 900">
              <a:extLst>
                <a:ext uri="{FF2B5EF4-FFF2-40B4-BE49-F238E27FC236}">
                  <a16:creationId xmlns:a16="http://schemas.microsoft.com/office/drawing/2014/main" id="{43E6E76F-18BD-8654-2B57-058B43A9DC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191" y="338052"/>
            <a:ext cx="107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79280" imgH="380880" progId="Equation.DSMT4">
                    <p:embed/>
                  </p:oleObj>
                </mc:Choice>
                <mc:Fallback>
                  <p:oleObj name="Equation" r:id="rId3" imgW="1079280" imgH="380880" progId="Equation.DSMT4">
                    <p:embed/>
                    <p:pic>
                      <p:nvPicPr>
                        <p:cNvPr id="912" name="Object 9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08191" y="338052"/>
                          <a:ext cx="1079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2" name="Rectangle 901">
            <a:extLst>
              <a:ext uri="{FF2B5EF4-FFF2-40B4-BE49-F238E27FC236}">
                <a16:creationId xmlns:a16="http://schemas.microsoft.com/office/drawing/2014/main" id="{6CF36E1E-E86E-930B-893F-E54355841B90}"/>
              </a:ext>
            </a:extLst>
          </p:cNvPr>
          <p:cNvSpPr/>
          <p:nvPr/>
        </p:nvSpPr>
        <p:spPr>
          <a:xfrm>
            <a:off x="449673" y="2805660"/>
            <a:ext cx="68689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Use for questions 20-21: </a:t>
            </a:r>
            <a:b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parent function of a reciprocal function is translated two units left and four units down.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A3637C12-C696-1EF4-D4A7-C35FC223ACA3}"/>
              </a:ext>
            </a:extLst>
          </p:cNvPr>
          <p:cNvSpPr/>
          <p:nvPr/>
        </p:nvSpPr>
        <p:spPr>
          <a:xfrm>
            <a:off x="417467" y="3217482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of the following represents the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 horizontal asymptote of the new function?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CB977E3B-7E8D-4500-CB54-F07FA6045C69}"/>
              </a:ext>
            </a:extLst>
          </p:cNvPr>
          <p:cNvSpPr/>
          <p:nvPr/>
        </p:nvSpPr>
        <p:spPr>
          <a:xfrm>
            <a:off x="3883149" y="3219441"/>
            <a:ext cx="3017173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What is the domain of this function?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05" name="Text Box 807">
            <a:extLst>
              <a:ext uri="{FF2B5EF4-FFF2-40B4-BE49-F238E27FC236}">
                <a16:creationId xmlns:a16="http://schemas.microsoft.com/office/drawing/2014/main" id="{2A082E00-796C-C6D7-53A2-D83996DFD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441" y="3626403"/>
            <a:ext cx="82209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-4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-2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-4</a:t>
            </a:r>
          </a:p>
        </p:txBody>
      </p:sp>
      <p:sp>
        <p:nvSpPr>
          <p:cNvPr id="906" name="Text Box 807">
            <a:extLst>
              <a:ext uri="{FF2B5EF4-FFF2-40B4-BE49-F238E27FC236}">
                <a16:creationId xmlns:a16="http://schemas.microsoft.com/office/drawing/2014/main" id="{8288354B-D3D2-DA15-06EC-A9B438F4B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950" y="3488745"/>
            <a:ext cx="428262" cy="121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8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B.  C. D.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09" name="Object 908">
            <a:extLst>
              <a:ext uri="{FF2B5EF4-FFF2-40B4-BE49-F238E27FC236}">
                <a16:creationId xmlns:a16="http://schemas.microsoft.com/office/drawing/2014/main" id="{51FA643B-CC0A-23B4-64D4-BDAC337C16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122967"/>
              </p:ext>
            </p:extLst>
          </p:nvPr>
        </p:nvGraphicFramePr>
        <p:xfrm>
          <a:off x="4412019" y="3556871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20" imgH="279360" progId="Equation.DSMT4">
                  <p:embed/>
                </p:oleObj>
              </mc:Choice>
              <mc:Fallback>
                <p:oleObj name="Equation" r:id="rId5" imgW="583920" imgH="279360" progId="Equation.DSMT4">
                  <p:embed/>
                  <p:pic>
                    <p:nvPicPr>
                      <p:cNvPr id="922" name="Object 9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2019" y="3556871"/>
                        <a:ext cx="584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" name="Object 912">
            <a:extLst>
              <a:ext uri="{FF2B5EF4-FFF2-40B4-BE49-F238E27FC236}">
                <a16:creationId xmlns:a16="http://schemas.microsoft.com/office/drawing/2014/main" id="{B876359C-C4BF-F43A-1BFB-BB5C6DD21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696171"/>
              </p:ext>
            </p:extLst>
          </p:nvPr>
        </p:nvGraphicFramePr>
        <p:xfrm>
          <a:off x="4412019" y="3869927"/>
          <a:ext cx="660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279360" progId="Equation.DSMT4">
                  <p:embed/>
                </p:oleObj>
              </mc:Choice>
              <mc:Fallback>
                <p:oleObj name="Equation" r:id="rId7" imgW="660240" imgH="279360" progId="Equation.DSMT4">
                  <p:embed/>
                  <p:pic>
                    <p:nvPicPr>
                      <p:cNvPr id="923" name="Object 9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2019" y="3869927"/>
                        <a:ext cx="660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4" name="Object 913">
            <a:extLst>
              <a:ext uri="{FF2B5EF4-FFF2-40B4-BE49-F238E27FC236}">
                <a16:creationId xmlns:a16="http://schemas.microsoft.com/office/drawing/2014/main" id="{32DF4AE4-E234-3C22-5072-FBB55CDCE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338645"/>
              </p:ext>
            </p:extLst>
          </p:nvPr>
        </p:nvGraphicFramePr>
        <p:xfrm>
          <a:off x="4412019" y="4182983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279360" progId="Equation.DSMT4">
                  <p:embed/>
                </p:oleObj>
              </mc:Choice>
              <mc:Fallback>
                <p:oleObj name="Equation" r:id="rId9" imgW="596880" imgH="279360" progId="Equation.DSMT4">
                  <p:embed/>
                  <p:pic>
                    <p:nvPicPr>
                      <p:cNvPr id="924" name="Object 9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12019" y="4182983"/>
                        <a:ext cx="596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" name="Object 914">
            <a:extLst>
              <a:ext uri="{FF2B5EF4-FFF2-40B4-BE49-F238E27FC236}">
                <a16:creationId xmlns:a16="http://schemas.microsoft.com/office/drawing/2014/main" id="{8AF5A643-BBCF-C495-BC64-D9DF82C90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109691"/>
              </p:ext>
            </p:extLst>
          </p:nvPr>
        </p:nvGraphicFramePr>
        <p:xfrm>
          <a:off x="4412019" y="4496039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279360" progId="Equation.DSMT4">
                  <p:embed/>
                </p:oleObj>
              </mc:Choice>
              <mc:Fallback>
                <p:oleObj name="Equation" r:id="rId11" imgW="672840" imgH="279360" progId="Equation.DSMT4">
                  <p:embed/>
                  <p:pic>
                    <p:nvPicPr>
                      <p:cNvPr id="925" name="Object 9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2019" y="4496039"/>
                        <a:ext cx="673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" name="Rectangle 915">
            <a:extLst>
              <a:ext uri="{FF2B5EF4-FFF2-40B4-BE49-F238E27FC236}">
                <a16:creationId xmlns:a16="http://schemas.microsoft.com/office/drawing/2014/main" id="{46D20C6D-001D-492A-C53D-C14BDA10164B}"/>
              </a:ext>
            </a:extLst>
          </p:cNvPr>
          <p:cNvSpPr/>
          <p:nvPr/>
        </p:nvSpPr>
        <p:spPr>
          <a:xfrm>
            <a:off x="438508" y="4806738"/>
            <a:ext cx="52197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Graph each function below and identify its key characteristics.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133803F0-E94B-CFEE-48C0-7CE6826F15A8}"/>
              </a:ext>
            </a:extLst>
          </p:cNvPr>
          <p:cNvSpPr/>
          <p:nvPr/>
        </p:nvSpPr>
        <p:spPr>
          <a:xfrm>
            <a:off x="433682" y="5091660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4104589C-C526-5B8A-4147-734FD82CB0E2}"/>
              </a:ext>
            </a:extLst>
          </p:cNvPr>
          <p:cNvSpPr/>
          <p:nvPr/>
        </p:nvSpPr>
        <p:spPr>
          <a:xfrm>
            <a:off x="467549" y="7459096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29" name="Object 928">
            <a:extLst>
              <a:ext uri="{FF2B5EF4-FFF2-40B4-BE49-F238E27FC236}">
                <a16:creationId xmlns:a16="http://schemas.microsoft.com/office/drawing/2014/main" id="{0133EED8-E476-8018-E216-F6F3582EC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195595"/>
              </p:ext>
            </p:extLst>
          </p:nvPr>
        </p:nvGraphicFramePr>
        <p:xfrm>
          <a:off x="733014" y="5045075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99920" imgH="368280" progId="Equation.DSMT4">
                  <p:embed/>
                </p:oleObj>
              </mc:Choice>
              <mc:Fallback>
                <p:oleObj name="Equation" r:id="rId13" imgW="799920" imgH="368280" progId="Equation.DSMT4">
                  <p:embed/>
                  <p:pic>
                    <p:nvPicPr>
                      <p:cNvPr id="943" name="Object 94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3014" y="5045075"/>
                        <a:ext cx="800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" name="Object 929">
            <a:extLst>
              <a:ext uri="{FF2B5EF4-FFF2-40B4-BE49-F238E27FC236}">
                <a16:creationId xmlns:a16="http://schemas.microsoft.com/office/drawing/2014/main" id="{CE96C74B-9768-5AAF-00CD-A12274648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483743"/>
              </p:ext>
            </p:extLst>
          </p:nvPr>
        </p:nvGraphicFramePr>
        <p:xfrm>
          <a:off x="773221" y="7403248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06360" imgH="380880" progId="Equation.DSMT4">
                  <p:embed/>
                </p:oleObj>
              </mc:Choice>
              <mc:Fallback>
                <p:oleObj name="Equation" r:id="rId15" imgW="1206360" imgH="380880" progId="Equation.DSMT4">
                  <p:embed/>
                  <p:pic>
                    <p:nvPicPr>
                      <p:cNvPr id="944" name="Object 94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221" y="7403248"/>
                        <a:ext cx="1206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" name="Rectangle 930">
            <a:extLst>
              <a:ext uri="{FF2B5EF4-FFF2-40B4-BE49-F238E27FC236}">
                <a16:creationId xmlns:a16="http://schemas.microsoft.com/office/drawing/2014/main" id="{55A9B360-298F-91D8-70C8-D1A685434B6F}"/>
              </a:ext>
            </a:extLst>
          </p:cNvPr>
          <p:cNvSpPr/>
          <p:nvPr/>
        </p:nvSpPr>
        <p:spPr>
          <a:xfrm>
            <a:off x="4760322" y="5160549"/>
            <a:ext cx="2557922" cy="214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" lvl="0" algn="r">
              <a:spcBef>
                <a:spcPts val="5"/>
              </a:spcBef>
              <a:tabLst>
                <a:tab pos="1789430" algn="l"/>
              </a:tabLst>
            </a:pPr>
            <a:r>
              <a:rPr lang="fr-FR" sz="10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-</a:t>
            </a:r>
            <a:r>
              <a:rPr lang="fr-FR" sz="1000" b="1" kern="0" spc="-5" dirty="0" err="1">
                <a:solidFill>
                  <a:prstClr val="black"/>
                </a:solidFill>
                <a:latin typeface="Century Gothic"/>
                <a:cs typeface="Century Gothic"/>
              </a:rPr>
              <a:t>int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240" lvl="0" algn="r">
              <a:spcBef>
                <a:spcPts val="815"/>
              </a:spcBef>
              <a:tabLst>
                <a:tab pos="1758950" algn="l"/>
              </a:tabLst>
            </a:pP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VA: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</a:t>
            </a: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HA: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6985" lvl="0" algn="r">
              <a:spcBef>
                <a:spcPts val="250"/>
              </a:spcBef>
              <a:tabLst>
                <a:tab pos="171259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Hole: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 algn="r">
              <a:spcBef>
                <a:spcPts val="860"/>
              </a:spcBef>
              <a:tabLst>
                <a:tab pos="1723389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Domain: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Range: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E5D2C112-C580-86AB-CF73-FE448D4669B1}"/>
              </a:ext>
            </a:extLst>
          </p:cNvPr>
          <p:cNvSpPr/>
          <p:nvPr/>
        </p:nvSpPr>
        <p:spPr>
          <a:xfrm>
            <a:off x="4768267" y="7483633"/>
            <a:ext cx="2557922" cy="214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" lvl="0" algn="r">
              <a:spcBef>
                <a:spcPts val="5"/>
              </a:spcBef>
              <a:tabLst>
                <a:tab pos="1789430" algn="l"/>
              </a:tabLst>
            </a:pPr>
            <a:r>
              <a:rPr lang="fr-FR" sz="10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-</a:t>
            </a:r>
            <a:r>
              <a:rPr lang="fr-FR" sz="1000" b="1" kern="0" spc="-5" dirty="0" err="1">
                <a:solidFill>
                  <a:prstClr val="black"/>
                </a:solidFill>
                <a:latin typeface="Century Gothic"/>
                <a:cs typeface="Century Gothic"/>
              </a:rPr>
              <a:t>int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240" lvl="0" algn="r">
              <a:spcBef>
                <a:spcPts val="815"/>
              </a:spcBef>
              <a:tabLst>
                <a:tab pos="1758950" algn="l"/>
              </a:tabLst>
            </a:pP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VA: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</a:t>
            </a: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HA: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6985" lvl="0" algn="r">
              <a:spcBef>
                <a:spcPts val="250"/>
              </a:spcBef>
              <a:tabLst>
                <a:tab pos="171259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Hole: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 algn="r">
              <a:spcBef>
                <a:spcPts val="860"/>
              </a:spcBef>
              <a:tabLst>
                <a:tab pos="1723389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Domain: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Range: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981" name="Picture 980" descr="A graph of a function&#10;&#10;Description automatically generated">
            <a:extLst>
              <a:ext uri="{FF2B5EF4-FFF2-40B4-BE49-F238E27FC236}">
                <a16:creationId xmlns:a16="http://schemas.microsoft.com/office/drawing/2014/main" id="{01562CAD-F6D8-CDD3-92FC-ADA3B33DC56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937" y="887362"/>
            <a:ext cx="1463040" cy="1463040"/>
          </a:xfrm>
          <a:prstGeom prst="rect">
            <a:avLst/>
          </a:prstGeom>
        </p:spPr>
      </p:pic>
      <p:pic>
        <p:nvPicPr>
          <p:cNvPr id="982" name="Picture 981" descr="A graph of x and y&#10;&#10;Description automatically generated">
            <a:extLst>
              <a:ext uri="{FF2B5EF4-FFF2-40B4-BE49-F238E27FC236}">
                <a16:creationId xmlns:a16="http://schemas.microsoft.com/office/drawing/2014/main" id="{C02378C3-1D1C-6FDE-7D8B-A5571BEFCB1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94" y="887362"/>
            <a:ext cx="1463040" cy="1463040"/>
          </a:xfrm>
          <a:prstGeom prst="rect">
            <a:avLst/>
          </a:prstGeom>
        </p:spPr>
      </p:pic>
      <p:pic>
        <p:nvPicPr>
          <p:cNvPr id="983" name="Picture 982" descr="A graph of a function&#10;&#10;Description automatically generated">
            <a:extLst>
              <a:ext uri="{FF2B5EF4-FFF2-40B4-BE49-F238E27FC236}">
                <a16:creationId xmlns:a16="http://schemas.microsoft.com/office/drawing/2014/main" id="{4E7A258B-DFF6-B970-2EE0-F7E4122EB6D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380" y="887362"/>
            <a:ext cx="1463040" cy="1463040"/>
          </a:xfrm>
          <a:prstGeom prst="rect">
            <a:avLst/>
          </a:prstGeom>
        </p:spPr>
      </p:pic>
      <p:pic>
        <p:nvPicPr>
          <p:cNvPr id="984" name="Picture 983" descr="A graph of a function&#10;&#10;Description automatically generated">
            <a:extLst>
              <a:ext uri="{FF2B5EF4-FFF2-40B4-BE49-F238E27FC236}">
                <a16:creationId xmlns:a16="http://schemas.microsoft.com/office/drawing/2014/main" id="{7D6FC0C3-DA35-C557-480C-0AEF36E569C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24" y="887362"/>
            <a:ext cx="1463040" cy="1463040"/>
          </a:xfrm>
          <a:prstGeom prst="rect">
            <a:avLst/>
          </a:prstGeom>
        </p:spPr>
      </p:pic>
      <p:sp>
        <p:nvSpPr>
          <p:cNvPr id="985" name="Text Box 70">
            <a:extLst>
              <a:ext uri="{FF2B5EF4-FFF2-40B4-BE49-F238E27FC236}">
                <a16:creationId xmlns:a16="http://schemas.microsoft.com/office/drawing/2014/main" id="{D4429733-A1D2-0C06-5FCB-6414BA841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539" y="2384904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1141C9CA-1142-8C8D-03CD-4A1468EA763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73441" y="5046517"/>
            <a:ext cx="2322777" cy="2322777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683F57CF-551F-B310-73E0-B26045FFE1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73441" y="7369294"/>
            <a:ext cx="2322777" cy="2322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Picture 556">
            <a:extLst>
              <a:ext uri="{FF2B5EF4-FFF2-40B4-BE49-F238E27FC236}">
                <a16:creationId xmlns:a16="http://schemas.microsoft.com/office/drawing/2014/main" id="{0D0CD4FA-3DFB-AA6E-B8C6-47C3DDBE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02" y="3103598"/>
            <a:ext cx="4919898" cy="12985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8499E0-70BE-5FF3-C910-2E3CE7F45F1D}"/>
              </a:ext>
            </a:extLst>
          </p:cNvPr>
          <p:cNvSpPr/>
          <p:nvPr/>
        </p:nvSpPr>
        <p:spPr>
          <a:xfrm>
            <a:off x="4734448" y="470741"/>
            <a:ext cx="2557922" cy="214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" lvl="0" algn="r">
              <a:spcBef>
                <a:spcPts val="5"/>
              </a:spcBef>
              <a:tabLst>
                <a:tab pos="1789430" algn="l"/>
              </a:tabLst>
            </a:pPr>
            <a:r>
              <a:rPr lang="fr-FR" sz="10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-</a:t>
            </a:r>
            <a:r>
              <a:rPr lang="fr-FR" sz="1000" b="1" kern="0" spc="-5" dirty="0" err="1">
                <a:solidFill>
                  <a:prstClr val="black"/>
                </a:solidFill>
                <a:latin typeface="Century Gothic"/>
                <a:cs typeface="Century Gothic"/>
              </a:rPr>
              <a:t>int</a:t>
            </a: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5240" lvl="0" algn="r">
              <a:spcBef>
                <a:spcPts val="815"/>
              </a:spcBef>
              <a:tabLst>
                <a:tab pos="1758950" algn="l"/>
              </a:tabLst>
            </a:pP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VA: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</a:t>
            </a: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HA: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6985" lvl="0" algn="r">
              <a:spcBef>
                <a:spcPts val="250"/>
              </a:spcBef>
              <a:tabLst>
                <a:tab pos="171259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Hole: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 algn="r">
              <a:spcBef>
                <a:spcPts val="860"/>
              </a:spcBef>
              <a:tabLst>
                <a:tab pos="1723389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Domain: 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275" lvl="0" algn="r">
              <a:spcBef>
                <a:spcPts val="860"/>
              </a:spcBef>
              <a:tabLst>
                <a:tab pos="1810385" algn="l"/>
              </a:tabLst>
            </a:pP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br>
              <a:rPr lang="fr-FR" sz="1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</a:br>
            <a:r>
              <a:rPr lang="fr-FR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Range:</a:t>
            </a:r>
            <a:r>
              <a:rPr lang="fr-FR" sz="1000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 ___________________________</a:t>
            </a:r>
            <a:endParaRPr lang="fr-FR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6B2AC-7D2F-B7BC-71B3-BD9417906541}"/>
              </a:ext>
            </a:extLst>
          </p:cNvPr>
          <p:cNvSpPr/>
          <p:nvPr/>
        </p:nvSpPr>
        <p:spPr>
          <a:xfrm>
            <a:off x="454154" y="520945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550FD2-9716-ADEE-0CA1-495A6BC4B8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349142"/>
              </p:ext>
            </p:extLst>
          </p:nvPr>
        </p:nvGraphicFramePr>
        <p:xfrm>
          <a:off x="797696" y="431882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393480" progId="Equation.DSMT4">
                  <p:embed/>
                </p:oleObj>
              </mc:Choice>
              <mc:Fallback>
                <p:oleObj name="Equation" r:id="rId4" imgW="1002960" imgH="393480" progId="Equation.DSMT4">
                  <p:embed/>
                  <p:pic>
                    <p:nvPicPr>
                      <p:cNvPr id="494" name="Object 4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7696" y="431882"/>
                        <a:ext cx="1003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6788930-19B2-CEFF-C47F-571E28666AE8}"/>
              </a:ext>
            </a:extLst>
          </p:cNvPr>
          <p:cNvSpPr/>
          <p:nvPr/>
        </p:nvSpPr>
        <p:spPr>
          <a:xfrm>
            <a:off x="454154" y="2729842"/>
            <a:ext cx="5638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25.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functions have a vertical asymptote at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-2?  Check all that apply.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27B049-F936-3ACD-793A-EAF4A8E84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39300"/>
              </p:ext>
            </p:extLst>
          </p:nvPr>
        </p:nvGraphicFramePr>
        <p:xfrm>
          <a:off x="443992" y="4614450"/>
          <a:ext cx="6781800" cy="175451"/>
        </p:xfrm>
        <a:graphic>
          <a:graphicData uri="http://schemas.openxmlformats.org/drawingml/2006/table">
            <a:tbl>
              <a:tblPr/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statement accurately describes the horizontal asymptotes of the functions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Box 117">
            <a:extLst>
              <a:ext uri="{FF2B5EF4-FFF2-40B4-BE49-F238E27FC236}">
                <a16:creationId xmlns:a16="http://schemas.microsoft.com/office/drawing/2014/main" id="{AD4DB78F-F0A4-EDF5-7203-BB955FB44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62034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Text Box 117">
            <a:extLst>
              <a:ext uri="{FF2B5EF4-FFF2-40B4-BE49-F238E27FC236}">
                <a16:creationId xmlns:a16="http://schemas.microsoft.com/office/drawing/2014/main" id="{E2773C36-8364-112A-2240-479064B84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92514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00FA58-BE0B-7912-0938-7B721BD6F486}"/>
              </a:ext>
            </a:extLst>
          </p:cNvPr>
          <p:cNvSpPr/>
          <p:nvPr/>
        </p:nvSpPr>
        <p:spPr>
          <a:xfrm>
            <a:off x="2741092" y="4912199"/>
            <a:ext cx="3992217" cy="1797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 for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0;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 for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 and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-1.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 for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1;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 for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0.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asymptotes for both functions is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1.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horizontal asymptotes for both functions is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0D5798-56A9-F58A-62FE-C688CB6821FA}"/>
              </a:ext>
            </a:extLst>
          </p:cNvPr>
          <p:cNvSpPr/>
          <p:nvPr/>
        </p:nvSpPr>
        <p:spPr>
          <a:xfrm>
            <a:off x="423989" y="6628935"/>
            <a:ext cx="5486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27.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equation could represent the function graphed below?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5" name="Text Box 807">
            <a:extLst>
              <a:ext uri="{FF2B5EF4-FFF2-40B4-BE49-F238E27FC236}">
                <a16:creationId xmlns:a16="http://schemas.microsoft.com/office/drawing/2014/main" id="{6E1DB5E2-6E85-7FE8-1CDC-BF243F6EE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7117830"/>
            <a:ext cx="1668145" cy="229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9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2C9CC00-E2B5-DAB7-EFCD-5A06C6E5B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599170"/>
              </p:ext>
            </p:extLst>
          </p:nvPr>
        </p:nvGraphicFramePr>
        <p:xfrm>
          <a:off x="4207386" y="7135812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06080" progId="Equation.DSMT4">
                  <p:embed/>
                </p:oleObj>
              </mc:Choice>
              <mc:Fallback>
                <p:oleObj name="Equation" r:id="rId6" imgW="1282680" imgH="406080" progId="Equation.DSMT4">
                  <p:embed/>
                  <p:pic>
                    <p:nvPicPr>
                      <p:cNvPr id="515" name="Object 5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07386" y="7135812"/>
                        <a:ext cx="1282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63D8D66D-B7CE-81C2-13DA-E033314D3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718224"/>
              </p:ext>
            </p:extLst>
          </p:nvPr>
        </p:nvGraphicFramePr>
        <p:xfrm>
          <a:off x="4207386" y="7727222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8960" imgH="406080" progId="Equation.DSMT4">
                  <p:embed/>
                </p:oleObj>
              </mc:Choice>
              <mc:Fallback>
                <p:oleObj name="Equation" r:id="rId8" imgW="1218960" imgH="406080" progId="Equation.DSMT4">
                  <p:embed/>
                  <p:pic>
                    <p:nvPicPr>
                      <p:cNvPr id="516" name="Object 5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07386" y="7727222"/>
                        <a:ext cx="1219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C8769589-3166-423B-737F-84F7A3CAC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389757"/>
              </p:ext>
            </p:extLst>
          </p:nvPr>
        </p:nvGraphicFramePr>
        <p:xfrm>
          <a:off x="4207386" y="8300271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960" imgH="406080" progId="Equation.DSMT4">
                  <p:embed/>
                </p:oleObj>
              </mc:Choice>
              <mc:Fallback>
                <p:oleObj name="Equation" r:id="rId10" imgW="1218960" imgH="406080" progId="Equation.DSMT4">
                  <p:embed/>
                  <p:pic>
                    <p:nvPicPr>
                      <p:cNvPr id="517" name="Object 51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07386" y="8300271"/>
                        <a:ext cx="1219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3DA735BD-A843-F374-6B72-C86CC25A6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09743"/>
              </p:ext>
            </p:extLst>
          </p:nvPr>
        </p:nvGraphicFramePr>
        <p:xfrm>
          <a:off x="4207386" y="8910041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406080" progId="Equation.DSMT4">
                  <p:embed/>
                </p:oleObj>
              </mc:Choice>
              <mc:Fallback>
                <p:oleObj name="Equation" r:id="rId12" imgW="1282680" imgH="406080" progId="Equation.DSMT4">
                  <p:embed/>
                  <p:pic>
                    <p:nvPicPr>
                      <p:cNvPr id="518" name="Object 51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07386" y="8910041"/>
                        <a:ext cx="1282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FC5087CE-8139-E2FA-B465-1F1FB2E56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665146"/>
              </p:ext>
            </p:extLst>
          </p:nvPr>
        </p:nvGraphicFramePr>
        <p:xfrm>
          <a:off x="690744" y="4947640"/>
          <a:ext cx="193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30320" imgH="419040" progId="Equation.DSMT4">
                  <p:embed/>
                </p:oleObj>
              </mc:Choice>
              <mc:Fallback>
                <p:oleObj name="Equation" r:id="rId14" imgW="1930320" imgH="419040" progId="Equation.DSMT4">
                  <p:embed/>
                  <p:pic>
                    <p:nvPicPr>
                      <p:cNvPr id="519" name="Object 51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0744" y="4947640"/>
                        <a:ext cx="1930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" name="Object 497">
            <a:extLst>
              <a:ext uri="{FF2B5EF4-FFF2-40B4-BE49-F238E27FC236}">
                <a16:creationId xmlns:a16="http://schemas.microsoft.com/office/drawing/2014/main" id="{00D12C70-021C-B9EB-535C-8CD215046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626762"/>
              </p:ext>
            </p:extLst>
          </p:nvPr>
        </p:nvGraphicFramePr>
        <p:xfrm>
          <a:off x="4912347" y="3218037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06360" imgH="406080" progId="Equation.DSMT4">
                  <p:embed/>
                </p:oleObj>
              </mc:Choice>
              <mc:Fallback>
                <p:oleObj name="Equation" r:id="rId16" imgW="1206360" imgH="4060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6E3C4800-A613-F57F-6488-30C6D6875A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12347" y="3218037"/>
                        <a:ext cx="1206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" name="Object 503">
            <a:extLst>
              <a:ext uri="{FF2B5EF4-FFF2-40B4-BE49-F238E27FC236}">
                <a16:creationId xmlns:a16="http://schemas.microsoft.com/office/drawing/2014/main" id="{089F0FEE-2BD1-7F45-D059-BE4604F95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52210"/>
              </p:ext>
            </p:extLst>
          </p:nvPr>
        </p:nvGraphicFramePr>
        <p:xfrm>
          <a:off x="5016500" y="3819525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920" imgH="406080" progId="Equation.DSMT4">
                  <p:embed/>
                </p:oleObj>
              </mc:Choice>
              <mc:Fallback>
                <p:oleObj name="Equation" r:id="rId18" imgW="1015920" imgH="4060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C7DDCDD7-4CF9-4FBA-0922-A1B8D3E302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16500" y="3819525"/>
                        <a:ext cx="1016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" name="Object 504">
            <a:extLst>
              <a:ext uri="{FF2B5EF4-FFF2-40B4-BE49-F238E27FC236}">
                <a16:creationId xmlns:a16="http://schemas.microsoft.com/office/drawing/2014/main" id="{FED30A2E-D6DD-4ADD-1A75-B0F34C7D6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273358"/>
              </p:ext>
            </p:extLst>
          </p:nvPr>
        </p:nvGraphicFramePr>
        <p:xfrm>
          <a:off x="1878299" y="3211513"/>
          <a:ext cx="86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393480" progId="Equation.DSMT4">
                  <p:embed/>
                </p:oleObj>
              </mc:Choice>
              <mc:Fallback>
                <p:oleObj name="Equation" r:id="rId20" imgW="863280" imgH="3934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708B9D12-9FAC-7760-B525-325FAD8E5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78299" y="3211513"/>
                        <a:ext cx="863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" name="Object 505">
            <a:extLst>
              <a:ext uri="{FF2B5EF4-FFF2-40B4-BE49-F238E27FC236}">
                <a16:creationId xmlns:a16="http://schemas.microsoft.com/office/drawing/2014/main" id="{8F38F492-3353-F7E4-0E3F-3B4B8E7B0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064699"/>
              </p:ext>
            </p:extLst>
          </p:nvPr>
        </p:nvGraphicFramePr>
        <p:xfrm>
          <a:off x="1911320" y="3841642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63280" imgH="380880" progId="Equation.DSMT4">
                  <p:embed/>
                </p:oleObj>
              </mc:Choice>
              <mc:Fallback>
                <p:oleObj name="Equation" r:id="rId22" imgW="863280" imgH="38088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9A9513D9-6454-A15B-3038-CEBBBB992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911320" y="3841642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7" name="Object 506">
            <a:extLst>
              <a:ext uri="{FF2B5EF4-FFF2-40B4-BE49-F238E27FC236}">
                <a16:creationId xmlns:a16="http://schemas.microsoft.com/office/drawing/2014/main" id="{749039E9-0D81-F097-6346-CF0945E5E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320262"/>
              </p:ext>
            </p:extLst>
          </p:nvPr>
        </p:nvGraphicFramePr>
        <p:xfrm>
          <a:off x="3397240" y="3249353"/>
          <a:ext cx="100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02960" imgH="368280" progId="Equation.DSMT4">
                  <p:embed/>
                </p:oleObj>
              </mc:Choice>
              <mc:Fallback>
                <p:oleObj name="Equation" r:id="rId24" imgW="1002960" imgH="36828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8470D407-F141-BFE2-1221-DD17C007F4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97240" y="3249353"/>
                        <a:ext cx="1003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" name="Object 507">
            <a:extLst>
              <a:ext uri="{FF2B5EF4-FFF2-40B4-BE49-F238E27FC236}">
                <a16:creationId xmlns:a16="http://schemas.microsoft.com/office/drawing/2014/main" id="{8078C1A6-7DBF-111C-FF75-1FA04617E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70148"/>
              </p:ext>
            </p:extLst>
          </p:nvPr>
        </p:nvGraphicFramePr>
        <p:xfrm>
          <a:off x="3381500" y="3854725"/>
          <a:ext cx="100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02960" imgH="368280" progId="Equation.DSMT4">
                  <p:embed/>
                </p:oleObj>
              </mc:Choice>
              <mc:Fallback>
                <p:oleObj name="Equation" r:id="rId26" imgW="1002960" imgH="3682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0C5BCA5E-814F-D919-DCF8-D2B8CDC22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381500" y="3854725"/>
                        <a:ext cx="1003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6" name="Picture 555">
            <a:extLst>
              <a:ext uri="{FF2B5EF4-FFF2-40B4-BE49-F238E27FC236}">
                <a16:creationId xmlns:a16="http://schemas.microsoft.com/office/drawing/2014/main" id="{05D1A602-E8C4-0FF3-77F0-14237B0205B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5428" y="6925167"/>
            <a:ext cx="2658086" cy="2658086"/>
          </a:xfrm>
          <a:prstGeom prst="rect">
            <a:avLst/>
          </a:prstGeom>
        </p:spPr>
      </p:pic>
      <p:pic>
        <p:nvPicPr>
          <p:cNvPr id="558" name="Picture 557">
            <a:extLst>
              <a:ext uri="{FF2B5EF4-FFF2-40B4-BE49-F238E27FC236}">
                <a16:creationId xmlns:a16="http://schemas.microsoft.com/office/drawing/2014/main" id="{645CC5B7-C977-A534-43DE-0687807F499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57630" y="404384"/>
            <a:ext cx="2359356" cy="2359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9A6705C4-7B15-3453-0413-99EBDF4DDC82}"/>
              </a:ext>
            </a:extLst>
          </p:cNvPr>
          <p:cNvSpPr/>
          <p:nvPr/>
        </p:nvSpPr>
        <p:spPr>
          <a:xfrm>
            <a:off x="441790" y="380599"/>
            <a:ext cx="6934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28.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Which statement accurately describes the relationship between variables in the equation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 below?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3" name="Text Box 807">
            <a:extLst>
              <a:ext uri="{FF2B5EF4-FFF2-40B4-BE49-F238E27FC236}">
                <a16:creationId xmlns:a16="http://schemas.microsoft.com/office/drawing/2014/main" id="{059573B7-184D-6B92-22E8-F897DAF7E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483" y="834552"/>
            <a:ext cx="5279197" cy="1421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8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“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varies jointly as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squared and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inversely proportional to </a:t>
            </a:r>
            <a:r>
              <a:rPr lang="en-US" sz="12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squared and directly proportional to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directly proportional to </a:t>
            </a:r>
            <a:r>
              <a:rPr lang="en-US" sz="12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squared and inversely proportional to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br>
              <a:rPr lang="en-US" sz="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varies jointly as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12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squared and is inversely proportional to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74" name="Text Box 125">
            <a:extLst>
              <a:ext uri="{FF2B5EF4-FFF2-40B4-BE49-F238E27FC236}">
                <a16:creationId xmlns:a16="http://schemas.microsoft.com/office/drawing/2014/main" id="{171DFA40-6AB2-EAB0-1DDE-7F01F6CC3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6666" y="21348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5" name="Rounded Rectangle 15">
            <a:extLst>
              <a:ext uri="{FF2B5EF4-FFF2-40B4-BE49-F238E27FC236}">
                <a16:creationId xmlns:a16="http://schemas.microsoft.com/office/drawing/2014/main" id="{5D959345-E5E4-7789-62CC-DD74BC218E59}"/>
              </a:ext>
            </a:extLst>
          </p:cNvPr>
          <p:cNvSpPr/>
          <p:nvPr/>
        </p:nvSpPr>
        <p:spPr>
          <a:xfrm>
            <a:off x="800312" y="992918"/>
            <a:ext cx="998855" cy="575310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5FF415AF-3ADC-1E44-3D53-B5240FC9E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542050"/>
              </p:ext>
            </p:extLst>
          </p:nvPr>
        </p:nvGraphicFramePr>
        <p:xfrm>
          <a:off x="947950" y="1044056"/>
          <a:ext cx="647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469800" progId="Equation.DSMT4">
                  <p:embed/>
                </p:oleObj>
              </mc:Choice>
              <mc:Fallback>
                <p:oleObj name="Equation" r:id="rId3" imgW="647640" imgH="46980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7950" y="1044056"/>
                        <a:ext cx="6477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6FE84249-1E1A-7BC9-F0EE-8395AC8323E4}"/>
              </a:ext>
            </a:extLst>
          </p:cNvPr>
          <p:cNvSpPr/>
          <p:nvPr/>
        </p:nvSpPr>
        <p:spPr>
          <a:xfrm>
            <a:off x="449921" y="2553291"/>
            <a:ext cx="69242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29.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If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varies jointly as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and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150 when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18 and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=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, find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when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345 and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= 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8" name="Text Box 126">
            <a:extLst>
              <a:ext uri="{FF2B5EF4-FFF2-40B4-BE49-F238E27FC236}">
                <a16:creationId xmlns:a16="http://schemas.microsoft.com/office/drawing/2014/main" id="{D5A2DC31-2E57-0BBA-20F2-D54ECE87F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096" y="6213206"/>
            <a:ext cx="114617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9" name="Text Box 126">
            <a:extLst>
              <a:ext uri="{FF2B5EF4-FFF2-40B4-BE49-F238E27FC236}">
                <a16:creationId xmlns:a16="http://schemas.microsoft.com/office/drawing/2014/main" id="{4B0D13DB-F274-4ADF-2346-2003874D6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235" y="4162433"/>
            <a:ext cx="1060036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3BA8B7-C76E-0D9B-AE28-971C062B1FDE}"/>
              </a:ext>
            </a:extLst>
          </p:cNvPr>
          <p:cNvSpPr/>
          <p:nvPr/>
        </p:nvSpPr>
        <p:spPr>
          <a:xfrm>
            <a:off x="422146" y="4616744"/>
            <a:ext cx="68961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time needed to paint a fence varies directly with the length of the fence and inversely with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the number of painters.  If it takes seven hours to paint 280 feet of fence with two painters, how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long will it take four painters to paint 720 feet of fence?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153B74DA-7FE1-AB2A-3BDB-4C50CD2BC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97447"/>
              </p:ext>
            </p:extLst>
          </p:nvPr>
        </p:nvGraphicFramePr>
        <p:xfrm>
          <a:off x="901700" y="6999288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393480" progId="Equation.DSMT4">
                  <p:embed/>
                </p:oleObj>
              </mc:Choice>
              <mc:Fallback>
                <p:oleObj name="Equation" r:id="rId5" imgW="1396800" imgH="39348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1700" y="6999288"/>
                        <a:ext cx="1397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5398AA2A-7F8C-6C82-C9B3-8D8547A30BCF}"/>
              </a:ext>
            </a:extLst>
          </p:cNvPr>
          <p:cNvSpPr txBox="1"/>
          <p:nvPr/>
        </p:nvSpPr>
        <p:spPr>
          <a:xfrm>
            <a:off x="397934" y="6699615"/>
            <a:ext cx="2802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540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74065" algn="l"/>
              </a:tabLst>
              <a:defRPr/>
            </a:pPr>
            <a:r>
              <a:rPr kumimoji="0" lang="en-US" sz="11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BONUS: 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Solve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the equation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below.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83" name="Text Box 126">
            <a:extLst>
              <a:ext uri="{FF2B5EF4-FFF2-40B4-BE49-F238E27FC236}">
                <a16:creationId xmlns:a16="http://schemas.microsoft.com/office/drawing/2014/main" id="{5CB01B4B-563B-DD69-C5CA-7FD625F41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165" y="9191762"/>
            <a:ext cx="1114106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1120</Words>
  <Application>Microsoft Office PowerPoint</Application>
  <PresentationFormat>Custom</PresentationFormat>
  <Paragraphs>102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- 26 - Unit 8 Test</dc:title>
  <dc:creator>allth</dc:creator>
  <cp:lastModifiedBy>Gina Wilson</cp:lastModifiedBy>
  <cp:revision>57</cp:revision>
  <dcterms:created xsi:type="dcterms:W3CDTF">2017-11-19T09:31:48Z</dcterms:created>
  <dcterms:modified xsi:type="dcterms:W3CDTF">2023-09-13T16:54:45Z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2015-11-11T00:00:00Z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2017-11-19T00:00:00Z</vt:filetime>
  </property>
</Properties>
</file>