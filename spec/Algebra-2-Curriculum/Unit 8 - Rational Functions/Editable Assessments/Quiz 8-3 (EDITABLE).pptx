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41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 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 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 2015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 2015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 2015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10135" y="9781899"/>
            <a:ext cx="1412875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 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9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1.wmf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5" Type="http://schemas.openxmlformats.org/officeDocument/2006/relationships/image" Target="../media/image13.png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F9656F-37B5-1A03-4EEC-740C620D0E5A}"/>
              </a:ext>
            </a:extLst>
          </p:cNvPr>
          <p:cNvSpPr/>
          <p:nvPr/>
        </p:nvSpPr>
        <p:spPr>
          <a:xfrm>
            <a:off x="529519" y="1553282"/>
            <a:ext cx="59436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Part I: Graphing –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Graph each function and identify its key characteristics.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A9E732-97DF-E188-0395-55209FE53971}"/>
              </a:ext>
            </a:extLst>
          </p:cNvPr>
          <p:cNvSpPr/>
          <p:nvPr/>
        </p:nvSpPr>
        <p:spPr>
          <a:xfrm>
            <a:off x="554666" y="1915633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7AFC2B-71D8-5A06-C7E0-E9E582566351}"/>
              </a:ext>
            </a:extLst>
          </p:cNvPr>
          <p:cNvSpPr/>
          <p:nvPr/>
        </p:nvSpPr>
        <p:spPr>
          <a:xfrm>
            <a:off x="544033" y="4479851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386" name="Rectangle 1385">
            <a:extLst>
              <a:ext uri="{FF2B5EF4-FFF2-40B4-BE49-F238E27FC236}">
                <a16:creationId xmlns:a16="http://schemas.microsoft.com/office/drawing/2014/main" id="{A4DFEE27-96A7-704C-19A1-A72CEAD9D677}"/>
              </a:ext>
            </a:extLst>
          </p:cNvPr>
          <p:cNvSpPr/>
          <p:nvPr/>
        </p:nvSpPr>
        <p:spPr>
          <a:xfrm>
            <a:off x="554666" y="7044068"/>
            <a:ext cx="3465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3.</a:t>
            </a:r>
            <a:r>
              <a:rPr lang="en-US" sz="12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1391" name="Object 1390">
            <a:extLst>
              <a:ext uri="{FF2B5EF4-FFF2-40B4-BE49-F238E27FC236}">
                <a16:creationId xmlns:a16="http://schemas.microsoft.com/office/drawing/2014/main" id="{B06FBE20-A64B-CBE5-E5A2-431BA37826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1861684"/>
          <a:ext cx="965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65160" imgH="368280" progId="Equation.DSMT4">
                  <p:embed/>
                </p:oleObj>
              </mc:Choice>
              <mc:Fallback>
                <p:oleObj name="Equation" r:id="rId3" imgW="965160" imgH="368280" progId="Equation.DSMT4">
                  <p:embed/>
                  <p:pic>
                    <p:nvPicPr>
                      <p:cNvPr id="1397" name="Object 139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7088" y="1861684"/>
                        <a:ext cx="9652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" name="Object 1391">
            <a:extLst>
              <a:ext uri="{FF2B5EF4-FFF2-40B4-BE49-F238E27FC236}">
                <a16:creationId xmlns:a16="http://schemas.microsoft.com/office/drawing/2014/main" id="{2E4EBB18-974D-5ADA-19A8-0DF207663E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8243" y="4428785"/>
          <a:ext cx="800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99920" imgH="368280" progId="Equation.DSMT4">
                  <p:embed/>
                </p:oleObj>
              </mc:Choice>
              <mc:Fallback>
                <p:oleObj name="Equation" r:id="rId5" imgW="799920" imgH="368280" progId="Equation.DSMT4">
                  <p:embed/>
                  <p:pic>
                    <p:nvPicPr>
                      <p:cNvPr id="1398" name="Object 139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18243" y="4428785"/>
                        <a:ext cx="8001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3" name="Object 1392">
            <a:extLst>
              <a:ext uri="{FF2B5EF4-FFF2-40B4-BE49-F238E27FC236}">
                <a16:creationId xmlns:a16="http://schemas.microsoft.com/office/drawing/2014/main" id="{ACF424A9-C562-FCD5-578D-B39DB7B2F0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8087" y="6995886"/>
          <a:ext cx="927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27000" imgH="380880" progId="Equation.DSMT4">
                  <p:embed/>
                </p:oleObj>
              </mc:Choice>
              <mc:Fallback>
                <p:oleObj name="Equation" r:id="rId7" imgW="927000" imgH="380880" progId="Equation.DSMT4">
                  <p:embed/>
                  <p:pic>
                    <p:nvPicPr>
                      <p:cNvPr id="1399" name="Object 139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18087" y="6995886"/>
                        <a:ext cx="927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43" name="Picture 1542">
            <a:extLst>
              <a:ext uri="{FF2B5EF4-FFF2-40B4-BE49-F238E27FC236}">
                <a16:creationId xmlns:a16="http://schemas.microsoft.com/office/drawing/2014/main" id="{55312B62-9627-9528-685D-F758D4D216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9460" y="4490034"/>
            <a:ext cx="2493480" cy="2493480"/>
          </a:xfrm>
          <a:prstGeom prst="rect">
            <a:avLst/>
          </a:prstGeom>
        </p:spPr>
      </p:pic>
      <p:pic>
        <p:nvPicPr>
          <p:cNvPr id="1544" name="Picture 1543">
            <a:extLst>
              <a:ext uri="{FF2B5EF4-FFF2-40B4-BE49-F238E27FC236}">
                <a16:creationId xmlns:a16="http://schemas.microsoft.com/office/drawing/2014/main" id="{B3E6D555-D986-D2F3-AD43-12D719086D8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9460" y="1936000"/>
            <a:ext cx="2493480" cy="2493480"/>
          </a:xfrm>
          <a:prstGeom prst="rect">
            <a:avLst/>
          </a:prstGeom>
        </p:spPr>
      </p:pic>
      <p:pic>
        <p:nvPicPr>
          <p:cNvPr id="1545" name="Picture 1544">
            <a:extLst>
              <a:ext uri="{FF2B5EF4-FFF2-40B4-BE49-F238E27FC236}">
                <a16:creationId xmlns:a16="http://schemas.microsoft.com/office/drawing/2014/main" id="{8AEF6E56-5D77-EF0B-5841-071A2CF570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9460" y="7044068"/>
            <a:ext cx="2493480" cy="2493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10">
            <a:extLst>
              <a:ext uri="{FF2B5EF4-FFF2-40B4-BE49-F238E27FC236}">
                <a16:creationId xmlns:a16="http://schemas.microsoft.com/office/drawing/2014/main" id="{591136D9-F5F2-6CF0-0B36-E4AFF226908E}"/>
              </a:ext>
            </a:extLst>
          </p:cNvPr>
          <p:cNvSpPr txBox="1"/>
          <p:nvPr/>
        </p:nvSpPr>
        <p:spPr>
          <a:xfrm>
            <a:off x="3495567" y="5805017"/>
            <a:ext cx="159385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5" dirty="0">
                <a:latin typeface="Century Gothic" panose="020B0502020202020204" pitchFamily="34" charset="0"/>
                <a:cs typeface="Tahoma"/>
              </a:rPr>
              <a:t>7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27" name="object 16">
            <a:extLst>
              <a:ext uri="{FF2B5EF4-FFF2-40B4-BE49-F238E27FC236}">
                <a16:creationId xmlns:a16="http://schemas.microsoft.com/office/drawing/2014/main" id="{F5866378-9C29-A371-EE59-10158E8F5BFB}"/>
              </a:ext>
            </a:extLst>
          </p:cNvPr>
          <p:cNvSpPr txBox="1"/>
          <p:nvPr/>
        </p:nvSpPr>
        <p:spPr>
          <a:xfrm>
            <a:off x="627385" y="7891780"/>
            <a:ext cx="159385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5" dirty="0">
                <a:latin typeface="Century Gothic" panose="020B0502020202020204" pitchFamily="34" charset="0"/>
                <a:cs typeface="Tahoma"/>
              </a:rPr>
              <a:t>8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31" name="object 26">
            <a:extLst>
              <a:ext uri="{FF2B5EF4-FFF2-40B4-BE49-F238E27FC236}">
                <a16:creationId xmlns:a16="http://schemas.microsoft.com/office/drawing/2014/main" id="{B392506C-3369-1FDF-B39A-A155747574A4}"/>
              </a:ext>
            </a:extLst>
          </p:cNvPr>
          <p:cNvSpPr txBox="1"/>
          <p:nvPr/>
        </p:nvSpPr>
        <p:spPr>
          <a:xfrm>
            <a:off x="3495550" y="7891780"/>
            <a:ext cx="159385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5" dirty="0">
                <a:latin typeface="Century Gothic" panose="020B0502020202020204" pitchFamily="34" charset="0"/>
                <a:cs typeface="Tahoma"/>
              </a:rPr>
              <a:t>9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40FBE0C-0A4A-B19E-6BA0-B2B57E583A4E}"/>
              </a:ext>
            </a:extLst>
          </p:cNvPr>
          <p:cNvSpPr/>
          <p:nvPr/>
        </p:nvSpPr>
        <p:spPr>
          <a:xfrm>
            <a:off x="533400" y="5473998"/>
            <a:ext cx="6477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Part II: Equations –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Solve each equation.  Be sure to check all solutions.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D264FF1-7B4C-4E81-37F5-0788B64F5EEB}"/>
              </a:ext>
            </a:extLst>
          </p:cNvPr>
          <p:cNvSpPr/>
          <p:nvPr/>
        </p:nvSpPr>
        <p:spPr>
          <a:xfrm>
            <a:off x="554666" y="598967"/>
            <a:ext cx="3465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4.</a:t>
            </a:r>
            <a:r>
              <a:rPr lang="en-US" sz="12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926" name="Rectangle 925">
            <a:extLst>
              <a:ext uri="{FF2B5EF4-FFF2-40B4-BE49-F238E27FC236}">
                <a16:creationId xmlns:a16="http://schemas.microsoft.com/office/drawing/2014/main" id="{F7DEDAE2-C128-0846-96EC-554B439BA763}"/>
              </a:ext>
            </a:extLst>
          </p:cNvPr>
          <p:cNvSpPr/>
          <p:nvPr/>
        </p:nvSpPr>
        <p:spPr>
          <a:xfrm>
            <a:off x="554666" y="3018718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5.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927" name="Object 926">
            <a:extLst>
              <a:ext uri="{FF2B5EF4-FFF2-40B4-BE49-F238E27FC236}">
                <a16:creationId xmlns:a16="http://schemas.microsoft.com/office/drawing/2014/main" id="{28FC498B-96A3-5DAF-1061-ABCAA54C84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4388" y="547688"/>
          <a:ext cx="927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27000" imgH="393480" progId="Equation.DSMT4">
                  <p:embed/>
                </p:oleObj>
              </mc:Choice>
              <mc:Fallback>
                <p:oleObj name="Equation" r:id="rId3" imgW="927000" imgH="393480" progId="Equation.DSMT4">
                  <p:embed/>
                  <p:pic>
                    <p:nvPicPr>
                      <p:cNvPr id="962" name="Object 96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4388" y="547688"/>
                        <a:ext cx="9271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8" name="Object 927">
            <a:extLst>
              <a:ext uri="{FF2B5EF4-FFF2-40B4-BE49-F238E27FC236}">
                <a16:creationId xmlns:a16="http://schemas.microsoft.com/office/drawing/2014/main" id="{84E2536B-5B43-156A-A870-D57C919975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5563" y="2931858"/>
          <a:ext cx="1219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18960" imgH="406080" progId="Equation.DSMT4">
                  <p:embed/>
                </p:oleObj>
              </mc:Choice>
              <mc:Fallback>
                <p:oleObj name="Equation" r:id="rId5" imgW="1218960" imgH="406080" progId="Equation.DSMT4">
                  <p:embed/>
                  <p:pic>
                    <p:nvPicPr>
                      <p:cNvPr id="963" name="Object 96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5563" y="2931858"/>
                        <a:ext cx="12192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9" name="Rectangle 928">
            <a:extLst>
              <a:ext uri="{FF2B5EF4-FFF2-40B4-BE49-F238E27FC236}">
                <a16:creationId xmlns:a16="http://schemas.microsoft.com/office/drawing/2014/main" id="{F9F6BE96-9E2E-1161-CE3E-4677CBD1A9E7}"/>
              </a:ext>
            </a:extLst>
          </p:cNvPr>
          <p:cNvSpPr/>
          <p:nvPr/>
        </p:nvSpPr>
        <p:spPr>
          <a:xfrm>
            <a:off x="544033" y="5746899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6.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930" name="Object 929">
            <a:extLst>
              <a:ext uri="{FF2B5EF4-FFF2-40B4-BE49-F238E27FC236}">
                <a16:creationId xmlns:a16="http://schemas.microsoft.com/office/drawing/2014/main" id="{2E8F1F71-1583-400C-8E44-4396E685E1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9150" y="5715000"/>
          <a:ext cx="825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25480" imgH="368280" progId="Equation.DSMT4">
                  <p:embed/>
                </p:oleObj>
              </mc:Choice>
              <mc:Fallback>
                <p:oleObj name="Equation" r:id="rId7" imgW="825480" imgH="368280" progId="Equation.DSMT4">
                  <p:embed/>
                  <p:pic>
                    <p:nvPicPr>
                      <p:cNvPr id="971" name="Object 97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19150" y="5715000"/>
                        <a:ext cx="8255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" name="Object 930">
            <a:extLst>
              <a:ext uri="{FF2B5EF4-FFF2-40B4-BE49-F238E27FC236}">
                <a16:creationId xmlns:a16="http://schemas.microsoft.com/office/drawing/2014/main" id="{E4CA2F05-D411-D358-A680-8D7BE4C461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97288" y="5726113"/>
          <a:ext cx="914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14400" imgH="368280" progId="Equation.DSMT4">
                  <p:embed/>
                </p:oleObj>
              </mc:Choice>
              <mc:Fallback>
                <p:oleObj name="Equation" r:id="rId9" imgW="914400" imgH="368280" progId="Equation.DSMT4">
                  <p:embed/>
                  <p:pic>
                    <p:nvPicPr>
                      <p:cNvPr id="972" name="Object 97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97288" y="5726113"/>
                        <a:ext cx="9144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" name="Object 931">
            <a:extLst>
              <a:ext uri="{FF2B5EF4-FFF2-40B4-BE49-F238E27FC236}">
                <a16:creationId xmlns:a16="http://schemas.microsoft.com/office/drawing/2014/main" id="{CDBCB867-35EC-75D2-0CD9-2E6E93EB16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2037" y="7785918"/>
          <a:ext cx="1701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01720" imgH="380880" progId="Equation.DSMT4">
                  <p:embed/>
                </p:oleObj>
              </mc:Choice>
              <mc:Fallback>
                <p:oleObj name="Equation" r:id="rId11" imgW="1701720" imgH="380880" progId="Equation.DSMT4">
                  <p:embed/>
                  <p:pic>
                    <p:nvPicPr>
                      <p:cNvPr id="973" name="Object 97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02037" y="7785918"/>
                        <a:ext cx="1701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3" name="Object 932">
            <a:extLst>
              <a:ext uri="{FF2B5EF4-FFF2-40B4-BE49-F238E27FC236}">
                <a16:creationId xmlns:a16="http://schemas.microsoft.com/office/drawing/2014/main" id="{C547DDA6-72A8-F8AD-E28C-4E524EE96F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23998" y="7804483"/>
          <a:ext cx="1397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96800" imgH="380880" progId="Equation.DSMT4">
                  <p:embed/>
                </p:oleObj>
              </mc:Choice>
              <mc:Fallback>
                <p:oleObj name="Equation" r:id="rId13" imgW="1396800" imgH="380880" progId="Equation.DSMT4">
                  <p:embed/>
                  <p:pic>
                    <p:nvPicPr>
                      <p:cNvPr id="974" name="Object 97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723998" y="7804483"/>
                        <a:ext cx="1397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5" name="Picture 1024">
            <a:extLst>
              <a:ext uri="{FF2B5EF4-FFF2-40B4-BE49-F238E27FC236}">
                <a16:creationId xmlns:a16="http://schemas.microsoft.com/office/drawing/2014/main" id="{AD4693F1-6E36-4416-CD65-0A8C680C124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24946" y="2939063"/>
            <a:ext cx="2493480" cy="2493480"/>
          </a:xfrm>
          <a:prstGeom prst="rect">
            <a:avLst/>
          </a:prstGeom>
        </p:spPr>
      </p:pic>
      <p:pic>
        <p:nvPicPr>
          <p:cNvPr id="1026" name="Picture 1025">
            <a:extLst>
              <a:ext uri="{FF2B5EF4-FFF2-40B4-BE49-F238E27FC236}">
                <a16:creationId xmlns:a16="http://schemas.microsoft.com/office/drawing/2014/main" id="{70E15D37-7CDC-CB2C-78A5-0EF240CDCF1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24946" y="435741"/>
            <a:ext cx="2493480" cy="2493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48</Words>
  <Application>Microsoft Office PowerPoint</Application>
  <PresentationFormat>Custom</PresentationFormat>
  <Paragraphs>11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Calibri</vt:lpstr>
      <vt:lpstr>Century Gothic</vt:lpstr>
      <vt:lpstr>Office Theme</vt:lpstr>
      <vt:lpstr>Equation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- 22 - Quiz 8-3</dc:title>
  <dc:creator>Gina</dc:creator>
  <cp:lastModifiedBy>Gina Wilson</cp:lastModifiedBy>
  <cp:revision>16</cp:revision>
  <cp:lastPrinted>2023-08-25T16:14:39Z</cp:lastPrinted>
  <dcterms:created xsi:type="dcterms:W3CDTF">2017-11-19T09:31:36Z</dcterms:created>
  <dcterms:modified xsi:type="dcterms:W3CDTF">2023-09-13T16:48:09Z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2015-11-10T00:00:00Z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2017-11-19T00:00:00Z</vt:filetime>
  </property>
</Properties>
</file>