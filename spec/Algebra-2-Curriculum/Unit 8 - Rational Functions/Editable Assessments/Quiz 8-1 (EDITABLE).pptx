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56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59526" y="9734815"/>
            <a:ext cx="1413509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 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6.bin"/><Relationship Id="rId2" Type="http://schemas.openxmlformats.org/officeDocument/2006/relationships/image" Target="../media/image10.JPG"/><Relationship Id="rId16" Type="http://schemas.openxmlformats.org/officeDocument/2006/relationships/image" Target="../media/image17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A19DD7-9A04-F5AE-CA70-8011CDB0BAA4}"/>
              </a:ext>
            </a:extLst>
          </p:cNvPr>
          <p:cNvSpPr/>
          <p:nvPr/>
        </p:nvSpPr>
        <p:spPr>
          <a:xfrm>
            <a:off x="550510" y="1646855"/>
            <a:ext cx="195438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Simplify each expression.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2ED75BD-928A-1EC3-DD4A-FDCD4A08B3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1997075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36560" imgH="406080" progId="Equation.DSMT4">
                  <p:embed/>
                </p:oleObj>
              </mc:Choice>
              <mc:Fallback>
                <p:oleObj name="Equation" r:id="rId3" imgW="736560" imgH="40608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5500" y="1997075"/>
                        <a:ext cx="736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89EC03D-8534-F10A-13A9-00B66F0CA4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9435" y="2006600"/>
          <a:ext cx="86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280" imgH="406080" progId="Equation.DSMT4">
                  <p:embed/>
                </p:oleObj>
              </mc:Choice>
              <mc:Fallback>
                <p:oleObj name="Equation" r:id="rId5" imgW="863280" imgH="40608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09435" y="2006600"/>
                        <a:ext cx="863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3C3CB55-EFFB-5D7F-B0D3-7D2948F2C573}"/>
              </a:ext>
            </a:extLst>
          </p:cNvPr>
          <p:cNvSpPr/>
          <p:nvPr/>
        </p:nvSpPr>
        <p:spPr>
          <a:xfrm>
            <a:off x="3010676" y="2045996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7FAF13C-EB99-7CE5-26B0-177E45A6AB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3823471"/>
          <a:ext cx="50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07960" imgH="380880" progId="Equation.DSMT4">
                  <p:embed/>
                </p:oleObj>
              </mc:Choice>
              <mc:Fallback>
                <p:oleObj name="Equation" r:id="rId7" imgW="507960" imgH="38088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5500" y="3823471"/>
                        <a:ext cx="508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7833198-9FA8-6289-1E69-5BB94F84CA8C}"/>
              </a:ext>
            </a:extLst>
          </p:cNvPr>
          <p:cNvSpPr/>
          <p:nvPr/>
        </p:nvSpPr>
        <p:spPr>
          <a:xfrm>
            <a:off x="542731" y="389572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02452216-B1C0-57C2-D6DA-FACB770F22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886443"/>
              </p:ext>
            </p:extLst>
          </p:nvPr>
        </p:nvGraphicFramePr>
        <p:xfrm>
          <a:off x="3303588" y="3806825"/>
          <a:ext cx="80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99920" imgH="406080" progId="Equation.DSMT4">
                  <p:embed/>
                </p:oleObj>
              </mc:Choice>
              <mc:Fallback>
                <p:oleObj name="Equation" r:id="rId9" imgW="799920" imgH="406080" progId="Equation.DSMT4">
                  <p:embed/>
                  <p:pic>
                    <p:nvPicPr>
                      <p:cNvPr id="62" name="Object 6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03588" y="3806825"/>
                        <a:ext cx="800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1ED2E238-A9DB-FAF2-29E2-C9793C93B0F7}"/>
              </a:ext>
            </a:extLst>
          </p:cNvPr>
          <p:cNvSpPr/>
          <p:nvPr/>
        </p:nvSpPr>
        <p:spPr>
          <a:xfrm>
            <a:off x="3010676" y="389572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5B7A8C-6698-1E9C-2189-01EB5CA75F01}"/>
              </a:ext>
            </a:extLst>
          </p:cNvPr>
          <p:cNvSpPr/>
          <p:nvPr/>
        </p:nvSpPr>
        <p:spPr>
          <a:xfrm>
            <a:off x="542731" y="5990896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703C84-BB41-B686-F380-2AE8A11098B9}"/>
              </a:ext>
            </a:extLst>
          </p:cNvPr>
          <p:cNvSpPr/>
          <p:nvPr/>
        </p:nvSpPr>
        <p:spPr>
          <a:xfrm>
            <a:off x="542731" y="8053197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152C6820-2DD1-1EA1-1C55-1A30839E0C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150" y="5955484"/>
          <a:ext cx="1168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68200" imgH="368280" progId="Equation.DSMT4">
                  <p:embed/>
                </p:oleObj>
              </mc:Choice>
              <mc:Fallback>
                <p:oleObj name="Equation" r:id="rId11" imgW="1168200" imgH="368280" progId="Equation.DSMT4">
                  <p:embed/>
                  <p:pic>
                    <p:nvPicPr>
                      <p:cNvPr id="66" name="Object 6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19150" y="5955484"/>
                        <a:ext cx="1168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751A0D57-FA83-E6FB-5EAD-3719CA9715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7400" y="5938021"/>
          <a:ext cx="1193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93760" imgH="380880" progId="Equation.DSMT4">
                  <p:embed/>
                </p:oleObj>
              </mc:Choice>
              <mc:Fallback>
                <p:oleObj name="Equation" r:id="rId13" imgW="1193760" imgH="38088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27400" y="5938021"/>
                        <a:ext cx="1193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2A2E04C8-08BB-5C12-42DD-0516F461E0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2800" y="7973412"/>
          <a:ext cx="1333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33440" imgH="406080" progId="Equation.DSMT4">
                  <p:embed/>
                </p:oleObj>
              </mc:Choice>
              <mc:Fallback>
                <p:oleObj name="Equation" r:id="rId15" imgW="1333440" imgH="40608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12800" y="7973412"/>
                        <a:ext cx="1333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84EED67F-1288-4F56-786A-23C4B3CEA9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4700" y="7980363"/>
          <a:ext cx="825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25480" imgH="431640" progId="Equation.DSMT4">
                  <p:embed/>
                </p:oleObj>
              </mc:Choice>
              <mc:Fallback>
                <p:oleObj name="Equation" r:id="rId17" imgW="825480" imgH="43164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14700" y="7980363"/>
                        <a:ext cx="825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40A6389F-D051-64B9-16FF-124507E220CB}"/>
              </a:ext>
            </a:extLst>
          </p:cNvPr>
          <p:cNvSpPr/>
          <p:nvPr/>
        </p:nvSpPr>
        <p:spPr>
          <a:xfrm>
            <a:off x="542731" y="2045996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13EFED-9C9D-F940-CED6-ABBEE12C06B3}"/>
              </a:ext>
            </a:extLst>
          </p:cNvPr>
          <p:cNvSpPr/>
          <p:nvPr/>
        </p:nvSpPr>
        <p:spPr>
          <a:xfrm>
            <a:off x="532104" y="5627775"/>
            <a:ext cx="22926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Find each product or quotient.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20CFE0-B183-FF81-71C5-669FF31EC8C4}"/>
              </a:ext>
            </a:extLst>
          </p:cNvPr>
          <p:cNvSpPr/>
          <p:nvPr/>
        </p:nvSpPr>
        <p:spPr>
          <a:xfrm>
            <a:off x="3010676" y="5990896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6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E601E4-1BCD-744C-4384-94E1CEAE9229}"/>
              </a:ext>
            </a:extLst>
          </p:cNvPr>
          <p:cNvSpPr/>
          <p:nvPr/>
        </p:nvSpPr>
        <p:spPr>
          <a:xfrm>
            <a:off x="3010676" y="8053197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8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1">
            <a:extLst>
              <a:ext uri="{FF2B5EF4-FFF2-40B4-BE49-F238E27FC236}">
                <a16:creationId xmlns:a16="http://schemas.microsoft.com/office/drawing/2014/main" id="{930AB981-9B9C-5C73-9F42-73444CD8FF5E}"/>
              </a:ext>
            </a:extLst>
          </p:cNvPr>
          <p:cNvSpPr txBox="1"/>
          <p:nvPr/>
        </p:nvSpPr>
        <p:spPr>
          <a:xfrm>
            <a:off x="664081" y="2925064"/>
            <a:ext cx="2015489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Find each sum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or</a:t>
            </a:r>
            <a:r>
              <a:rPr sz="1100" b="1" spc="-3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difference.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8344812-4812-EE10-223C-C652F4BA96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3998" y="528637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39880" imgH="431640" progId="Equation.DSMT4">
                  <p:embed/>
                </p:oleObj>
              </mc:Choice>
              <mc:Fallback>
                <p:oleObj name="Equation" r:id="rId3" imgW="1739880" imgH="43164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3998" y="528637"/>
                        <a:ext cx="1739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96949E1-BCD6-8112-9D22-BF031299E2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3296" y="541337"/>
          <a:ext cx="166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63560" imgH="406080" progId="Equation.DSMT4">
                  <p:embed/>
                </p:oleObj>
              </mc:Choice>
              <mc:Fallback>
                <p:oleObj name="Equation" r:id="rId5" imgW="1663560" imgH="40608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93296" y="541337"/>
                        <a:ext cx="1663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CBC0E73-4EE2-FEFA-A514-2B766E43A33D}"/>
              </a:ext>
            </a:extLst>
          </p:cNvPr>
          <p:cNvSpPr/>
          <p:nvPr/>
        </p:nvSpPr>
        <p:spPr>
          <a:xfrm>
            <a:off x="561052" y="3190293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D161F8-D91D-A9C3-9F39-ED72D1F02210}"/>
              </a:ext>
            </a:extLst>
          </p:cNvPr>
          <p:cNvSpPr/>
          <p:nvPr/>
        </p:nvSpPr>
        <p:spPr>
          <a:xfrm>
            <a:off x="3018455" y="3190293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D02FF5-A461-0AF2-860E-B6A1BB874E1A}"/>
              </a:ext>
            </a:extLst>
          </p:cNvPr>
          <p:cNvSpPr/>
          <p:nvPr/>
        </p:nvSpPr>
        <p:spPr>
          <a:xfrm>
            <a:off x="561052" y="5574184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544982-E8B8-5CD8-2351-BAFD0D8245F0}"/>
              </a:ext>
            </a:extLst>
          </p:cNvPr>
          <p:cNvSpPr/>
          <p:nvPr/>
        </p:nvSpPr>
        <p:spPr>
          <a:xfrm>
            <a:off x="3018455" y="5566490"/>
            <a:ext cx="4251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14.</a:t>
            </a:r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A3162CFA-D5D1-6CE0-2873-CE749091B4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8050" y="3136948"/>
          <a:ext cx="635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680" imgH="368280" progId="Equation.DSMT4">
                  <p:embed/>
                </p:oleObj>
              </mc:Choice>
              <mc:Fallback>
                <p:oleObj name="Equation" r:id="rId7" imgW="634680" imgH="36828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8050" y="3136948"/>
                        <a:ext cx="635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94C2795F-E3AE-4AB3-A944-ED930B68C9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5790" y="3117898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25400" imgH="406080" progId="Equation.DSMT4">
                  <p:embed/>
                </p:oleObj>
              </mc:Choice>
              <mc:Fallback>
                <p:oleObj name="Equation" r:id="rId9" imgW="1625400" imgH="40608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95790" y="3117898"/>
                        <a:ext cx="1625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4BDD2B2B-3EF6-F001-47E6-D3D8D475DC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8050" y="5538787"/>
          <a:ext cx="533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33160" imgH="368280" progId="Equation.DSMT4">
                  <p:embed/>
                </p:oleObj>
              </mc:Choice>
              <mc:Fallback>
                <p:oleObj name="Equation" r:id="rId11" imgW="533160" imgH="36828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8050" y="5538787"/>
                        <a:ext cx="533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49799B78-7CDD-8A99-2F76-9492CD4DC6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5790" y="5526087"/>
          <a:ext cx="1257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57120" imgH="393480" progId="Equation.DSMT4">
                  <p:embed/>
                </p:oleObj>
              </mc:Choice>
              <mc:Fallback>
                <p:oleObj name="Equation" r:id="rId13" imgW="1257120" imgH="393480" progId="Equation.DSMT4">
                  <p:embed/>
                  <p:pic>
                    <p:nvPicPr>
                      <p:cNvPr id="55" name="Object 5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95790" y="5526087"/>
                        <a:ext cx="1257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14EE71FE-2BC5-69D3-6FE1-38570FE398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8050" y="7894460"/>
          <a:ext cx="876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76240" imgH="380880" progId="Equation.DSMT4">
                  <p:embed/>
                </p:oleObj>
              </mc:Choice>
              <mc:Fallback>
                <p:oleObj name="Equation" r:id="rId15" imgW="876240" imgH="38088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08050" y="7894460"/>
                        <a:ext cx="876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BF50CBA7-66CA-BBB2-D62B-8BAF253475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5790" y="7900810"/>
          <a:ext cx="723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23600" imgH="368280" progId="Equation.DSMT4">
                  <p:embed/>
                </p:oleObj>
              </mc:Choice>
              <mc:Fallback>
                <p:oleObj name="Equation" r:id="rId17" imgW="723600" imgH="36828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95790" y="7900810"/>
                        <a:ext cx="723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7CEEBC7A-CB75-6B51-6857-146D5E306178}"/>
              </a:ext>
            </a:extLst>
          </p:cNvPr>
          <p:cNvSpPr/>
          <p:nvPr/>
        </p:nvSpPr>
        <p:spPr>
          <a:xfrm>
            <a:off x="561052" y="7954155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3282F5-9B12-CA15-626A-22F36EA68BAC}"/>
              </a:ext>
            </a:extLst>
          </p:cNvPr>
          <p:cNvSpPr/>
          <p:nvPr/>
        </p:nvSpPr>
        <p:spPr>
          <a:xfrm>
            <a:off x="3018455" y="7946461"/>
            <a:ext cx="4251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16.</a:t>
            </a:r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3C86C-CE47-0C56-055C-BAF65B7B819E}"/>
              </a:ext>
            </a:extLst>
          </p:cNvPr>
          <p:cNvSpPr/>
          <p:nvPr/>
        </p:nvSpPr>
        <p:spPr>
          <a:xfrm>
            <a:off x="561052" y="598209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C2F750-CF45-F1E0-22F7-B5E649D4E392}"/>
              </a:ext>
            </a:extLst>
          </p:cNvPr>
          <p:cNvSpPr/>
          <p:nvPr/>
        </p:nvSpPr>
        <p:spPr>
          <a:xfrm>
            <a:off x="3018455" y="598209"/>
            <a:ext cx="42511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48</Words>
  <Application>Microsoft Office PowerPoint</Application>
  <PresentationFormat>Custom</PresentationFormat>
  <Paragraphs>19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Century Gothic</vt:lpstr>
      <vt:lpstr>Office Theme</vt:lpstr>
      <vt:lpstr>Equation</vt:lpstr>
      <vt:lpstr>MathType 7.0 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- 5 - Quiz 8-1</dc:title>
  <dc:creator>Gina</dc:creator>
  <cp:lastModifiedBy>Gina Wilson</cp:lastModifiedBy>
  <cp:revision>25</cp:revision>
  <dcterms:created xsi:type="dcterms:W3CDTF">2017-11-19T09:31:15Z</dcterms:created>
  <dcterms:modified xsi:type="dcterms:W3CDTF">2023-11-25T17:22:01Z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2015-11-05T00:00:00Z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2017-11-19T00:00:00Z</vt:filetime>
  </property>
</Properties>
</file>