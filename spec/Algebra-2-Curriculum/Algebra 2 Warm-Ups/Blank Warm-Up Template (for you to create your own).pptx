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525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3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7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2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0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2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9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0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7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6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8C36C-D1CD-43F4-8719-E3082CEF8D46}" type="datetimeFigureOut">
              <a:rPr lang="en-US" smtClean="0"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5E8DE-C20E-47D1-93D4-159D8F567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4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5761" y="979716"/>
            <a:ext cx="15283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Topic Here</a:t>
            </a:r>
            <a:endParaRPr lang="en-US" sz="1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9155" y="5717179"/>
            <a:ext cx="15283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Topic Here</a:t>
            </a:r>
            <a:endParaRPr lang="en-US" sz="1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6921" y="802744"/>
            <a:ext cx="5536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warm-up problems here. (Use textboxes for text and equation editor for equations)</a:t>
            </a:r>
            <a:endParaRPr lang="en-US" sz="1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26921" y="5487780"/>
            <a:ext cx="5536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warm-up problems here. (Use textboxes for text and equation editor for equations)</a:t>
            </a:r>
            <a:endParaRPr lang="en-US" sz="1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2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</cp:revision>
  <dcterms:created xsi:type="dcterms:W3CDTF">2016-09-20T08:12:56Z</dcterms:created>
  <dcterms:modified xsi:type="dcterms:W3CDTF">2016-09-20T08:21:42Z</dcterms:modified>
</cp:coreProperties>
</file>