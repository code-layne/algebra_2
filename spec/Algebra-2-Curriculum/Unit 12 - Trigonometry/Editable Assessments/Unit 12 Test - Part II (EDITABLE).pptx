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  <p:sldId id="267" r:id="rId7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91" autoAdjust="0"/>
    <p:restoredTop sz="94660"/>
  </p:normalViewPr>
  <p:slideViewPr>
    <p:cSldViewPr>
      <p:cViewPr varScale="1">
        <p:scale>
          <a:sx n="106" d="100"/>
          <a:sy n="106" d="100"/>
        </p:scale>
        <p:origin x="3948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image" Target="../media/image20.wmf"/><Relationship Id="rId18" Type="http://schemas.openxmlformats.org/officeDocument/2006/relationships/image" Target="../media/image25.wmf"/><Relationship Id="rId3" Type="http://schemas.openxmlformats.org/officeDocument/2006/relationships/image" Target="../media/image10.wmf"/><Relationship Id="rId21" Type="http://schemas.openxmlformats.org/officeDocument/2006/relationships/image" Target="../media/image28.wmf"/><Relationship Id="rId7" Type="http://schemas.openxmlformats.org/officeDocument/2006/relationships/image" Target="../media/image14.wmf"/><Relationship Id="rId12" Type="http://schemas.openxmlformats.org/officeDocument/2006/relationships/image" Target="../media/image19.wmf"/><Relationship Id="rId17" Type="http://schemas.openxmlformats.org/officeDocument/2006/relationships/image" Target="../media/image24.wmf"/><Relationship Id="rId25" Type="http://schemas.openxmlformats.org/officeDocument/2006/relationships/image" Target="../media/image32.wmf"/><Relationship Id="rId2" Type="http://schemas.openxmlformats.org/officeDocument/2006/relationships/image" Target="../media/image9.wmf"/><Relationship Id="rId16" Type="http://schemas.openxmlformats.org/officeDocument/2006/relationships/image" Target="../media/image23.wmf"/><Relationship Id="rId20" Type="http://schemas.openxmlformats.org/officeDocument/2006/relationships/image" Target="../media/image27.wmf"/><Relationship Id="rId1" Type="http://schemas.openxmlformats.org/officeDocument/2006/relationships/image" Target="../media/image8.wmf"/><Relationship Id="rId6" Type="http://schemas.openxmlformats.org/officeDocument/2006/relationships/image" Target="../media/image13.wmf"/><Relationship Id="rId11" Type="http://schemas.openxmlformats.org/officeDocument/2006/relationships/image" Target="../media/image18.wmf"/><Relationship Id="rId24" Type="http://schemas.openxmlformats.org/officeDocument/2006/relationships/image" Target="../media/image31.wmf"/><Relationship Id="rId5" Type="http://schemas.openxmlformats.org/officeDocument/2006/relationships/image" Target="../media/image12.wmf"/><Relationship Id="rId15" Type="http://schemas.openxmlformats.org/officeDocument/2006/relationships/image" Target="../media/image22.wmf"/><Relationship Id="rId23" Type="http://schemas.openxmlformats.org/officeDocument/2006/relationships/image" Target="../media/image30.wmf"/><Relationship Id="rId10" Type="http://schemas.openxmlformats.org/officeDocument/2006/relationships/image" Target="../media/image17.wmf"/><Relationship Id="rId19" Type="http://schemas.openxmlformats.org/officeDocument/2006/relationships/image" Target="../media/image26.wmf"/><Relationship Id="rId4" Type="http://schemas.openxmlformats.org/officeDocument/2006/relationships/image" Target="../media/image11.wmf"/><Relationship Id="rId9" Type="http://schemas.openxmlformats.org/officeDocument/2006/relationships/image" Target="../media/image16.wmf"/><Relationship Id="rId14" Type="http://schemas.openxmlformats.org/officeDocument/2006/relationships/image" Target="../media/image21.wmf"/><Relationship Id="rId22" Type="http://schemas.openxmlformats.org/officeDocument/2006/relationships/image" Target="../media/image29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image" Target="../media/image46.wmf"/><Relationship Id="rId18" Type="http://schemas.openxmlformats.org/officeDocument/2006/relationships/image" Target="../media/image51.wmf"/><Relationship Id="rId26" Type="http://schemas.openxmlformats.org/officeDocument/2006/relationships/image" Target="../media/image59.wmf"/><Relationship Id="rId3" Type="http://schemas.openxmlformats.org/officeDocument/2006/relationships/image" Target="../media/image36.wmf"/><Relationship Id="rId21" Type="http://schemas.openxmlformats.org/officeDocument/2006/relationships/image" Target="../media/image54.wmf"/><Relationship Id="rId34" Type="http://schemas.openxmlformats.org/officeDocument/2006/relationships/image" Target="../media/image67.wmf"/><Relationship Id="rId7" Type="http://schemas.openxmlformats.org/officeDocument/2006/relationships/image" Target="../media/image40.wmf"/><Relationship Id="rId12" Type="http://schemas.openxmlformats.org/officeDocument/2006/relationships/image" Target="../media/image45.wmf"/><Relationship Id="rId17" Type="http://schemas.openxmlformats.org/officeDocument/2006/relationships/image" Target="../media/image50.wmf"/><Relationship Id="rId25" Type="http://schemas.openxmlformats.org/officeDocument/2006/relationships/image" Target="../media/image58.wmf"/><Relationship Id="rId33" Type="http://schemas.openxmlformats.org/officeDocument/2006/relationships/image" Target="../media/image66.wmf"/><Relationship Id="rId2" Type="http://schemas.openxmlformats.org/officeDocument/2006/relationships/image" Target="../media/image35.wmf"/><Relationship Id="rId16" Type="http://schemas.openxmlformats.org/officeDocument/2006/relationships/image" Target="../media/image49.wmf"/><Relationship Id="rId20" Type="http://schemas.openxmlformats.org/officeDocument/2006/relationships/image" Target="../media/image53.wmf"/><Relationship Id="rId29" Type="http://schemas.openxmlformats.org/officeDocument/2006/relationships/image" Target="../media/image62.wmf"/><Relationship Id="rId1" Type="http://schemas.openxmlformats.org/officeDocument/2006/relationships/image" Target="../media/image34.wmf"/><Relationship Id="rId6" Type="http://schemas.openxmlformats.org/officeDocument/2006/relationships/image" Target="../media/image39.wmf"/><Relationship Id="rId11" Type="http://schemas.openxmlformats.org/officeDocument/2006/relationships/image" Target="../media/image44.wmf"/><Relationship Id="rId24" Type="http://schemas.openxmlformats.org/officeDocument/2006/relationships/image" Target="../media/image57.wmf"/><Relationship Id="rId32" Type="http://schemas.openxmlformats.org/officeDocument/2006/relationships/image" Target="../media/image65.wmf"/><Relationship Id="rId5" Type="http://schemas.openxmlformats.org/officeDocument/2006/relationships/image" Target="../media/image38.wmf"/><Relationship Id="rId15" Type="http://schemas.openxmlformats.org/officeDocument/2006/relationships/image" Target="../media/image48.wmf"/><Relationship Id="rId23" Type="http://schemas.openxmlformats.org/officeDocument/2006/relationships/image" Target="../media/image56.wmf"/><Relationship Id="rId28" Type="http://schemas.openxmlformats.org/officeDocument/2006/relationships/image" Target="../media/image61.wmf"/><Relationship Id="rId10" Type="http://schemas.openxmlformats.org/officeDocument/2006/relationships/image" Target="../media/image43.wmf"/><Relationship Id="rId19" Type="http://schemas.openxmlformats.org/officeDocument/2006/relationships/image" Target="../media/image52.wmf"/><Relationship Id="rId31" Type="http://schemas.openxmlformats.org/officeDocument/2006/relationships/image" Target="../media/image64.wmf"/><Relationship Id="rId4" Type="http://schemas.openxmlformats.org/officeDocument/2006/relationships/image" Target="../media/image37.wmf"/><Relationship Id="rId9" Type="http://schemas.openxmlformats.org/officeDocument/2006/relationships/image" Target="../media/image42.wmf"/><Relationship Id="rId14" Type="http://schemas.openxmlformats.org/officeDocument/2006/relationships/image" Target="../media/image47.wmf"/><Relationship Id="rId22" Type="http://schemas.openxmlformats.org/officeDocument/2006/relationships/image" Target="../media/image55.wmf"/><Relationship Id="rId27" Type="http://schemas.openxmlformats.org/officeDocument/2006/relationships/image" Target="../media/image60.wmf"/><Relationship Id="rId30" Type="http://schemas.openxmlformats.org/officeDocument/2006/relationships/image" Target="../media/image63.wmf"/><Relationship Id="rId35" Type="http://schemas.openxmlformats.org/officeDocument/2006/relationships/image" Target="../media/image68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13" Type="http://schemas.openxmlformats.org/officeDocument/2006/relationships/image" Target="../media/image82.wmf"/><Relationship Id="rId18" Type="http://schemas.openxmlformats.org/officeDocument/2006/relationships/image" Target="../media/image87.wmf"/><Relationship Id="rId26" Type="http://schemas.openxmlformats.org/officeDocument/2006/relationships/image" Target="../media/image95.wmf"/><Relationship Id="rId3" Type="http://schemas.openxmlformats.org/officeDocument/2006/relationships/image" Target="../media/image72.wmf"/><Relationship Id="rId21" Type="http://schemas.openxmlformats.org/officeDocument/2006/relationships/image" Target="../media/image90.wmf"/><Relationship Id="rId7" Type="http://schemas.openxmlformats.org/officeDocument/2006/relationships/image" Target="../media/image76.wmf"/><Relationship Id="rId12" Type="http://schemas.openxmlformats.org/officeDocument/2006/relationships/image" Target="../media/image81.wmf"/><Relationship Id="rId17" Type="http://schemas.openxmlformats.org/officeDocument/2006/relationships/image" Target="../media/image86.wmf"/><Relationship Id="rId25" Type="http://schemas.openxmlformats.org/officeDocument/2006/relationships/image" Target="../media/image94.wmf"/><Relationship Id="rId2" Type="http://schemas.openxmlformats.org/officeDocument/2006/relationships/image" Target="../media/image71.wmf"/><Relationship Id="rId16" Type="http://schemas.openxmlformats.org/officeDocument/2006/relationships/image" Target="../media/image85.wmf"/><Relationship Id="rId20" Type="http://schemas.openxmlformats.org/officeDocument/2006/relationships/image" Target="../media/image89.wmf"/><Relationship Id="rId29" Type="http://schemas.openxmlformats.org/officeDocument/2006/relationships/image" Target="../media/image98.wmf"/><Relationship Id="rId1" Type="http://schemas.openxmlformats.org/officeDocument/2006/relationships/image" Target="../media/image70.wmf"/><Relationship Id="rId6" Type="http://schemas.openxmlformats.org/officeDocument/2006/relationships/image" Target="../media/image75.wmf"/><Relationship Id="rId11" Type="http://schemas.openxmlformats.org/officeDocument/2006/relationships/image" Target="../media/image80.wmf"/><Relationship Id="rId24" Type="http://schemas.openxmlformats.org/officeDocument/2006/relationships/image" Target="../media/image93.wmf"/><Relationship Id="rId5" Type="http://schemas.openxmlformats.org/officeDocument/2006/relationships/image" Target="../media/image74.wmf"/><Relationship Id="rId15" Type="http://schemas.openxmlformats.org/officeDocument/2006/relationships/image" Target="../media/image84.wmf"/><Relationship Id="rId23" Type="http://schemas.openxmlformats.org/officeDocument/2006/relationships/image" Target="../media/image92.wmf"/><Relationship Id="rId28" Type="http://schemas.openxmlformats.org/officeDocument/2006/relationships/image" Target="../media/image97.wmf"/><Relationship Id="rId10" Type="http://schemas.openxmlformats.org/officeDocument/2006/relationships/image" Target="../media/image79.wmf"/><Relationship Id="rId19" Type="http://schemas.openxmlformats.org/officeDocument/2006/relationships/image" Target="../media/image88.wmf"/><Relationship Id="rId4" Type="http://schemas.openxmlformats.org/officeDocument/2006/relationships/image" Target="../media/image73.wmf"/><Relationship Id="rId9" Type="http://schemas.openxmlformats.org/officeDocument/2006/relationships/image" Target="../media/image78.wmf"/><Relationship Id="rId14" Type="http://schemas.openxmlformats.org/officeDocument/2006/relationships/image" Target="../media/image83.wmf"/><Relationship Id="rId22" Type="http://schemas.openxmlformats.org/officeDocument/2006/relationships/image" Target="../media/image91.wmf"/><Relationship Id="rId27" Type="http://schemas.openxmlformats.org/officeDocument/2006/relationships/image" Target="../media/image96.wmf"/><Relationship Id="rId30" Type="http://schemas.openxmlformats.org/officeDocument/2006/relationships/image" Target="../media/image99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3" Type="http://schemas.openxmlformats.org/officeDocument/2006/relationships/image" Target="../media/image103.wmf"/><Relationship Id="rId7" Type="http://schemas.openxmlformats.org/officeDocument/2006/relationships/image" Target="../media/image107.wmf"/><Relationship Id="rId12" Type="http://schemas.openxmlformats.org/officeDocument/2006/relationships/image" Target="../media/image112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Relationship Id="rId6" Type="http://schemas.openxmlformats.org/officeDocument/2006/relationships/image" Target="../media/image106.wmf"/><Relationship Id="rId11" Type="http://schemas.openxmlformats.org/officeDocument/2006/relationships/image" Target="../media/image111.wmf"/><Relationship Id="rId5" Type="http://schemas.openxmlformats.org/officeDocument/2006/relationships/image" Target="../media/image105.wmf"/><Relationship Id="rId10" Type="http://schemas.openxmlformats.org/officeDocument/2006/relationships/image" Target="../media/image110.wmf"/><Relationship Id="rId4" Type="http://schemas.openxmlformats.org/officeDocument/2006/relationships/image" Target="../media/image104.wmf"/><Relationship Id="rId9" Type="http://schemas.openxmlformats.org/officeDocument/2006/relationships/image" Target="../media/image10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wmf"/><Relationship Id="rId2" Type="http://schemas.openxmlformats.org/officeDocument/2006/relationships/image" Target="../media/image116.wmf"/><Relationship Id="rId1" Type="http://schemas.openxmlformats.org/officeDocument/2006/relationships/image" Target="../media/image115.wmf"/><Relationship Id="rId6" Type="http://schemas.openxmlformats.org/officeDocument/2006/relationships/image" Target="../media/image120.wmf"/><Relationship Id="rId5" Type="http://schemas.openxmlformats.org/officeDocument/2006/relationships/image" Target="../media/image119.wmf"/><Relationship Id="rId4" Type="http://schemas.openxmlformats.org/officeDocument/2006/relationships/image" Target="../media/image11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20" dirty="0"/>
              <a:t> </a:t>
            </a:r>
            <a:r>
              <a:rPr spc="-5" dirty="0"/>
              <a:t>2016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20" dirty="0"/>
              <a:t> </a:t>
            </a:r>
            <a:r>
              <a:rPr spc="-5" dirty="0"/>
              <a:t>2016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20" dirty="0"/>
              <a:t> </a:t>
            </a:r>
            <a:r>
              <a:rPr spc="-5" dirty="0"/>
              <a:t>2016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5/23/2018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20" dirty="0"/>
              <a:t> </a:t>
            </a:r>
            <a:r>
              <a:rPr spc="-5" dirty="0"/>
              <a:t>2016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5/23/2018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20" dirty="0"/>
              <a:t> </a:t>
            </a:r>
            <a:r>
              <a:rPr spc="-5" dirty="0"/>
              <a:t>2016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5/23/2018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3304" y="9757161"/>
            <a:ext cx="1596390" cy="121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20" dirty="0"/>
              <a:t> </a:t>
            </a:r>
            <a:r>
              <a:rPr spc="-5" dirty="0"/>
              <a:t>2016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13" Type="http://schemas.openxmlformats.org/officeDocument/2006/relationships/oleObject" Target="../embeddings/oleObject5.bin"/><Relationship Id="rId3" Type="http://schemas.openxmlformats.org/officeDocument/2006/relationships/image" Target="../media/image6.PNG"/><Relationship Id="rId7" Type="http://schemas.openxmlformats.org/officeDocument/2006/relationships/oleObject" Target="../embeddings/oleObject2.bin"/><Relationship Id="rId12" Type="http://schemas.openxmlformats.org/officeDocument/2006/relationships/image" Target="../media/image4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w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0" Type="http://schemas.openxmlformats.org/officeDocument/2006/relationships/image" Target="../media/image3.wmf"/><Relationship Id="rId4" Type="http://schemas.openxmlformats.org/officeDocument/2006/relationships/image" Target="../media/image7.png"/><Relationship Id="rId9" Type="http://schemas.openxmlformats.org/officeDocument/2006/relationships/oleObject" Target="../embeddings/oleObject3.bin"/><Relationship Id="rId14" Type="http://schemas.openxmlformats.org/officeDocument/2006/relationships/image" Target="../media/image5.wmf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.bin"/><Relationship Id="rId18" Type="http://schemas.openxmlformats.org/officeDocument/2006/relationships/image" Target="../media/image14.wmf"/><Relationship Id="rId26" Type="http://schemas.openxmlformats.org/officeDocument/2006/relationships/image" Target="../media/image18.wmf"/><Relationship Id="rId39" Type="http://schemas.openxmlformats.org/officeDocument/2006/relationships/oleObject" Target="../embeddings/oleObject23.bin"/><Relationship Id="rId3" Type="http://schemas.openxmlformats.org/officeDocument/2006/relationships/image" Target="../media/image33.PNG"/><Relationship Id="rId21" Type="http://schemas.openxmlformats.org/officeDocument/2006/relationships/oleObject" Target="../embeddings/oleObject14.bin"/><Relationship Id="rId34" Type="http://schemas.openxmlformats.org/officeDocument/2006/relationships/image" Target="../media/image22.wmf"/><Relationship Id="rId42" Type="http://schemas.openxmlformats.org/officeDocument/2006/relationships/image" Target="../media/image26.wmf"/><Relationship Id="rId47" Type="http://schemas.openxmlformats.org/officeDocument/2006/relationships/oleObject" Target="../embeddings/oleObject27.bin"/><Relationship Id="rId50" Type="http://schemas.openxmlformats.org/officeDocument/2006/relationships/image" Target="../media/image30.wmf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1.wmf"/><Relationship Id="rId17" Type="http://schemas.openxmlformats.org/officeDocument/2006/relationships/oleObject" Target="../embeddings/oleObject12.bin"/><Relationship Id="rId25" Type="http://schemas.openxmlformats.org/officeDocument/2006/relationships/oleObject" Target="../embeddings/oleObject16.bin"/><Relationship Id="rId33" Type="http://schemas.openxmlformats.org/officeDocument/2006/relationships/oleObject" Target="../embeddings/oleObject20.bin"/><Relationship Id="rId38" Type="http://schemas.openxmlformats.org/officeDocument/2006/relationships/image" Target="../media/image24.wmf"/><Relationship Id="rId46" Type="http://schemas.openxmlformats.org/officeDocument/2006/relationships/image" Target="../media/image28.wmf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13.wmf"/><Relationship Id="rId20" Type="http://schemas.openxmlformats.org/officeDocument/2006/relationships/image" Target="../media/image15.wmf"/><Relationship Id="rId29" Type="http://schemas.openxmlformats.org/officeDocument/2006/relationships/oleObject" Target="../embeddings/oleObject18.bin"/><Relationship Id="rId41" Type="http://schemas.openxmlformats.org/officeDocument/2006/relationships/oleObject" Target="../embeddings/oleObject24.bin"/><Relationship Id="rId54" Type="http://schemas.openxmlformats.org/officeDocument/2006/relationships/image" Target="../media/image32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9.bin"/><Relationship Id="rId24" Type="http://schemas.openxmlformats.org/officeDocument/2006/relationships/image" Target="../media/image17.wmf"/><Relationship Id="rId32" Type="http://schemas.openxmlformats.org/officeDocument/2006/relationships/image" Target="../media/image21.wmf"/><Relationship Id="rId37" Type="http://schemas.openxmlformats.org/officeDocument/2006/relationships/oleObject" Target="../embeddings/oleObject22.bin"/><Relationship Id="rId40" Type="http://schemas.openxmlformats.org/officeDocument/2006/relationships/image" Target="../media/image25.wmf"/><Relationship Id="rId45" Type="http://schemas.openxmlformats.org/officeDocument/2006/relationships/oleObject" Target="../embeddings/oleObject26.bin"/><Relationship Id="rId53" Type="http://schemas.openxmlformats.org/officeDocument/2006/relationships/oleObject" Target="../embeddings/oleObject30.bin"/><Relationship Id="rId5" Type="http://schemas.openxmlformats.org/officeDocument/2006/relationships/oleObject" Target="../embeddings/oleObject6.bin"/><Relationship Id="rId15" Type="http://schemas.openxmlformats.org/officeDocument/2006/relationships/oleObject" Target="../embeddings/oleObject11.bin"/><Relationship Id="rId23" Type="http://schemas.openxmlformats.org/officeDocument/2006/relationships/oleObject" Target="../embeddings/oleObject15.bin"/><Relationship Id="rId28" Type="http://schemas.openxmlformats.org/officeDocument/2006/relationships/image" Target="../media/image19.wmf"/><Relationship Id="rId36" Type="http://schemas.openxmlformats.org/officeDocument/2006/relationships/image" Target="../media/image23.wmf"/><Relationship Id="rId49" Type="http://schemas.openxmlformats.org/officeDocument/2006/relationships/oleObject" Target="../embeddings/oleObject28.bin"/><Relationship Id="rId10" Type="http://schemas.openxmlformats.org/officeDocument/2006/relationships/image" Target="../media/image10.wmf"/><Relationship Id="rId19" Type="http://schemas.openxmlformats.org/officeDocument/2006/relationships/oleObject" Target="../embeddings/oleObject13.bin"/><Relationship Id="rId31" Type="http://schemas.openxmlformats.org/officeDocument/2006/relationships/oleObject" Target="../embeddings/oleObject19.bin"/><Relationship Id="rId44" Type="http://schemas.openxmlformats.org/officeDocument/2006/relationships/image" Target="../media/image27.wmf"/><Relationship Id="rId52" Type="http://schemas.openxmlformats.org/officeDocument/2006/relationships/image" Target="../media/image31.wmf"/><Relationship Id="rId4" Type="http://schemas.openxmlformats.org/officeDocument/2006/relationships/image" Target="../media/image7.png"/><Relationship Id="rId9" Type="http://schemas.openxmlformats.org/officeDocument/2006/relationships/oleObject" Target="../embeddings/oleObject8.bin"/><Relationship Id="rId14" Type="http://schemas.openxmlformats.org/officeDocument/2006/relationships/image" Target="../media/image12.wmf"/><Relationship Id="rId22" Type="http://schemas.openxmlformats.org/officeDocument/2006/relationships/image" Target="../media/image16.wmf"/><Relationship Id="rId27" Type="http://schemas.openxmlformats.org/officeDocument/2006/relationships/oleObject" Target="../embeddings/oleObject17.bin"/><Relationship Id="rId30" Type="http://schemas.openxmlformats.org/officeDocument/2006/relationships/image" Target="../media/image20.wmf"/><Relationship Id="rId35" Type="http://schemas.openxmlformats.org/officeDocument/2006/relationships/oleObject" Target="../embeddings/oleObject21.bin"/><Relationship Id="rId43" Type="http://schemas.openxmlformats.org/officeDocument/2006/relationships/oleObject" Target="../embeddings/oleObject25.bin"/><Relationship Id="rId48" Type="http://schemas.openxmlformats.org/officeDocument/2006/relationships/image" Target="../media/image29.wmf"/><Relationship Id="rId8" Type="http://schemas.openxmlformats.org/officeDocument/2006/relationships/image" Target="../media/image9.wmf"/><Relationship Id="rId51" Type="http://schemas.openxmlformats.org/officeDocument/2006/relationships/oleObject" Target="../embeddings/oleObject29.bin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.wmf"/><Relationship Id="rId18" Type="http://schemas.openxmlformats.org/officeDocument/2006/relationships/oleObject" Target="../embeddings/oleObject38.bin"/><Relationship Id="rId26" Type="http://schemas.openxmlformats.org/officeDocument/2006/relationships/oleObject" Target="../embeddings/oleObject42.bin"/><Relationship Id="rId39" Type="http://schemas.openxmlformats.org/officeDocument/2006/relationships/image" Target="../media/image51.wmf"/><Relationship Id="rId21" Type="http://schemas.openxmlformats.org/officeDocument/2006/relationships/image" Target="../media/image42.wmf"/><Relationship Id="rId34" Type="http://schemas.openxmlformats.org/officeDocument/2006/relationships/oleObject" Target="../embeddings/oleObject46.bin"/><Relationship Id="rId42" Type="http://schemas.openxmlformats.org/officeDocument/2006/relationships/oleObject" Target="../embeddings/oleObject50.bin"/><Relationship Id="rId47" Type="http://schemas.openxmlformats.org/officeDocument/2006/relationships/image" Target="../media/image55.wmf"/><Relationship Id="rId50" Type="http://schemas.openxmlformats.org/officeDocument/2006/relationships/oleObject" Target="../embeddings/oleObject54.bin"/><Relationship Id="rId55" Type="http://schemas.openxmlformats.org/officeDocument/2006/relationships/image" Target="../media/image59.wmf"/><Relationship Id="rId63" Type="http://schemas.openxmlformats.org/officeDocument/2006/relationships/image" Target="../media/image63.wmf"/><Relationship Id="rId68" Type="http://schemas.openxmlformats.org/officeDocument/2006/relationships/oleObject" Target="../embeddings/oleObject63.bin"/><Relationship Id="rId7" Type="http://schemas.openxmlformats.org/officeDocument/2006/relationships/image" Target="../media/image35.wmf"/><Relationship Id="rId71" Type="http://schemas.openxmlformats.org/officeDocument/2006/relationships/image" Target="../media/image67.wmf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37.bin"/><Relationship Id="rId29" Type="http://schemas.openxmlformats.org/officeDocument/2006/relationships/image" Target="../media/image46.wmf"/><Relationship Id="rId11" Type="http://schemas.openxmlformats.org/officeDocument/2006/relationships/image" Target="../media/image37.wmf"/><Relationship Id="rId24" Type="http://schemas.openxmlformats.org/officeDocument/2006/relationships/oleObject" Target="../embeddings/oleObject41.bin"/><Relationship Id="rId32" Type="http://schemas.openxmlformats.org/officeDocument/2006/relationships/oleObject" Target="../embeddings/oleObject45.bin"/><Relationship Id="rId37" Type="http://schemas.openxmlformats.org/officeDocument/2006/relationships/image" Target="../media/image50.wmf"/><Relationship Id="rId40" Type="http://schemas.openxmlformats.org/officeDocument/2006/relationships/oleObject" Target="../embeddings/oleObject49.bin"/><Relationship Id="rId45" Type="http://schemas.openxmlformats.org/officeDocument/2006/relationships/image" Target="../media/image54.wmf"/><Relationship Id="rId53" Type="http://schemas.openxmlformats.org/officeDocument/2006/relationships/image" Target="../media/image58.wmf"/><Relationship Id="rId58" Type="http://schemas.openxmlformats.org/officeDocument/2006/relationships/oleObject" Target="../embeddings/oleObject58.bin"/><Relationship Id="rId66" Type="http://schemas.openxmlformats.org/officeDocument/2006/relationships/oleObject" Target="../embeddings/oleObject62.bin"/><Relationship Id="rId5" Type="http://schemas.openxmlformats.org/officeDocument/2006/relationships/image" Target="../media/image34.wmf"/><Relationship Id="rId15" Type="http://schemas.openxmlformats.org/officeDocument/2006/relationships/image" Target="../media/image39.wmf"/><Relationship Id="rId23" Type="http://schemas.openxmlformats.org/officeDocument/2006/relationships/image" Target="../media/image43.wmf"/><Relationship Id="rId28" Type="http://schemas.openxmlformats.org/officeDocument/2006/relationships/oleObject" Target="../embeddings/oleObject43.bin"/><Relationship Id="rId36" Type="http://schemas.openxmlformats.org/officeDocument/2006/relationships/oleObject" Target="../embeddings/oleObject47.bin"/><Relationship Id="rId49" Type="http://schemas.openxmlformats.org/officeDocument/2006/relationships/image" Target="../media/image56.wmf"/><Relationship Id="rId57" Type="http://schemas.openxmlformats.org/officeDocument/2006/relationships/image" Target="../media/image60.wmf"/><Relationship Id="rId61" Type="http://schemas.openxmlformats.org/officeDocument/2006/relationships/image" Target="../media/image62.wmf"/><Relationship Id="rId10" Type="http://schemas.openxmlformats.org/officeDocument/2006/relationships/oleObject" Target="../embeddings/oleObject34.bin"/><Relationship Id="rId19" Type="http://schemas.openxmlformats.org/officeDocument/2006/relationships/image" Target="../media/image41.wmf"/><Relationship Id="rId31" Type="http://schemas.openxmlformats.org/officeDocument/2006/relationships/image" Target="../media/image47.wmf"/><Relationship Id="rId44" Type="http://schemas.openxmlformats.org/officeDocument/2006/relationships/oleObject" Target="../embeddings/oleObject51.bin"/><Relationship Id="rId52" Type="http://schemas.openxmlformats.org/officeDocument/2006/relationships/oleObject" Target="../embeddings/oleObject55.bin"/><Relationship Id="rId60" Type="http://schemas.openxmlformats.org/officeDocument/2006/relationships/oleObject" Target="../embeddings/oleObject59.bin"/><Relationship Id="rId65" Type="http://schemas.openxmlformats.org/officeDocument/2006/relationships/image" Target="../media/image64.wmf"/><Relationship Id="rId73" Type="http://schemas.openxmlformats.org/officeDocument/2006/relationships/image" Target="../media/image68.w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6.wmf"/><Relationship Id="rId14" Type="http://schemas.openxmlformats.org/officeDocument/2006/relationships/oleObject" Target="../embeddings/oleObject36.bin"/><Relationship Id="rId22" Type="http://schemas.openxmlformats.org/officeDocument/2006/relationships/oleObject" Target="../embeddings/oleObject40.bin"/><Relationship Id="rId27" Type="http://schemas.openxmlformats.org/officeDocument/2006/relationships/image" Target="../media/image45.wmf"/><Relationship Id="rId30" Type="http://schemas.openxmlformats.org/officeDocument/2006/relationships/oleObject" Target="../embeddings/oleObject44.bin"/><Relationship Id="rId35" Type="http://schemas.openxmlformats.org/officeDocument/2006/relationships/image" Target="../media/image49.wmf"/><Relationship Id="rId43" Type="http://schemas.openxmlformats.org/officeDocument/2006/relationships/image" Target="../media/image53.wmf"/><Relationship Id="rId48" Type="http://schemas.openxmlformats.org/officeDocument/2006/relationships/oleObject" Target="../embeddings/oleObject53.bin"/><Relationship Id="rId56" Type="http://schemas.openxmlformats.org/officeDocument/2006/relationships/oleObject" Target="../embeddings/oleObject57.bin"/><Relationship Id="rId64" Type="http://schemas.openxmlformats.org/officeDocument/2006/relationships/oleObject" Target="../embeddings/oleObject61.bin"/><Relationship Id="rId69" Type="http://schemas.openxmlformats.org/officeDocument/2006/relationships/image" Target="../media/image66.wmf"/><Relationship Id="rId8" Type="http://schemas.openxmlformats.org/officeDocument/2006/relationships/oleObject" Target="../embeddings/oleObject33.bin"/><Relationship Id="rId51" Type="http://schemas.openxmlformats.org/officeDocument/2006/relationships/image" Target="../media/image57.wmf"/><Relationship Id="rId72" Type="http://schemas.openxmlformats.org/officeDocument/2006/relationships/oleObject" Target="../embeddings/oleObject65.bin"/><Relationship Id="rId3" Type="http://schemas.openxmlformats.org/officeDocument/2006/relationships/image" Target="../media/image69.PNG"/><Relationship Id="rId12" Type="http://schemas.openxmlformats.org/officeDocument/2006/relationships/oleObject" Target="../embeddings/oleObject35.bin"/><Relationship Id="rId17" Type="http://schemas.openxmlformats.org/officeDocument/2006/relationships/image" Target="../media/image40.wmf"/><Relationship Id="rId25" Type="http://schemas.openxmlformats.org/officeDocument/2006/relationships/image" Target="../media/image44.wmf"/><Relationship Id="rId33" Type="http://schemas.openxmlformats.org/officeDocument/2006/relationships/image" Target="../media/image48.wmf"/><Relationship Id="rId38" Type="http://schemas.openxmlformats.org/officeDocument/2006/relationships/oleObject" Target="../embeddings/oleObject48.bin"/><Relationship Id="rId46" Type="http://schemas.openxmlformats.org/officeDocument/2006/relationships/oleObject" Target="../embeddings/oleObject52.bin"/><Relationship Id="rId59" Type="http://schemas.openxmlformats.org/officeDocument/2006/relationships/image" Target="../media/image61.wmf"/><Relationship Id="rId67" Type="http://schemas.openxmlformats.org/officeDocument/2006/relationships/image" Target="../media/image65.wmf"/><Relationship Id="rId20" Type="http://schemas.openxmlformats.org/officeDocument/2006/relationships/oleObject" Target="../embeddings/oleObject39.bin"/><Relationship Id="rId41" Type="http://schemas.openxmlformats.org/officeDocument/2006/relationships/image" Target="../media/image52.wmf"/><Relationship Id="rId54" Type="http://schemas.openxmlformats.org/officeDocument/2006/relationships/oleObject" Target="../embeddings/oleObject56.bin"/><Relationship Id="rId62" Type="http://schemas.openxmlformats.org/officeDocument/2006/relationships/oleObject" Target="../embeddings/oleObject60.bin"/><Relationship Id="rId70" Type="http://schemas.openxmlformats.org/officeDocument/2006/relationships/oleObject" Target="../embeddings/oleObject64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2.bin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4.wmf"/><Relationship Id="rId18" Type="http://schemas.openxmlformats.org/officeDocument/2006/relationships/oleObject" Target="../embeddings/oleObject73.bin"/><Relationship Id="rId26" Type="http://schemas.openxmlformats.org/officeDocument/2006/relationships/oleObject" Target="../embeddings/oleObject77.bin"/><Relationship Id="rId39" Type="http://schemas.openxmlformats.org/officeDocument/2006/relationships/image" Target="../media/image87.wmf"/><Relationship Id="rId21" Type="http://schemas.openxmlformats.org/officeDocument/2006/relationships/image" Target="../media/image78.wmf"/><Relationship Id="rId34" Type="http://schemas.openxmlformats.org/officeDocument/2006/relationships/oleObject" Target="../embeddings/oleObject81.bin"/><Relationship Id="rId42" Type="http://schemas.openxmlformats.org/officeDocument/2006/relationships/oleObject" Target="../embeddings/oleObject85.bin"/><Relationship Id="rId47" Type="http://schemas.openxmlformats.org/officeDocument/2006/relationships/image" Target="../media/image91.wmf"/><Relationship Id="rId50" Type="http://schemas.openxmlformats.org/officeDocument/2006/relationships/oleObject" Target="../embeddings/oleObject90.bin"/><Relationship Id="rId55" Type="http://schemas.openxmlformats.org/officeDocument/2006/relationships/image" Target="../media/image93.wmf"/><Relationship Id="rId63" Type="http://schemas.openxmlformats.org/officeDocument/2006/relationships/image" Target="../media/image97.wmf"/><Relationship Id="rId7" Type="http://schemas.openxmlformats.org/officeDocument/2006/relationships/image" Target="../media/image71.wmf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72.bin"/><Relationship Id="rId29" Type="http://schemas.openxmlformats.org/officeDocument/2006/relationships/image" Target="../media/image82.wmf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7.bin"/><Relationship Id="rId11" Type="http://schemas.openxmlformats.org/officeDocument/2006/relationships/image" Target="../media/image73.wmf"/><Relationship Id="rId24" Type="http://schemas.openxmlformats.org/officeDocument/2006/relationships/oleObject" Target="../embeddings/oleObject76.bin"/><Relationship Id="rId32" Type="http://schemas.openxmlformats.org/officeDocument/2006/relationships/oleObject" Target="../embeddings/oleObject80.bin"/><Relationship Id="rId37" Type="http://schemas.openxmlformats.org/officeDocument/2006/relationships/image" Target="../media/image86.wmf"/><Relationship Id="rId40" Type="http://schemas.openxmlformats.org/officeDocument/2006/relationships/oleObject" Target="../embeddings/oleObject84.bin"/><Relationship Id="rId45" Type="http://schemas.openxmlformats.org/officeDocument/2006/relationships/image" Target="../media/image90.wmf"/><Relationship Id="rId53" Type="http://schemas.openxmlformats.org/officeDocument/2006/relationships/oleObject" Target="../embeddings/oleObject92.bin"/><Relationship Id="rId58" Type="http://schemas.openxmlformats.org/officeDocument/2006/relationships/oleObject" Target="../embeddings/oleObject95.bin"/><Relationship Id="rId66" Type="http://schemas.openxmlformats.org/officeDocument/2006/relationships/oleObject" Target="../embeddings/oleObject99.bin"/><Relationship Id="rId5" Type="http://schemas.openxmlformats.org/officeDocument/2006/relationships/image" Target="../media/image70.wmf"/><Relationship Id="rId15" Type="http://schemas.openxmlformats.org/officeDocument/2006/relationships/image" Target="../media/image75.wmf"/><Relationship Id="rId23" Type="http://schemas.openxmlformats.org/officeDocument/2006/relationships/image" Target="../media/image79.wmf"/><Relationship Id="rId28" Type="http://schemas.openxmlformats.org/officeDocument/2006/relationships/oleObject" Target="../embeddings/oleObject78.bin"/><Relationship Id="rId36" Type="http://schemas.openxmlformats.org/officeDocument/2006/relationships/oleObject" Target="../embeddings/oleObject82.bin"/><Relationship Id="rId49" Type="http://schemas.openxmlformats.org/officeDocument/2006/relationships/oleObject" Target="../embeddings/oleObject89.bin"/><Relationship Id="rId57" Type="http://schemas.openxmlformats.org/officeDocument/2006/relationships/image" Target="../media/image94.wmf"/><Relationship Id="rId61" Type="http://schemas.openxmlformats.org/officeDocument/2006/relationships/image" Target="../media/image96.wmf"/><Relationship Id="rId10" Type="http://schemas.openxmlformats.org/officeDocument/2006/relationships/oleObject" Target="../embeddings/oleObject69.bin"/><Relationship Id="rId19" Type="http://schemas.openxmlformats.org/officeDocument/2006/relationships/image" Target="../media/image77.wmf"/><Relationship Id="rId31" Type="http://schemas.openxmlformats.org/officeDocument/2006/relationships/image" Target="../media/image83.wmf"/><Relationship Id="rId44" Type="http://schemas.openxmlformats.org/officeDocument/2006/relationships/oleObject" Target="../embeddings/oleObject86.bin"/><Relationship Id="rId52" Type="http://schemas.openxmlformats.org/officeDocument/2006/relationships/oleObject" Target="../embeddings/oleObject91.bin"/><Relationship Id="rId60" Type="http://schemas.openxmlformats.org/officeDocument/2006/relationships/oleObject" Target="../embeddings/oleObject96.bin"/><Relationship Id="rId65" Type="http://schemas.openxmlformats.org/officeDocument/2006/relationships/image" Target="../media/image98.wmf"/><Relationship Id="rId4" Type="http://schemas.openxmlformats.org/officeDocument/2006/relationships/oleObject" Target="../embeddings/oleObject66.bin"/><Relationship Id="rId9" Type="http://schemas.openxmlformats.org/officeDocument/2006/relationships/image" Target="../media/image72.wmf"/><Relationship Id="rId14" Type="http://schemas.openxmlformats.org/officeDocument/2006/relationships/oleObject" Target="../embeddings/oleObject71.bin"/><Relationship Id="rId22" Type="http://schemas.openxmlformats.org/officeDocument/2006/relationships/oleObject" Target="../embeddings/oleObject75.bin"/><Relationship Id="rId27" Type="http://schemas.openxmlformats.org/officeDocument/2006/relationships/image" Target="../media/image81.wmf"/><Relationship Id="rId30" Type="http://schemas.openxmlformats.org/officeDocument/2006/relationships/oleObject" Target="../embeddings/oleObject79.bin"/><Relationship Id="rId35" Type="http://schemas.openxmlformats.org/officeDocument/2006/relationships/image" Target="../media/image85.wmf"/><Relationship Id="rId43" Type="http://schemas.openxmlformats.org/officeDocument/2006/relationships/image" Target="../media/image89.wmf"/><Relationship Id="rId48" Type="http://schemas.openxmlformats.org/officeDocument/2006/relationships/oleObject" Target="../embeddings/oleObject88.bin"/><Relationship Id="rId56" Type="http://schemas.openxmlformats.org/officeDocument/2006/relationships/oleObject" Target="../embeddings/oleObject94.bin"/><Relationship Id="rId64" Type="http://schemas.openxmlformats.org/officeDocument/2006/relationships/oleObject" Target="../embeddings/oleObject98.bin"/><Relationship Id="rId8" Type="http://schemas.openxmlformats.org/officeDocument/2006/relationships/oleObject" Target="../embeddings/oleObject68.bin"/><Relationship Id="rId51" Type="http://schemas.openxmlformats.org/officeDocument/2006/relationships/image" Target="../media/image92.wmf"/><Relationship Id="rId3" Type="http://schemas.openxmlformats.org/officeDocument/2006/relationships/image" Target="../media/image100.PNG"/><Relationship Id="rId12" Type="http://schemas.openxmlformats.org/officeDocument/2006/relationships/oleObject" Target="../embeddings/oleObject70.bin"/><Relationship Id="rId17" Type="http://schemas.openxmlformats.org/officeDocument/2006/relationships/image" Target="../media/image76.wmf"/><Relationship Id="rId25" Type="http://schemas.openxmlformats.org/officeDocument/2006/relationships/image" Target="../media/image80.wmf"/><Relationship Id="rId33" Type="http://schemas.openxmlformats.org/officeDocument/2006/relationships/image" Target="../media/image84.wmf"/><Relationship Id="rId38" Type="http://schemas.openxmlformats.org/officeDocument/2006/relationships/oleObject" Target="../embeddings/oleObject83.bin"/><Relationship Id="rId46" Type="http://schemas.openxmlformats.org/officeDocument/2006/relationships/oleObject" Target="../embeddings/oleObject87.bin"/><Relationship Id="rId59" Type="http://schemas.openxmlformats.org/officeDocument/2006/relationships/image" Target="../media/image95.wmf"/><Relationship Id="rId67" Type="http://schemas.openxmlformats.org/officeDocument/2006/relationships/image" Target="../media/image99.wmf"/><Relationship Id="rId20" Type="http://schemas.openxmlformats.org/officeDocument/2006/relationships/oleObject" Target="../embeddings/oleObject74.bin"/><Relationship Id="rId41" Type="http://schemas.openxmlformats.org/officeDocument/2006/relationships/image" Target="../media/image88.wmf"/><Relationship Id="rId54" Type="http://schemas.openxmlformats.org/officeDocument/2006/relationships/oleObject" Target="../embeddings/oleObject93.bin"/><Relationship Id="rId62" Type="http://schemas.openxmlformats.org/officeDocument/2006/relationships/oleObject" Target="../embeddings/oleObject97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13" Type="http://schemas.openxmlformats.org/officeDocument/2006/relationships/oleObject" Target="../embeddings/oleObject104.bin"/><Relationship Id="rId18" Type="http://schemas.openxmlformats.org/officeDocument/2006/relationships/image" Target="../media/image107.wmf"/><Relationship Id="rId26" Type="http://schemas.openxmlformats.org/officeDocument/2006/relationships/image" Target="../media/image111.wmf"/><Relationship Id="rId3" Type="http://schemas.openxmlformats.org/officeDocument/2006/relationships/image" Target="../media/image113.PNG"/><Relationship Id="rId21" Type="http://schemas.openxmlformats.org/officeDocument/2006/relationships/oleObject" Target="../embeddings/oleObject108.bin"/><Relationship Id="rId7" Type="http://schemas.openxmlformats.org/officeDocument/2006/relationships/oleObject" Target="../embeddings/oleObject101.bin"/><Relationship Id="rId12" Type="http://schemas.openxmlformats.org/officeDocument/2006/relationships/image" Target="../media/image104.wmf"/><Relationship Id="rId17" Type="http://schemas.openxmlformats.org/officeDocument/2006/relationships/oleObject" Target="../embeddings/oleObject106.bin"/><Relationship Id="rId25" Type="http://schemas.openxmlformats.org/officeDocument/2006/relationships/oleObject" Target="../embeddings/oleObject110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106.wmf"/><Relationship Id="rId20" Type="http://schemas.openxmlformats.org/officeDocument/2006/relationships/image" Target="../media/image108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101.wmf"/><Relationship Id="rId11" Type="http://schemas.openxmlformats.org/officeDocument/2006/relationships/oleObject" Target="../embeddings/oleObject103.bin"/><Relationship Id="rId24" Type="http://schemas.openxmlformats.org/officeDocument/2006/relationships/image" Target="../media/image110.wmf"/><Relationship Id="rId5" Type="http://schemas.openxmlformats.org/officeDocument/2006/relationships/oleObject" Target="../embeddings/oleObject100.bin"/><Relationship Id="rId15" Type="http://schemas.openxmlformats.org/officeDocument/2006/relationships/oleObject" Target="../embeddings/oleObject105.bin"/><Relationship Id="rId23" Type="http://schemas.openxmlformats.org/officeDocument/2006/relationships/oleObject" Target="../embeddings/oleObject109.bin"/><Relationship Id="rId28" Type="http://schemas.openxmlformats.org/officeDocument/2006/relationships/image" Target="../media/image112.wmf"/><Relationship Id="rId10" Type="http://schemas.openxmlformats.org/officeDocument/2006/relationships/image" Target="../media/image103.wmf"/><Relationship Id="rId19" Type="http://schemas.openxmlformats.org/officeDocument/2006/relationships/oleObject" Target="../embeddings/oleObject107.bin"/><Relationship Id="rId4" Type="http://schemas.openxmlformats.org/officeDocument/2006/relationships/image" Target="../media/image114.png"/><Relationship Id="rId9" Type="http://schemas.openxmlformats.org/officeDocument/2006/relationships/oleObject" Target="../embeddings/oleObject102.bin"/><Relationship Id="rId14" Type="http://schemas.openxmlformats.org/officeDocument/2006/relationships/image" Target="../media/image105.wmf"/><Relationship Id="rId22" Type="http://schemas.openxmlformats.org/officeDocument/2006/relationships/image" Target="../media/image109.wmf"/><Relationship Id="rId27" Type="http://schemas.openxmlformats.org/officeDocument/2006/relationships/oleObject" Target="../embeddings/oleObject111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4.bin"/><Relationship Id="rId13" Type="http://schemas.openxmlformats.org/officeDocument/2006/relationships/image" Target="../media/image119.wmf"/><Relationship Id="rId3" Type="http://schemas.openxmlformats.org/officeDocument/2006/relationships/image" Target="../media/image121.PNG"/><Relationship Id="rId7" Type="http://schemas.openxmlformats.org/officeDocument/2006/relationships/image" Target="../media/image116.wmf"/><Relationship Id="rId12" Type="http://schemas.openxmlformats.org/officeDocument/2006/relationships/oleObject" Target="../embeddings/oleObject11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13.bin"/><Relationship Id="rId11" Type="http://schemas.openxmlformats.org/officeDocument/2006/relationships/image" Target="../media/image118.wmf"/><Relationship Id="rId5" Type="http://schemas.openxmlformats.org/officeDocument/2006/relationships/image" Target="../media/image115.wmf"/><Relationship Id="rId15" Type="http://schemas.openxmlformats.org/officeDocument/2006/relationships/image" Target="../media/image120.wmf"/><Relationship Id="rId10" Type="http://schemas.openxmlformats.org/officeDocument/2006/relationships/oleObject" Target="../embeddings/oleObject115.bin"/><Relationship Id="rId4" Type="http://schemas.openxmlformats.org/officeDocument/2006/relationships/oleObject" Target="../embeddings/oleObject112.bin"/><Relationship Id="rId9" Type="http://schemas.openxmlformats.org/officeDocument/2006/relationships/image" Target="../media/image117.wmf"/><Relationship Id="rId14" Type="http://schemas.openxmlformats.org/officeDocument/2006/relationships/oleObject" Target="../embeddings/oleObject11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5C20A586-D442-413A-BF55-7ADC6CC1B6D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660"/>
          <a:stretch/>
        </p:blipFill>
        <p:spPr>
          <a:xfrm>
            <a:off x="2057400" y="7568424"/>
            <a:ext cx="3200400" cy="2043348"/>
          </a:xfrm>
          <a:prstGeom prst="rect">
            <a:avLst/>
          </a:prstGeom>
        </p:spPr>
      </p:pic>
      <p:sp>
        <p:nvSpPr>
          <p:cNvPr id="26" name="object 253">
            <a:extLst>
              <a:ext uri="{FF2B5EF4-FFF2-40B4-BE49-F238E27FC236}">
                <a16:creationId xmlns:a16="http://schemas.microsoft.com/office/drawing/2014/main" id="{F15BB701-05BF-4975-9FA4-7A9F67DEA8F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723284" y="9682211"/>
            <a:ext cx="1596390" cy="121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20" dirty="0"/>
              <a:t> </a:t>
            </a:r>
            <a:r>
              <a:rPr spc="-5" dirty="0"/>
              <a:t>2016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B616414-D501-41B0-8BCB-6CE188094746}"/>
              </a:ext>
            </a:extLst>
          </p:cNvPr>
          <p:cNvSpPr/>
          <p:nvPr/>
        </p:nvSpPr>
        <p:spPr>
          <a:xfrm>
            <a:off x="391274" y="1139126"/>
            <a:ext cx="6248400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Identify the amplitude (if possible) and period of each function, then graph.</a:t>
            </a: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F40E21-05E1-413A-AE31-03F913FE3280}"/>
              </a:ext>
            </a:extLst>
          </p:cNvPr>
          <p:cNvSpPr/>
          <p:nvPr/>
        </p:nvSpPr>
        <p:spPr>
          <a:xfrm>
            <a:off x="401548" y="1464474"/>
            <a:ext cx="3493264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1.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         </a:t>
            </a:r>
            <a:r>
              <a:rPr lang="en-US" sz="950" b="1" dirty="0">
                <a:solidFill>
                  <a:srgbClr val="222222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                Amp:</a:t>
            </a:r>
            <a:r>
              <a:rPr lang="en-US" sz="1100" b="1" i="1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222222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________</a:t>
            </a:r>
            <a:r>
              <a:rPr lang="en-US" sz="1100" b="1" i="1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950" b="1" dirty="0">
                <a:solidFill>
                  <a:srgbClr val="222222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Per:</a:t>
            </a:r>
            <a:r>
              <a:rPr lang="en-US" sz="1100" b="1" i="1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222222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_________</a:t>
            </a:r>
            <a:r>
              <a:rPr lang="en-US" sz="1100" b="1" i="1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4C9B1C99-87CB-4D28-A9FC-44F05B30B1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753100"/>
              </p:ext>
            </p:extLst>
          </p:nvPr>
        </p:nvGraphicFramePr>
        <p:xfrm>
          <a:off x="653415" y="1384415"/>
          <a:ext cx="71247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Equation" r:id="rId5" imgW="647640" imgH="368280" progId="Equation.DSMT4">
                  <p:embed/>
                </p:oleObj>
              </mc:Choice>
              <mc:Fallback>
                <p:oleObj name="Equation" r:id="rId5" imgW="647640" imgH="368280" progId="Equation.DSMT4">
                  <p:embed/>
                  <p:pic>
                    <p:nvPicPr>
                      <p:cNvPr id="256" name="Object 25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3415" y="1384415"/>
                        <a:ext cx="71247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29">
            <a:extLst>
              <a:ext uri="{FF2B5EF4-FFF2-40B4-BE49-F238E27FC236}">
                <a16:creationId xmlns:a16="http://schemas.microsoft.com/office/drawing/2014/main" id="{769A22F0-4771-443A-9CA3-FE3AB098746F}"/>
              </a:ext>
            </a:extLst>
          </p:cNvPr>
          <p:cNvSpPr/>
          <p:nvPr/>
        </p:nvSpPr>
        <p:spPr>
          <a:xfrm>
            <a:off x="3845104" y="1468756"/>
            <a:ext cx="3405099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2.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r>
              <a:rPr lang="en-US" sz="950" b="1" dirty="0">
                <a:solidFill>
                  <a:srgbClr val="222222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                         Amp:</a:t>
            </a:r>
            <a:r>
              <a:rPr lang="en-US" sz="1100" b="1" i="1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222222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________</a:t>
            </a:r>
            <a:r>
              <a:rPr lang="en-US" sz="1100" b="1" i="1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950" b="1" dirty="0">
                <a:solidFill>
                  <a:srgbClr val="222222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Per:</a:t>
            </a:r>
            <a:r>
              <a:rPr lang="en-US" sz="1100" b="1" i="1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222222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_________</a:t>
            </a:r>
            <a:r>
              <a:rPr lang="en-US" sz="1100" b="1" i="1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7EE2A28F-01E3-4412-81B3-BB216D49D0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7144064"/>
              </p:ext>
            </p:extLst>
          </p:nvPr>
        </p:nvGraphicFramePr>
        <p:xfrm>
          <a:off x="4099788" y="1394689"/>
          <a:ext cx="78232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Equation" r:id="rId7" imgW="711000" imgH="368280" progId="Equation.DSMT4">
                  <p:embed/>
                </p:oleObj>
              </mc:Choice>
              <mc:Fallback>
                <p:oleObj name="Equation" r:id="rId7" imgW="711000" imgH="368280" progId="Equation.DSMT4">
                  <p:embed/>
                  <p:pic>
                    <p:nvPicPr>
                      <p:cNvPr id="258" name="Object 25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99788" y="1394689"/>
                        <a:ext cx="78232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5AA88535-2CC6-4FC2-B0A4-E7BC5510C283}"/>
              </a:ext>
            </a:extLst>
          </p:cNvPr>
          <p:cNvSpPr/>
          <p:nvPr/>
        </p:nvSpPr>
        <p:spPr>
          <a:xfrm>
            <a:off x="411822" y="4399460"/>
            <a:ext cx="3451586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3.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 </a:t>
            </a:r>
            <a:r>
              <a:rPr lang="en-US" sz="950" b="1" dirty="0">
                <a:solidFill>
                  <a:srgbClr val="222222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                         Amp:</a:t>
            </a:r>
            <a:r>
              <a:rPr lang="en-US" sz="1100" b="1" i="1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222222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________</a:t>
            </a:r>
            <a:r>
              <a:rPr lang="en-US" sz="1100" b="1" i="1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950" b="1" dirty="0">
                <a:solidFill>
                  <a:srgbClr val="222222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Per:</a:t>
            </a:r>
            <a:r>
              <a:rPr lang="en-US" sz="1100" b="1" i="1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222222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_________</a:t>
            </a:r>
            <a:r>
              <a:rPr lang="en-US" sz="1100" b="1" i="1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CD7D68E-028D-4680-AD7F-60E3FCE6A80D}"/>
              </a:ext>
            </a:extLst>
          </p:cNvPr>
          <p:cNvSpPr/>
          <p:nvPr/>
        </p:nvSpPr>
        <p:spPr>
          <a:xfrm>
            <a:off x="3834830" y="4420008"/>
            <a:ext cx="352211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4.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                      </a:t>
            </a:r>
            <a:r>
              <a:rPr lang="en-US" sz="950" b="1" dirty="0">
                <a:solidFill>
                  <a:srgbClr val="222222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Amp:</a:t>
            </a:r>
            <a:r>
              <a:rPr lang="en-US" sz="1100" b="1" i="1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222222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________</a:t>
            </a:r>
            <a:r>
              <a:rPr lang="en-US" sz="1100" b="1" i="1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950" b="1" dirty="0">
                <a:solidFill>
                  <a:srgbClr val="222222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Per:</a:t>
            </a:r>
            <a:r>
              <a:rPr lang="en-US" sz="1100" b="1" i="1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222222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_________</a:t>
            </a:r>
            <a:r>
              <a:rPr lang="en-US" sz="1100" b="1" i="1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graphicFrame>
        <p:nvGraphicFramePr>
          <p:cNvPr id="34" name="Object 33">
            <a:extLst>
              <a:ext uri="{FF2B5EF4-FFF2-40B4-BE49-F238E27FC236}">
                <a16:creationId xmlns:a16="http://schemas.microsoft.com/office/drawing/2014/main" id="{7E98F7B1-E1E0-46BD-B521-4D52200F41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9703491"/>
              </p:ext>
            </p:extLst>
          </p:nvPr>
        </p:nvGraphicFramePr>
        <p:xfrm>
          <a:off x="656704" y="4335667"/>
          <a:ext cx="86614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Equation" r:id="rId9" imgW="787320" imgH="368280" progId="Equation.DSMT4">
                  <p:embed/>
                </p:oleObj>
              </mc:Choice>
              <mc:Fallback>
                <p:oleObj name="Equation" r:id="rId9" imgW="787320" imgH="368280" progId="Equation.DSMT4">
                  <p:embed/>
                  <p:pic>
                    <p:nvPicPr>
                      <p:cNvPr id="261" name="Object 26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56704" y="4335667"/>
                        <a:ext cx="86614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4">
            <a:extLst>
              <a:ext uri="{FF2B5EF4-FFF2-40B4-BE49-F238E27FC236}">
                <a16:creationId xmlns:a16="http://schemas.microsoft.com/office/drawing/2014/main" id="{B169EC6D-E7C3-44C0-8A3E-AFE4EC8463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3085664"/>
              </p:ext>
            </p:extLst>
          </p:nvPr>
        </p:nvGraphicFramePr>
        <p:xfrm>
          <a:off x="4085704" y="4356215"/>
          <a:ext cx="86614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Equation" r:id="rId11" imgW="787320" imgH="368280" progId="Equation.DSMT4">
                  <p:embed/>
                </p:oleObj>
              </mc:Choice>
              <mc:Fallback>
                <p:oleObj name="Equation" r:id="rId11" imgW="787320" imgH="368280" progId="Equation.DSMT4">
                  <p:embed/>
                  <p:pic>
                    <p:nvPicPr>
                      <p:cNvPr id="262" name="Object 26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085704" y="4356215"/>
                        <a:ext cx="86614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6" name="Picture 35">
            <a:extLst>
              <a:ext uri="{FF2B5EF4-FFF2-40B4-BE49-F238E27FC236}">
                <a16:creationId xmlns:a16="http://schemas.microsoft.com/office/drawing/2014/main" id="{88103A6A-54E1-48EB-8612-2FB9D76777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2339" y="4924596"/>
            <a:ext cx="3270704" cy="223723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2CA8C1D-AC6E-4298-974E-D4FDBC713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908030"/>
            <a:ext cx="3317600" cy="226931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6F47664-9055-4010-B5CE-9A2144CDAD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0" y="1936230"/>
            <a:ext cx="3209712" cy="2195512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9C8EDAD-5B50-4C52-8F57-3765F6F48B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936230"/>
            <a:ext cx="3276600" cy="2241265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6BFA1757-E15B-402B-B5D7-B1B1CFF68A70}"/>
              </a:ext>
            </a:extLst>
          </p:cNvPr>
          <p:cNvSpPr/>
          <p:nvPr/>
        </p:nvSpPr>
        <p:spPr>
          <a:xfrm>
            <a:off x="430695" y="7230474"/>
            <a:ext cx="6858000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Identify the amplitude (if possible), period, translations, and midline.  Then graph.</a:t>
            </a:r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AE1EE58-A758-411C-BB33-CA527BB40EFC}"/>
              </a:ext>
            </a:extLst>
          </p:cNvPr>
          <p:cNvSpPr/>
          <p:nvPr/>
        </p:nvSpPr>
        <p:spPr>
          <a:xfrm>
            <a:off x="400878" y="7555152"/>
            <a:ext cx="369012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5. </a:t>
            </a:r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2E3113E-FD9A-4E1D-8266-8702139808E8}"/>
              </a:ext>
            </a:extLst>
          </p:cNvPr>
          <p:cNvSpPr/>
          <p:nvPr/>
        </p:nvSpPr>
        <p:spPr>
          <a:xfrm>
            <a:off x="4648200" y="7498830"/>
            <a:ext cx="2667000" cy="1992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35"/>
              </a:spcBef>
            </a:pPr>
            <a:endParaRPr lang="en-US" sz="13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694690" lvl="0">
              <a:tabLst>
                <a:tab pos="2397125" algn="l"/>
              </a:tabLst>
            </a:pPr>
            <a:r>
              <a:rPr lang="en-US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Amplitude:</a:t>
            </a:r>
            <a:r>
              <a:rPr lang="en-US" sz="10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  <a:t> </a:t>
            </a:r>
            <a:r>
              <a:rPr lang="en-US" sz="1000" u="sng" kern="0" dirty="0">
                <a:solidFill>
                  <a:prstClr val="black"/>
                </a:solidFill>
                <a:latin typeface="Times New Roman"/>
                <a:cs typeface="Times New Roman"/>
              </a:rPr>
              <a:t> 	</a:t>
            </a:r>
            <a:endParaRPr lang="en-US" sz="10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lvl="0">
              <a:spcBef>
                <a:spcPts val="10"/>
              </a:spcBef>
            </a:pPr>
            <a:endParaRPr lang="en-US" sz="15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942975" lvl="0">
              <a:tabLst>
                <a:tab pos="2397125" algn="l"/>
              </a:tabLst>
            </a:pPr>
            <a:r>
              <a:rPr lang="en-US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Period:</a:t>
            </a:r>
            <a:r>
              <a:rPr lang="en-US" sz="1000" b="1" kern="0" spc="5" dirty="0">
                <a:solidFill>
                  <a:prstClr val="black"/>
                </a:solidFill>
                <a:latin typeface="Century Gothic"/>
                <a:cs typeface="Century Gothic"/>
              </a:rPr>
              <a:t> </a:t>
            </a:r>
            <a:r>
              <a:rPr lang="en-US" sz="1000" u="sng" kern="0" dirty="0">
                <a:solidFill>
                  <a:prstClr val="black"/>
                </a:solidFill>
                <a:latin typeface="Times New Roman"/>
                <a:cs typeface="Times New Roman"/>
              </a:rPr>
              <a:t> 	</a:t>
            </a:r>
            <a:endParaRPr lang="en-US" sz="10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lvl="0">
              <a:spcBef>
                <a:spcPts val="20"/>
              </a:spcBef>
            </a:pPr>
            <a:endParaRPr lang="en-US" sz="15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681355" lvl="0">
              <a:spcBef>
                <a:spcPts val="5"/>
              </a:spcBef>
              <a:tabLst>
                <a:tab pos="2397125" algn="l"/>
              </a:tabLst>
            </a:pPr>
            <a:r>
              <a:rPr lang="en-US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Phase</a:t>
            </a:r>
            <a:r>
              <a:rPr lang="en-US" sz="1000" b="1" kern="0" spc="-85" dirty="0">
                <a:solidFill>
                  <a:prstClr val="black"/>
                </a:solidFill>
                <a:latin typeface="Century Gothic"/>
                <a:cs typeface="Century Gothic"/>
              </a:rPr>
              <a:t> </a:t>
            </a:r>
            <a:r>
              <a:rPr lang="en-US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Shift:</a:t>
            </a:r>
            <a:r>
              <a:rPr lang="en-US" sz="10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  <a:t> </a:t>
            </a:r>
            <a:r>
              <a:rPr lang="en-US" sz="1000" u="sng" kern="0" dirty="0">
                <a:solidFill>
                  <a:prstClr val="black"/>
                </a:solidFill>
                <a:latin typeface="Times New Roman"/>
                <a:cs typeface="Times New Roman"/>
              </a:rPr>
              <a:t> 	</a:t>
            </a:r>
            <a:endParaRPr lang="en-US" sz="10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60655" lvl="0">
              <a:spcBef>
                <a:spcPts val="170"/>
              </a:spcBef>
            </a:pPr>
            <a:endParaRPr lang="en-US" sz="450" kern="0" dirty="0">
              <a:solidFill>
                <a:prstClr val="black"/>
              </a:solidFill>
              <a:latin typeface="Symbol"/>
              <a:cs typeface="Symbol"/>
            </a:endParaRPr>
          </a:p>
          <a:p>
            <a:pPr lvl="0">
              <a:spcBef>
                <a:spcPts val="50"/>
              </a:spcBef>
            </a:pPr>
            <a:endParaRPr lang="en-US" sz="85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85190" lvl="0" indent="-309880">
              <a:spcBef>
                <a:spcPts val="5"/>
              </a:spcBef>
              <a:tabLst>
                <a:tab pos="2397125" algn="l"/>
              </a:tabLst>
            </a:pPr>
            <a:r>
              <a:rPr lang="en-US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Vertical</a:t>
            </a:r>
            <a:r>
              <a:rPr lang="en-US" sz="1000" b="1" kern="0" spc="-85" dirty="0">
                <a:solidFill>
                  <a:prstClr val="black"/>
                </a:solidFill>
                <a:latin typeface="Century Gothic"/>
                <a:cs typeface="Century Gothic"/>
              </a:rPr>
              <a:t> </a:t>
            </a:r>
            <a:r>
              <a:rPr lang="en-US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Shift:</a:t>
            </a:r>
            <a:r>
              <a:rPr lang="en-US" sz="10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  <a:t> </a:t>
            </a:r>
            <a:r>
              <a:rPr lang="en-US" sz="1000" u="sng" kern="0" dirty="0">
                <a:solidFill>
                  <a:prstClr val="black"/>
                </a:solidFill>
                <a:latin typeface="Times New Roman"/>
                <a:cs typeface="Times New Roman"/>
              </a:rPr>
              <a:t> 	</a:t>
            </a:r>
            <a:endParaRPr lang="en-US" sz="10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lvl="0">
              <a:spcBef>
                <a:spcPts val="15"/>
              </a:spcBef>
            </a:pPr>
            <a:endParaRPr lang="en-US" sz="15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85190" lvl="0">
              <a:tabLst>
                <a:tab pos="2397125" algn="l"/>
              </a:tabLst>
            </a:pPr>
            <a:r>
              <a:rPr lang="en-US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Midline:</a:t>
            </a:r>
            <a:r>
              <a:rPr lang="en-US" sz="10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  <a:t> </a:t>
            </a:r>
            <a:r>
              <a:rPr lang="en-US" sz="1000" u="sng" kern="0" dirty="0">
                <a:solidFill>
                  <a:prstClr val="black"/>
                </a:solidFill>
                <a:latin typeface="Times New Roman"/>
                <a:cs typeface="Times New Roman"/>
              </a:rPr>
              <a:t> 	</a:t>
            </a:r>
            <a:endParaRPr lang="en-US" sz="1000" kern="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43" name="Object 42">
            <a:extLst>
              <a:ext uri="{FF2B5EF4-FFF2-40B4-BE49-F238E27FC236}">
                <a16:creationId xmlns:a16="http://schemas.microsoft.com/office/drawing/2014/main" id="{6539407F-4AAB-4FD8-BC37-0D62EEEC87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5943035"/>
              </p:ext>
            </p:extLst>
          </p:nvPr>
        </p:nvGraphicFramePr>
        <p:xfrm>
          <a:off x="678124" y="7458632"/>
          <a:ext cx="1480820" cy="447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" name="Equation" r:id="rId13" imgW="1346040" imgH="406080" progId="Equation.DSMT4">
                  <p:embed/>
                </p:oleObj>
              </mc:Choice>
              <mc:Fallback>
                <p:oleObj name="Equation" r:id="rId13" imgW="1346040" imgH="406080" progId="Equation.DSMT4">
                  <p:embed/>
                  <p:pic>
                    <p:nvPicPr>
                      <p:cNvPr id="278" name="Object 27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78124" y="7458632"/>
                        <a:ext cx="1480820" cy="4470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7369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89926AE7-9708-488D-BC3A-F0C1C0A0BBBC}"/>
              </a:ext>
            </a:extLst>
          </p:cNvPr>
          <p:cNvSpPr/>
          <p:nvPr/>
        </p:nvSpPr>
        <p:spPr>
          <a:xfrm>
            <a:off x="4663190" y="459700"/>
            <a:ext cx="2667000" cy="1992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35"/>
              </a:spcBef>
            </a:pPr>
            <a:endParaRPr lang="en-US" sz="13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694690" lvl="0">
              <a:tabLst>
                <a:tab pos="2397125" algn="l"/>
              </a:tabLst>
            </a:pPr>
            <a:r>
              <a:rPr lang="en-US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Amplitude:</a:t>
            </a:r>
            <a:r>
              <a:rPr lang="en-US" sz="10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  <a:t> </a:t>
            </a:r>
            <a:r>
              <a:rPr lang="en-US" sz="1000" u="sng" kern="0" dirty="0">
                <a:solidFill>
                  <a:prstClr val="black"/>
                </a:solidFill>
                <a:latin typeface="Times New Roman"/>
                <a:cs typeface="Times New Roman"/>
              </a:rPr>
              <a:t> 	</a:t>
            </a:r>
            <a:endParaRPr lang="en-US" sz="10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lvl="0">
              <a:spcBef>
                <a:spcPts val="10"/>
              </a:spcBef>
            </a:pPr>
            <a:endParaRPr lang="en-US" sz="15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942975" lvl="0">
              <a:tabLst>
                <a:tab pos="2397125" algn="l"/>
              </a:tabLst>
            </a:pPr>
            <a:r>
              <a:rPr lang="en-US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Period:</a:t>
            </a:r>
            <a:r>
              <a:rPr lang="en-US" sz="1000" b="1" kern="0" spc="5" dirty="0">
                <a:solidFill>
                  <a:prstClr val="black"/>
                </a:solidFill>
                <a:latin typeface="Century Gothic"/>
                <a:cs typeface="Century Gothic"/>
              </a:rPr>
              <a:t> </a:t>
            </a:r>
            <a:r>
              <a:rPr lang="en-US" sz="1000" u="sng" kern="0" dirty="0">
                <a:solidFill>
                  <a:prstClr val="black"/>
                </a:solidFill>
                <a:latin typeface="Times New Roman"/>
                <a:cs typeface="Times New Roman"/>
              </a:rPr>
              <a:t> 	</a:t>
            </a:r>
            <a:endParaRPr lang="en-US" sz="10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lvl="0">
              <a:spcBef>
                <a:spcPts val="20"/>
              </a:spcBef>
            </a:pPr>
            <a:endParaRPr lang="en-US" sz="15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681355" lvl="0">
              <a:spcBef>
                <a:spcPts val="5"/>
              </a:spcBef>
              <a:tabLst>
                <a:tab pos="2397125" algn="l"/>
              </a:tabLst>
            </a:pPr>
            <a:r>
              <a:rPr lang="en-US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Phase</a:t>
            </a:r>
            <a:r>
              <a:rPr lang="en-US" sz="1000" b="1" kern="0" spc="-85" dirty="0">
                <a:solidFill>
                  <a:prstClr val="black"/>
                </a:solidFill>
                <a:latin typeface="Century Gothic"/>
                <a:cs typeface="Century Gothic"/>
              </a:rPr>
              <a:t> </a:t>
            </a:r>
            <a:r>
              <a:rPr lang="en-US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Shift:</a:t>
            </a:r>
            <a:r>
              <a:rPr lang="en-US" sz="10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  <a:t> </a:t>
            </a:r>
            <a:r>
              <a:rPr lang="en-US" sz="1000" u="sng" kern="0" dirty="0">
                <a:solidFill>
                  <a:prstClr val="black"/>
                </a:solidFill>
                <a:latin typeface="Times New Roman"/>
                <a:cs typeface="Times New Roman"/>
              </a:rPr>
              <a:t> 	</a:t>
            </a:r>
            <a:endParaRPr lang="en-US" sz="10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60655" lvl="0">
              <a:spcBef>
                <a:spcPts val="170"/>
              </a:spcBef>
            </a:pPr>
            <a:endParaRPr lang="en-US" sz="450" kern="0" dirty="0">
              <a:solidFill>
                <a:prstClr val="black"/>
              </a:solidFill>
              <a:latin typeface="Symbol"/>
              <a:cs typeface="Symbol"/>
            </a:endParaRPr>
          </a:p>
          <a:p>
            <a:pPr lvl="0">
              <a:spcBef>
                <a:spcPts val="50"/>
              </a:spcBef>
            </a:pPr>
            <a:endParaRPr lang="en-US" sz="85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85190" lvl="0" indent="-309880">
              <a:spcBef>
                <a:spcPts val="5"/>
              </a:spcBef>
              <a:tabLst>
                <a:tab pos="2397125" algn="l"/>
              </a:tabLst>
            </a:pPr>
            <a:r>
              <a:rPr lang="en-US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Vertical</a:t>
            </a:r>
            <a:r>
              <a:rPr lang="en-US" sz="1000" b="1" kern="0" spc="-85" dirty="0">
                <a:solidFill>
                  <a:prstClr val="black"/>
                </a:solidFill>
                <a:latin typeface="Century Gothic"/>
                <a:cs typeface="Century Gothic"/>
              </a:rPr>
              <a:t> </a:t>
            </a:r>
            <a:r>
              <a:rPr lang="en-US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Shift:</a:t>
            </a:r>
            <a:r>
              <a:rPr lang="en-US" sz="10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  <a:t> </a:t>
            </a:r>
            <a:r>
              <a:rPr lang="en-US" sz="1000" u="sng" kern="0" dirty="0">
                <a:solidFill>
                  <a:prstClr val="black"/>
                </a:solidFill>
                <a:latin typeface="Times New Roman"/>
                <a:cs typeface="Times New Roman"/>
              </a:rPr>
              <a:t> 	</a:t>
            </a:r>
            <a:endParaRPr lang="en-US" sz="10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lvl="0">
              <a:spcBef>
                <a:spcPts val="15"/>
              </a:spcBef>
            </a:pPr>
            <a:endParaRPr lang="en-US" sz="1500" kern="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85190" lvl="0">
              <a:tabLst>
                <a:tab pos="2397125" algn="l"/>
              </a:tabLst>
            </a:pPr>
            <a:r>
              <a:rPr lang="en-US" sz="1000" b="1" kern="0" spc="-5" dirty="0">
                <a:solidFill>
                  <a:prstClr val="black"/>
                </a:solidFill>
                <a:latin typeface="Century Gothic"/>
                <a:cs typeface="Century Gothic"/>
              </a:rPr>
              <a:t>Midline:</a:t>
            </a:r>
            <a:r>
              <a:rPr lang="en-US" sz="1000" b="1" kern="0" spc="-10" dirty="0">
                <a:solidFill>
                  <a:prstClr val="black"/>
                </a:solidFill>
                <a:latin typeface="Century Gothic"/>
                <a:cs typeface="Century Gothic"/>
              </a:rPr>
              <a:t> </a:t>
            </a:r>
            <a:r>
              <a:rPr lang="en-US" sz="1000" u="sng" kern="0" dirty="0">
                <a:solidFill>
                  <a:prstClr val="black"/>
                </a:solidFill>
                <a:latin typeface="Times New Roman"/>
                <a:cs typeface="Times New Roman"/>
              </a:rPr>
              <a:t> 	</a:t>
            </a:r>
            <a:endParaRPr lang="en-US" sz="1000" kern="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61E18E88-04C4-4F0B-B135-488DD530A9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2390" y="347056"/>
            <a:ext cx="3206200" cy="2193110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0051C18B-C0AF-4F1D-93F5-36C3C021E551}"/>
              </a:ext>
            </a:extLst>
          </p:cNvPr>
          <p:cNvSpPr/>
          <p:nvPr/>
        </p:nvSpPr>
        <p:spPr>
          <a:xfrm>
            <a:off x="422495" y="393439"/>
            <a:ext cx="325730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6.</a:t>
            </a:r>
            <a:endParaRPr lang="en-US" dirty="0"/>
          </a:p>
        </p:txBody>
      </p:sp>
      <p:graphicFrame>
        <p:nvGraphicFramePr>
          <p:cNvPr id="47" name="Object 46">
            <a:extLst>
              <a:ext uri="{FF2B5EF4-FFF2-40B4-BE49-F238E27FC236}">
                <a16:creationId xmlns:a16="http://schemas.microsoft.com/office/drawing/2014/main" id="{4BAD56FC-FDAF-4D4D-95ED-1FCA6D4103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6969383"/>
              </p:ext>
            </p:extLst>
          </p:nvPr>
        </p:nvGraphicFramePr>
        <p:xfrm>
          <a:off x="682126" y="318702"/>
          <a:ext cx="128524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7" name="Equation" r:id="rId5" imgW="1168200" imgH="368280" progId="Equation.DSMT4">
                  <p:embed/>
                </p:oleObj>
              </mc:Choice>
              <mc:Fallback>
                <p:oleObj name="Equation" r:id="rId5" imgW="1168200" imgH="368280" progId="Equation.DSMT4">
                  <p:embed/>
                  <p:pic>
                    <p:nvPicPr>
                      <p:cNvPr id="171" name="Object 17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2126" y="318702"/>
                        <a:ext cx="128524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Rectangle 47">
            <a:extLst>
              <a:ext uri="{FF2B5EF4-FFF2-40B4-BE49-F238E27FC236}">
                <a16:creationId xmlns:a16="http://schemas.microsoft.com/office/drawing/2014/main" id="{4235DDFB-1ACA-41B7-BDAD-4A329FEAAA65}"/>
              </a:ext>
            </a:extLst>
          </p:cNvPr>
          <p:cNvSpPr/>
          <p:nvPr/>
        </p:nvSpPr>
        <p:spPr>
          <a:xfrm>
            <a:off x="415868" y="2613178"/>
            <a:ext cx="3332964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7.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Find         if              and                 .         </a:t>
            </a:r>
            <a:endParaRPr lang="en-US" dirty="0"/>
          </a:p>
        </p:txBody>
      </p:sp>
      <p:graphicFrame>
        <p:nvGraphicFramePr>
          <p:cNvPr id="49" name="Object 48">
            <a:extLst>
              <a:ext uri="{FF2B5EF4-FFF2-40B4-BE49-F238E27FC236}">
                <a16:creationId xmlns:a16="http://schemas.microsoft.com/office/drawing/2014/main" id="{FE1A5BFB-4C77-4B50-BA86-AA6C5755DD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907591"/>
              </p:ext>
            </p:extLst>
          </p:nvPr>
        </p:nvGraphicFramePr>
        <p:xfrm>
          <a:off x="1039847" y="2655477"/>
          <a:ext cx="368808" cy="199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8" name="Equation" r:id="rId7" imgW="304560" imgH="164880" progId="Equation.DSMT4">
                  <p:embed/>
                </p:oleObj>
              </mc:Choice>
              <mc:Fallback>
                <p:oleObj name="Equation" r:id="rId7" imgW="304560" imgH="164880" progId="Equation.DSMT4">
                  <p:embed/>
                  <p:pic>
                    <p:nvPicPr>
                      <p:cNvPr id="173" name="Object 17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39847" y="2655477"/>
                        <a:ext cx="368808" cy="199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9">
            <a:extLst>
              <a:ext uri="{FF2B5EF4-FFF2-40B4-BE49-F238E27FC236}">
                <a16:creationId xmlns:a16="http://schemas.microsoft.com/office/drawing/2014/main" id="{7823BDC0-BB32-4B50-A814-6C35555AF6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7870802"/>
              </p:ext>
            </p:extLst>
          </p:nvPr>
        </p:nvGraphicFramePr>
        <p:xfrm>
          <a:off x="1535678" y="2576734"/>
          <a:ext cx="558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9" name="Equation" r:id="rId9" imgW="558720" imgH="368280" progId="Equation.DSMT4">
                  <p:embed/>
                </p:oleObj>
              </mc:Choice>
              <mc:Fallback>
                <p:oleObj name="Equation" r:id="rId9" imgW="558720" imgH="368280" progId="Equation.DSMT4">
                  <p:embed/>
                  <p:pic>
                    <p:nvPicPr>
                      <p:cNvPr id="174" name="Object 17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35678" y="2576734"/>
                        <a:ext cx="5588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50">
            <a:extLst>
              <a:ext uri="{FF2B5EF4-FFF2-40B4-BE49-F238E27FC236}">
                <a16:creationId xmlns:a16="http://schemas.microsoft.com/office/drawing/2014/main" id="{845BA464-C2AE-46D4-BCFA-45AAFBF864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8745977"/>
              </p:ext>
            </p:extLst>
          </p:nvPr>
        </p:nvGraphicFramePr>
        <p:xfrm>
          <a:off x="2453390" y="2573422"/>
          <a:ext cx="749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0" name="Equation" r:id="rId11" imgW="749160" imgH="368280" progId="Equation.DSMT4">
                  <p:embed/>
                </p:oleObj>
              </mc:Choice>
              <mc:Fallback>
                <p:oleObj name="Equation" r:id="rId11" imgW="749160" imgH="368280" progId="Equation.DSMT4">
                  <p:embed/>
                  <p:pic>
                    <p:nvPicPr>
                      <p:cNvPr id="175" name="Object 17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453390" y="2573422"/>
                        <a:ext cx="7493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Text Box 30">
            <a:extLst>
              <a:ext uri="{FF2B5EF4-FFF2-40B4-BE49-F238E27FC236}">
                <a16:creationId xmlns:a16="http://schemas.microsoft.com/office/drawing/2014/main" id="{81D08420-E81F-417E-BEA7-92952A99F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0529" y="5690995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3" name="Text Box 30">
            <a:extLst>
              <a:ext uri="{FF2B5EF4-FFF2-40B4-BE49-F238E27FC236}">
                <a16:creationId xmlns:a16="http://schemas.microsoft.com/office/drawing/2014/main" id="{0B05DEB0-729F-4342-BB6D-831FD9D96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590" y="747010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4" name="Text Box 30">
            <a:extLst>
              <a:ext uri="{FF2B5EF4-FFF2-40B4-BE49-F238E27FC236}">
                <a16:creationId xmlns:a16="http://schemas.microsoft.com/office/drawing/2014/main" id="{D17B8198-03DA-44E9-83A5-115BA9BE7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0407" y="9262456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5" name="Text Box 30">
            <a:extLst>
              <a:ext uri="{FF2B5EF4-FFF2-40B4-BE49-F238E27FC236}">
                <a16:creationId xmlns:a16="http://schemas.microsoft.com/office/drawing/2014/main" id="{75509E77-87C3-4028-9DE8-37D42A11A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590" y="388870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6" name="Text Box 807">
            <a:extLst>
              <a:ext uri="{FF2B5EF4-FFF2-40B4-BE49-F238E27FC236}">
                <a16:creationId xmlns:a16="http://schemas.microsoft.com/office/drawing/2014/main" id="{DC536EC0-833C-4C0C-9664-783215FE6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3034" y="6327100"/>
            <a:ext cx="205740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C.     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D.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7" name="Text Box 807">
            <a:extLst>
              <a:ext uri="{FF2B5EF4-FFF2-40B4-BE49-F238E27FC236}">
                <a16:creationId xmlns:a16="http://schemas.microsoft.com/office/drawing/2014/main" id="{FFDB22FB-D2D9-41AC-A1D9-8AF8118EA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3339" y="4547995"/>
            <a:ext cx="2146851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C.     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D.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8" name="Text Box 807">
            <a:extLst>
              <a:ext uri="{FF2B5EF4-FFF2-40B4-BE49-F238E27FC236}">
                <a16:creationId xmlns:a16="http://schemas.microsoft.com/office/drawing/2014/main" id="{258C7404-F7BD-41E9-9D20-A2DCD625C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790" y="8155900"/>
            <a:ext cx="205740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C.     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D.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Text Box 807">
            <a:extLst>
              <a:ext uri="{FF2B5EF4-FFF2-40B4-BE49-F238E27FC236}">
                <a16:creationId xmlns:a16="http://schemas.microsoft.com/office/drawing/2014/main" id="{7F3FBA55-61FE-4273-B319-301F5E42C3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390" y="2745700"/>
            <a:ext cx="220345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C.     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D.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0" name="Object 59">
            <a:extLst>
              <a:ext uri="{FF2B5EF4-FFF2-40B4-BE49-F238E27FC236}">
                <a16:creationId xmlns:a16="http://schemas.microsoft.com/office/drawing/2014/main" id="{6E5C7749-13F3-493B-A2AC-9E75C74CFA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4229568"/>
              </p:ext>
            </p:extLst>
          </p:nvPr>
        </p:nvGraphicFramePr>
        <p:xfrm>
          <a:off x="5501390" y="2745700"/>
          <a:ext cx="381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1" name="Equation" r:id="rId13" imgW="380880" imgH="393480" progId="Equation.DSMT4">
                  <p:embed/>
                </p:oleObj>
              </mc:Choice>
              <mc:Fallback>
                <p:oleObj name="Equation" r:id="rId13" imgW="380880" imgH="393480" progId="Equation.DSMT4">
                  <p:embed/>
                  <p:pic>
                    <p:nvPicPr>
                      <p:cNvPr id="184" name="Object 18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501390" y="2745700"/>
                        <a:ext cx="3810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60">
            <a:extLst>
              <a:ext uri="{FF2B5EF4-FFF2-40B4-BE49-F238E27FC236}">
                <a16:creationId xmlns:a16="http://schemas.microsoft.com/office/drawing/2014/main" id="{547A4D53-E4D5-4782-A3CA-C6EB4D5485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4694766"/>
              </p:ext>
            </p:extLst>
          </p:nvPr>
        </p:nvGraphicFramePr>
        <p:xfrm>
          <a:off x="5425190" y="3202900"/>
          <a:ext cx="482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2" name="Equation" r:id="rId15" imgW="482400" imgH="393480" progId="Equation.DSMT4">
                  <p:embed/>
                </p:oleObj>
              </mc:Choice>
              <mc:Fallback>
                <p:oleObj name="Equation" r:id="rId15" imgW="482400" imgH="393480" progId="Equation.DSMT4">
                  <p:embed/>
                  <p:pic>
                    <p:nvPicPr>
                      <p:cNvPr id="185" name="Object 18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425190" y="3202900"/>
                        <a:ext cx="4826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61">
            <a:extLst>
              <a:ext uri="{FF2B5EF4-FFF2-40B4-BE49-F238E27FC236}">
                <a16:creationId xmlns:a16="http://schemas.microsoft.com/office/drawing/2014/main" id="{DE330AA3-7A6C-4497-81AA-C649EEE1A1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5175988"/>
              </p:ext>
            </p:extLst>
          </p:nvPr>
        </p:nvGraphicFramePr>
        <p:xfrm>
          <a:off x="6644390" y="2745700"/>
          <a:ext cx="304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3" name="Equation" r:id="rId17" imgW="304560" imgH="393480" progId="Equation.DSMT4">
                  <p:embed/>
                </p:oleObj>
              </mc:Choice>
              <mc:Fallback>
                <p:oleObj name="Equation" r:id="rId17" imgW="304560" imgH="393480" progId="Equation.DSMT4">
                  <p:embed/>
                  <p:pic>
                    <p:nvPicPr>
                      <p:cNvPr id="186" name="Object 18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644390" y="2745700"/>
                        <a:ext cx="3048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62">
            <a:extLst>
              <a:ext uri="{FF2B5EF4-FFF2-40B4-BE49-F238E27FC236}">
                <a16:creationId xmlns:a16="http://schemas.microsoft.com/office/drawing/2014/main" id="{B8EF3932-4CEE-4E30-A005-10DB51C28E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4601582"/>
              </p:ext>
            </p:extLst>
          </p:nvPr>
        </p:nvGraphicFramePr>
        <p:xfrm>
          <a:off x="6568190" y="3202900"/>
          <a:ext cx="406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4" name="Equation" r:id="rId19" imgW="406080" imgH="393480" progId="Equation.DSMT4">
                  <p:embed/>
                </p:oleObj>
              </mc:Choice>
              <mc:Fallback>
                <p:oleObj name="Equation" r:id="rId19" imgW="406080" imgH="393480" progId="Equation.DSMT4">
                  <p:embed/>
                  <p:pic>
                    <p:nvPicPr>
                      <p:cNvPr id="187" name="Object 186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568190" y="3202900"/>
                        <a:ext cx="4064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Rectangle 63">
            <a:extLst>
              <a:ext uri="{FF2B5EF4-FFF2-40B4-BE49-F238E27FC236}">
                <a16:creationId xmlns:a16="http://schemas.microsoft.com/office/drawing/2014/main" id="{FA609DB7-81B0-4061-8AB8-69F7C27EA882}"/>
              </a:ext>
            </a:extLst>
          </p:cNvPr>
          <p:cNvSpPr/>
          <p:nvPr/>
        </p:nvSpPr>
        <p:spPr>
          <a:xfrm>
            <a:off x="425807" y="4441978"/>
            <a:ext cx="3196709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8.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Find         if        </a:t>
            </a:r>
            <a:r>
              <a:rPr lang="en-US" sz="11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and                .</a:t>
            </a:r>
            <a:endParaRPr lang="en-US" dirty="0"/>
          </a:p>
        </p:txBody>
      </p:sp>
      <p:graphicFrame>
        <p:nvGraphicFramePr>
          <p:cNvPr id="65" name="Object 64">
            <a:extLst>
              <a:ext uri="{FF2B5EF4-FFF2-40B4-BE49-F238E27FC236}">
                <a16:creationId xmlns:a16="http://schemas.microsoft.com/office/drawing/2014/main" id="{E3A1D066-B7D9-4465-A7BD-C083019896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9918045"/>
              </p:ext>
            </p:extLst>
          </p:nvPr>
        </p:nvGraphicFramePr>
        <p:xfrm>
          <a:off x="1049786" y="4474338"/>
          <a:ext cx="368808" cy="199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5" name="Equation" r:id="rId21" imgW="304560" imgH="164880" progId="Equation.DSMT4">
                  <p:embed/>
                </p:oleObj>
              </mc:Choice>
              <mc:Fallback>
                <p:oleObj name="Equation" r:id="rId21" imgW="304560" imgH="164880" progId="Equation.DSMT4">
                  <p:embed/>
                  <p:pic>
                    <p:nvPicPr>
                      <p:cNvPr id="197" name="Object 196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049786" y="4474338"/>
                        <a:ext cx="368808" cy="199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65">
            <a:extLst>
              <a:ext uri="{FF2B5EF4-FFF2-40B4-BE49-F238E27FC236}">
                <a16:creationId xmlns:a16="http://schemas.microsoft.com/office/drawing/2014/main" id="{9C700308-E43E-430C-BE05-03D103B607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9570782"/>
              </p:ext>
            </p:extLst>
          </p:nvPr>
        </p:nvGraphicFramePr>
        <p:xfrm>
          <a:off x="1528167" y="4356032"/>
          <a:ext cx="894080" cy="433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6" name="Equation" r:id="rId23" imgW="812520" imgH="393480" progId="Equation.DSMT4">
                  <p:embed/>
                </p:oleObj>
              </mc:Choice>
              <mc:Fallback>
                <p:oleObj name="Equation" r:id="rId23" imgW="812520" imgH="393480" progId="Equation.DSMT4">
                  <p:embed/>
                  <p:pic>
                    <p:nvPicPr>
                      <p:cNvPr id="198" name="Object 197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28167" y="4356032"/>
                        <a:ext cx="894080" cy="4330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66">
            <a:extLst>
              <a:ext uri="{FF2B5EF4-FFF2-40B4-BE49-F238E27FC236}">
                <a16:creationId xmlns:a16="http://schemas.microsoft.com/office/drawing/2014/main" id="{2B3CADC6-30B2-4AAD-978E-A32E85244B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3353568"/>
              </p:ext>
            </p:extLst>
          </p:nvPr>
        </p:nvGraphicFramePr>
        <p:xfrm>
          <a:off x="2748251" y="4375717"/>
          <a:ext cx="65659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7" name="Equation" r:id="rId25" imgW="596880" imgH="368280" progId="Equation.DSMT4">
                  <p:embed/>
                </p:oleObj>
              </mc:Choice>
              <mc:Fallback>
                <p:oleObj name="Equation" r:id="rId25" imgW="596880" imgH="368280" progId="Equation.DSMT4">
                  <p:embed/>
                  <p:pic>
                    <p:nvPicPr>
                      <p:cNvPr id="199" name="Object 198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748251" y="4375717"/>
                        <a:ext cx="65659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67">
            <a:extLst>
              <a:ext uri="{FF2B5EF4-FFF2-40B4-BE49-F238E27FC236}">
                <a16:creationId xmlns:a16="http://schemas.microsoft.com/office/drawing/2014/main" id="{56384D74-F217-417A-8042-EFA99456BF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5127700"/>
              </p:ext>
            </p:extLst>
          </p:nvPr>
        </p:nvGraphicFramePr>
        <p:xfrm>
          <a:off x="5501390" y="4498300"/>
          <a:ext cx="317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8" name="Equation" r:id="rId27" imgW="317160" imgH="393480" progId="Equation.DSMT4">
                  <p:embed/>
                </p:oleObj>
              </mc:Choice>
              <mc:Fallback>
                <p:oleObj name="Equation" r:id="rId27" imgW="317160" imgH="393480" progId="Equation.DSMT4">
                  <p:embed/>
                  <p:pic>
                    <p:nvPicPr>
                      <p:cNvPr id="200" name="Object 199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501390" y="4498300"/>
                        <a:ext cx="3175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68">
            <a:extLst>
              <a:ext uri="{FF2B5EF4-FFF2-40B4-BE49-F238E27FC236}">
                <a16:creationId xmlns:a16="http://schemas.microsoft.com/office/drawing/2014/main" id="{AEA94E6A-CDDA-4158-9866-7F9C27C860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7977088"/>
              </p:ext>
            </p:extLst>
          </p:nvPr>
        </p:nvGraphicFramePr>
        <p:xfrm>
          <a:off x="6654329" y="4518178"/>
          <a:ext cx="317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9" name="Equation" r:id="rId29" imgW="317160" imgH="393480" progId="Equation.DSMT4">
                  <p:embed/>
                </p:oleObj>
              </mc:Choice>
              <mc:Fallback>
                <p:oleObj name="Equation" r:id="rId29" imgW="317160" imgH="393480" progId="Equation.DSMT4">
                  <p:embed/>
                  <p:pic>
                    <p:nvPicPr>
                      <p:cNvPr id="201" name="Object 200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654329" y="4518178"/>
                        <a:ext cx="3175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69">
            <a:extLst>
              <a:ext uri="{FF2B5EF4-FFF2-40B4-BE49-F238E27FC236}">
                <a16:creationId xmlns:a16="http://schemas.microsoft.com/office/drawing/2014/main" id="{0FC72AF5-6386-435B-8EB0-0B3D23371D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9445840"/>
              </p:ext>
            </p:extLst>
          </p:nvPr>
        </p:nvGraphicFramePr>
        <p:xfrm>
          <a:off x="5501390" y="4955500"/>
          <a:ext cx="419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0" name="Equation" r:id="rId31" imgW="419040" imgH="393480" progId="Equation.DSMT4">
                  <p:embed/>
                </p:oleObj>
              </mc:Choice>
              <mc:Fallback>
                <p:oleObj name="Equation" r:id="rId31" imgW="419040" imgH="393480" progId="Equation.DSMT4">
                  <p:embed/>
                  <p:pic>
                    <p:nvPicPr>
                      <p:cNvPr id="202" name="Object 201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501390" y="4955500"/>
                        <a:ext cx="4191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70">
            <a:extLst>
              <a:ext uri="{FF2B5EF4-FFF2-40B4-BE49-F238E27FC236}">
                <a16:creationId xmlns:a16="http://schemas.microsoft.com/office/drawing/2014/main" id="{EE764CD8-D356-407F-B781-BF9CFB2277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6493411"/>
              </p:ext>
            </p:extLst>
          </p:nvPr>
        </p:nvGraphicFramePr>
        <p:xfrm>
          <a:off x="6644390" y="4975378"/>
          <a:ext cx="406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1" name="Equation" r:id="rId33" imgW="406080" imgH="393480" progId="Equation.DSMT4">
                  <p:embed/>
                </p:oleObj>
              </mc:Choice>
              <mc:Fallback>
                <p:oleObj name="Equation" r:id="rId33" imgW="406080" imgH="393480" progId="Equation.DSMT4">
                  <p:embed/>
                  <p:pic>
                    <p:nvPicPr>
                      <p:cNvPr id="203" name="Object 202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6644390" y="4975378"/>
                        <a:ext cx="4064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Rectangle 71">
            <a:extLst>
              <a:ext uri="{FF2B5EF4-FFF2-40B4-BE49-F238E27FC236}">
                <a16:creationId xmlns:a16="http://schemas.microsoft.com/office/drawing/2014/main" id="{5C3E0FD3-53F7-4A96-B3DE-96A098C68E70}"/>
              </a:ext>
            </a:extLst>
          </p:cNvPr>
          <p:cNvSpPr/>
          <p:nvPr/>
        </p:nvSpPr>
        <p:spPr>
          <a:xfrm>
            <a:off x="425807" y="6108439"/>
            <a:ext cx="2965877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9.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Find the exact value of              .        </a:t>
            </a:r>
            <a:endParaRPr lang="en-US" dirty="0"/>
          </a:p>
        </p:txBody>
      </p:sp>
      <p:graphicFrame>
        <p:nvGraphicFramePr>
          <p:cNvPr id="73" name="Object 72">
            <a:extLst>
              <a:ext uri="{FF2B5EF4-FFF2-40B4-BE49-F238E27FC236}">
                <a16:creationId xmlns:a16="http://schemas.microsoft.com/office/drawing/2014/main" id="{8589EFF4-E306-4EDC-BC24-DD7602F405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5783320"/>
              </p:ext>
            </p:extLst>
          </p:nvPr>
        </p:nvGraphicFramePr>
        <p:xfrm>
          <a:off x="2257589" y="6122902"/>
          <a:ext cx="614680" cy="21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2" name="Equation" r:id="rId35" imgW="507960" imgH="177480" progId="Equation.DSMT4">
                  <p:embed/>
                </p:oleObj>
              </mc:Choice>
              <mc:Fallback>
                <p:oleObj name="Equation" r:id="rId35" imgW="507960" imgH="177480" progId="Equation.DSMT4">
                  <p:embed/>
                  <p:pic>
                    <p:nvPicPr>
                      <p:cNvPr id="207" name="Object 206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2257589" y="6122902"/>
                        <a:ext cx="614680" cy="215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73">
            <a:extLst>
              <a:ext uri="{FF2B5EF4-FFF2-40B4-BE49-F238E27FC236}">
                <a16:creationId xmlns:a16="http://schemas.microsoft.com/office/drawing/2014/main" id="{4BE9312C-AB5E-428A-90DC-E0EA8C0936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9144289"/>
              </p:ext>
            </p:extLst>
          </p:nvPr>
        </p:nvGraphicFramePr>
        <p:xfrm>
          <a:off x="5537834" y="6327100"/>
          <a:ext cx="558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3" name="Equation" r:id="rId37" imgW="558720" imgH="393480" progId="Equation.DSMT4">
                  <p:embed/>
                </p:oleObj>
              </mc:Choice>
              <mc:Fallback>
                <p:oleObj name="Equation" r:id="rId37" imgW="558720" imgH="393480" progId="Equation.DSMT4">
                  <p:embed/>
                  <p:pic>
                    <p:nvPicPr>
                      <p:cNvPr id="208" name="Object 207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5537834" y="6327100"/>
                        <a:ext cx="5588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74">
            <a:extLst>
              <a:ext uri="{FF2B5EF4-FFF2-40B4-BE49-F238E27FC236}">
                <a16:creationId xmlns:a16="http://schemas.microsoft.com/office/drawing/2014/main" id="{0654BB2A-1C94-4CDF-8B5E-F7FB42E5E9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6880419"/>
              </p:ext>
            </p:extLst>
          </p:nvPr>
        </p:nvGraphicFramePr>
        <p:xfrm>
          <a:off x="5537834" y="6784300"/>
          <a:ext cx="558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4" name="Equation" r:id="rId39" imgW="558720" imgH="393480" progId="Equation.DSMT4">
                  <p:embed/>
                </p:oleObj>
              </mc:Choice>
              <mc:Fallback>
                <p:oleObj name="Equation" r:id="rId39" imgW="558720" imgH="393480" progId="Equation.DSMT4">
                  <p:embed/>
                  <p:pic>
                    <p:nvPicPr>
                      <p:cNvPr id="209" name="Object 208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5537834" y="6784300"/>
                        <a:ext cx="5588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75">
            <a:extLst>
              <a:ext uri="{FF2B5EF4-FFF2-40B4-BE49-F238E27FC236}">
                <a16:creationId xmlns:a16="http://schemas.microsoft.com/office/drawing/2014/main" id="{D54E3200-0A75-47D7-AC1D-17348AEF80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8519020"/>
              </p:ext>
            </p:extLst>
          </p:nvPr>
        </p:nvGraphicFramePr>
        <p:xfrm>
          <a:off x="6641078" y="6300595"/>
          <a:ext cx="558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5" name="Equation" r:id="rId41" imgW="558720" imgH="393480" progId="Equation.DSMT4">
                  <p:embed/>
                </p:oleObj>
              </mc:Choice>
              <mc:Fallback>
                <p:oleObj name="Equation" r:id="rId41" imgW="558720" imgH="393480" progId="Equation.DSMT4">
                  <p:embed/>
                  <p:pic>
                    <p:nvPicPr>
                      <p:cNvPr id="210" name="Object 209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6641078" y="6300595"/>
                        <a:ext cx="5588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76">
            <a:extLst>
              <a:ext uri="{FF2B5EF4-FFF2-40B4-BE49-F238E27FC236}">
                <a16:creationId xmlns:a16="http://schemas.microsoft.com/office/drawing/2014/main" id="{6545CE0A-A8D7-4919-AEE0-EEF22959E1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2016500"/>
              </p:ext>
            </p:extLst>
          </p:nvPr>
        </p:nvGraphicFramePr>
        <p:xfrm>
          <a:off x="6604634" y="6784300"/>
          <a:ext cx="635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6" name="Equation" r:id="rId43" imgW="634680" imgH="393480" progId="Equation.DSMT4">
                  <p:embed/>
                </p:oleObj>
              </mc:Choice>
              <mc:Fallback>
                <p:oleObj name="Equation" r:id="rId43" imgW="634680" imgH="393480" progId="Equation.DSMT4">
                  <p:embed/>
                  <p:pic>
                    <p:nvPicPr>
                      <p:cNvPr id="211" name="Object 210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6604634" y="6784300"/>
                        <a:ext cx="6350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Rectangle 77">
            <a:extLst>
              <a:ext uri="{FF2B5EF4-FFF2-40B4-BE49-F238E27FC236}">
                <a16:creationId xmlns:a16="http://schemas.microsoft.com/office/drawing/2014/main" id="{DE62D26D-286D-4D27-A46D-8F5C2B1BD9CB}"/>
              </a:ext>
            </a:extLst>
          </p:cNvPr>
          <p:cNvSpPr/>
          <p:nvPr/>
        </p:nvSpPr>
        <p:spPr>
          <a:xfrm>
            <a:off x="405929" y="7947178"/>
            <a:ext cx="2735044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10.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Find the exact value of              . </a:t>
            </a:r>
            <a:endParaRPr lang="en-US" dirty="0"/>
          </a:p>
        </p:txBody>
      </p:sp>
      <p:graphicFrame>
        <p:nvGraphicFramePr>
          <p:cNvPr id="79" name="Object 78">
            <a:extLst>
              <a:ext uri="{FF2B5EF4-FFF2-40B4-BE49-F238E27FC236}">
                <a16:creationId xmlns:a16="http://schemas.microsoft.com/office/drawing/2014/main" id="{0F944D89-2FAD-473C-8828-9AA9496198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8584685"/>
              </p:ext>
            </p:extLst>
          </p:nvPr>
        </p:nvGraphicFramePr>
        <p:xfrm>
          <a:off x="2309494" y="7860597"/>
          <a:ext cx="614680" cy="447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7" name="Equation" r:id="rId45" imgW="558720" imgH="406080" progId="Equation.DSMT4">
                  <p:embed/>
                </p:oleObj>
              </mc:Choice>
              <mc:Fallback>
                <p:oleObj name="Equation" r:id="rId45" imgW="558720" imgH="406080" progId="Equation.DSMT4">
                  <p:embed/>
                  <p:pic>
                    <p:nvPicPr>
                      <p:cNvPr id="213" name="Object 212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2309494" y="7860597"/>
                        <a:ext cx="614680" cy="4470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Object 79">
            <a:extLst>
              <a:ext uri="{FF2B5EF4-FFF2-40B4-BE49-F238E27FC236}">
                <a16:creationId xmlns:a16="http://schemas.microsoft.com/office/drawing/2014/main" id="{EBD02095-FE28-4BF4-9426-D093280C29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1552033"/>
              </p:ext>
            </p:extLst>
          </p:nvPr>
        </p:nvGraphicFramePr>
        <p:xfrm>
          <a:off x="5577590" y="8215534"/>
          <a:ext cx="4318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8" name="Equation" r:id="rId47" imgW="431640" imgH="215640" progId="Equation.DSMT4">
                  <p:embed/>
                </p:oleObj>
              </mc:Choice>
              <mc:Fallback>
                <p:oleObj name="Equation" r:id="rId47" imgW="431640" imgH="215640" progId="Equation.DSMT4">
                  <p:embed/>
                  <p:pic>
                    <p:nvPicPr>
                      <p:cNvPr id="214" name="Object 213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5577590" y="8215534"/>
                        <a:ext cx="4318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80">
            <a:extLst>
              <a:ext uri="{FF2B5EF4-FFF2-40B4-BE49-F238E27FC236}">
                <a16:creationId xmlns:a16="http://schemas.microsoft.com/office/drawing/2014/main" id="{98EB203A-FBA6-4C8D-BB72-369CEE3D3A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0814824"/>
              </p:ext>
            </p:extLst>
          </p:nvPr>
        </p:nvGraphicFramePr>
        <p:xfrm>
          <a:off x="5567651" y="8669422"/>
          <a:ext cx="4191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9" name="Equation" r:id="rId49" imgW="419040" imgH="215640" progId="Equation.DSMT4">
                  <p:embed/>
                </p:oleObj>
              </mc:Choice>
              <mc:Fallback>
                <p:oleObj name="Equation" r:id="rId49" imgW="419040" imgH="215640" progId="Equation.DSMT4">
                  <p:embed/>
                  <p:pic>
                    <p:nvPicPr>
                      <p:cNvPr id="215" name="Object 214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5567651" y="8669422"/>
                        <a:ext cx="4191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ct 81">
            <a:extLst>
              <a:ext uri="{FF2B5EF4-FFF2-40B4-BE49-F238E27FC236}">
                <a16:creationId xmlns:a16="http://schemas.microsoft.com/office/drawing/2014/main" id="{89F4DD79-69B8-49B5-B346-C1F5D1D740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5598891"/>
              </p:ext>
            </p:extLst>
          </p:nvPr>
        </p:nvGraphicFramePr>
        <p:xfrm>
          <a:off x="6750407" y="8212222"/>
          <a:ext cx="4191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0" name="Equation" r:id="rId51" imgW="419040" imgH="215640" progId="Equation.DSMT4">
                  <p:embed/>
                </p:oleObj>
              </mc:Choice>
              <mc:Fallback>
                <p:oleObj name="Equation" r:id="rId51" imgW="419040" imgH="215640" progId="Equation.DSMT4">
                  <p:embed/>
                  <p:pic>
                    <p:nvPicPr>
                      <p:cNvPr id="216" name="Object 215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6750407" y="8212222"/>
                        <a:ext cx="4191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Object 82">
            <a:extLst>
              <a:ext uri="{FF2B5EF4-FFF2-40B4-BE49-F238E27FC236}">
                <a16:creationId xmlns:a16="http://schemas.microsoft.com/office/drawing/2014/main" id="{7D979D15-F8D2-46C4-BD7A-4525CFA82E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0014411"/>
              </p:ext>
            </p:extLst>
          </p:nvPr>
        </p:nvGraphicFramePr>
        <p:xfrm>
          <a:off x="6740468" y="8669422"/>
          <a:ext cx="5080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" name="Equation" r:id="rId53" imgW="507960" imgH="215640" progId="Equation.DSMT4">
                  <p:embed/>
                </p:oleObj>
              </mc:Choice>
              <mc:Fallback>
                <p:oleObj name="Equation" r:id="rId53" imgW="507960" imgH="215640" progId="Equation.DSMT4">
                  <p:embed/>
                  <p:pic>
                    <p:nvPicPr>
                      <p:cNvPr id="217" name="Object 216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6740468" y="8669422"/>
                        <a:ext cx="5080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55280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BBA6FA1D-E6E3-4F3C-A483-BE0C3B357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866519"/>
              </p:ext>
            </p:extLst>
          </p:nvPr>
        </p:nvGraphicFramePr>
        <p:xfrm>
          <a:off x="410981" y="564630"/>
          <a:ext cx="5943600" cy="210312"/>
        </p:xfrm>
        <a:graphic>
          <a:graphicData uri="http://schemas.openxmlformats.org/drawingml/2006/table">
            <a:tbl>
              <a:tblPr/>
              <a:tblGrid>
                <a:gridCol w="594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5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11. </a:t>
                      </a:r>
                      <a:r>
                        <a:rPr lang="en-US" sz="115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Find </a:t>
                      </a:r>
                      <a:r>
                        <a:rPr lang="en-US" sz="115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   </a:t>
                      </a:r>
                      <a:r>
                        <a:rPr lang="en-US" sz="1150" baseline="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5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if </a:t>
                      </a:r>
                      <a:r>
                        <a:rPr lang="en-US" sz="12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115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US" sz="12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115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are positive acute angles with      </a:t>
                      </a:r>
                      <a:r>
                        <a:rPr lang="en-US" sz="115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</a:t>
                      </a:r>
                      <a:r>
                        <a:rPr lang="en-US" sz="115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and               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1" name="Text Box 295">
            <a:extLst>
              <a:ext uri="{FF2B5EF4-FFF2-40B4-BE49-F238E27FC236}">
                <a16:creationId xmlns:a16="http://schemas.microsoft.com/office/drawing/2014/main" id="{FAD959BD-DC24-4AEE-8FC8-694D8EA560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5580" y="1833525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92" name="Text Box 295">
            <a:extLst>
              <a:ext uri="{FF2B5EF4-FFF2-40B4-BE49-F238E27FC236}">
                <a16:creationId xmlns:a16="http://schemas.microsoft.com/office/drawing/2014/main" id="{E66C6A90-FBF5-453F-92EC-D8EDAA0EA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5580" y="9195108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93" name="Text Box 295">
            <a:extLst>
              <a:ext uri="{FF2B5EF4-FFF2-40B4-BE49-F238E27FC236}">
                <a16:creationId xmlns:a16="http://schemas.microsoft.com/office/drawing/2014/main" id="{AD3DC126-61AC-480F-9F9B-3536C49BEB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5580" y="734643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94" name="Text Box 295">
            <a:extLst>
              <a:ext uri="{FF2B5EF4-FFF2-40B4-BE49-F238E27FC236}">
                <a16:creationId xmlns:a16="http://schemas.microsoft.com/office/drawing/2014/main" id="{23627CA7-DF19-4980-BE11-7570831B1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5580" y="551763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95" name="Text Box 295">
            <a:extLst>
              <a:ext uri="{FF2B5EF4-FFF2-40B4-BE49-F238E27FC236}">
                <a16:creationId xmlns:a16="http://schemas.microsoft.com/office/drawing/2014/main" id="{C5C081F0-4AEA-4E9C-8300-3F48797C4D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5580" y="368883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96" name="Text Box 807">
            <a:extLst>
              <a:ext uri="{FF2B5EF4-FFF2-40B4-BE49-F238E27FC236}">
                <a16:creationId xmlns:a16="http://schemas.microsoft.com/office/drawing/2014/main" id="{216A172E-55BE-4AA5-8398-E028F30479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7180" y="4908030"/>
            <a:ext cx="1938020" cy="925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7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C.     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D.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7" name="Text Box 807">
            <a:extLst>
              <a:ext uri="{FF2B5EF4-FFF2-40B4-BE49-F238E27FC236}">
                <a16:creationId xmlns:a16="http://schemas.microsoft.com/office/drawing/2014/main" id="{27A2D990-7394-4BA0-8734-1FBBE09C4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0980" y="2926830"/>
            <a:ext cx="1938020" cy="925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7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C.     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D.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8" name="Text Box 807">
            <a:extLst>
              <a:ext uri="{FF2B5EF4-FFF2-40B4-BE49-F238E27FC236}">
                <a16:creationId xmlns:a16="http://schemas.microsoft.com/office/drawing/2014/main" id="{1DF0FB2E-FA29-4DA2-A6E9-A7C6EFB4B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9580" y="8565630"/>
            <a:ext cx="1938020" cy="925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7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C.     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D.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9" name="Text Box 807">
            <a:extLst>
              <a:ext uri="{FF2B5EF4-FFF2-40B4-BE49-F238E27FC236}">
                <a16:creationId xmlns:a16="http://schemas.microsoft.com/office/drawing/2014/main" id="{7498D451-05C1-40BE-8859-C7BBF6B8A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0980" y="1250430"/>
            <a:ext cx="1938020" cy="925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7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C.     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D.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0" name="Text Box 807">
            <a:extLst>
              <a:ext uri="{FF2B5EF4-FFF2-40B4-BE49-F238E27FC236}">
                <a16:creationId xmlns:a16="http://schemas.microsoft.com/office/drawing/2014/main" id="{F1629027-1CFE-46CE-AE77-5CAC4617F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3380" y="6736830"/>
            <a:ext cx="1938020" cy="925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7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C.     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D.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1" name="Table 100">
            <a:extLst>
              <a:ext uri="{FF2B5EF4-FFF2-40B4-BE49-F238E27FC236}">
                <a16:creationId xmlns:a16="http://schemas.microsoft.com/office/drawing/2014/main" id="{71C22B8A-D1B1-4DC2-9D4A-03656DB9E6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7566131"/>
              </p:ext>
            </p:extLst>
          </p:nvPr>
        </p:nvGraphicFramePr>
        <p:xfrm>
          <a:off x="410981" y="2393430"/>
          <a:ext cx="6477000" cy="210312"/>
        </p:xfrm>
        <a:graphic>
          <a:graphicData uri="http://schemas.openxmlformats.org/drawingml/2006/table">
            <a:tbl>
              <a:tblPr/>
              <a:tblGrid>
                <a:gridCol w="647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5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12. </a:t>
                      </a:r>
                      <a:r>
                        <a:rPr lang="en-US" sz="115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Find                </a:t>
                      </a:r>
                      <a:r>
                        <a:rPr lang="en-US" sz="1150" baseline="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5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if </a:t>
                      </a:r>
                      <a:r>
                        <a:rPr lang="en-US" sz="12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115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US" sz="12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115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are in Quadrant II with </a:t>
                      </a:r>
                      <a:r>
                        <a:rPr lang="en-US" sz="115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    </a:t>
                      </a:r>
                      <a:r>
                        <a:rPr lang="en-US" sz="115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and              </a:t>
                      </a:r>
                      <a:r>
                        <a:rPr lang="en-US" sz="1150" baseline="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5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2" name="Rectangle 101">
            <a:extLst>
              <a:ext uri="{FF2B5EF4-FFF2-40B4-BE49-F238E27FC236}">
                <a16:creationId xmlns:a16="http://schemas.microsoft.com/office/drawing/2014/main" id="{F9921651-9114-4FA4-BA5B-32B5B1C7A54D}"/>
              </a:ext>
            </a:extLst>
          </p:cNvPr>
          <p:cNvSpPr/>
          <p:nvPr/>
        </p:nvSpPr>
        <p:spPr>
          <a:xfrm>
            <a:off x="410980" y="4222230"/>
            <a:ext cx="4394152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13. 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Find the exact value of           if                 </a:t>
            </a:r>
            <a:r>
              <a:rPr lang="en-US" sz="11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and               .</a:t>
            </a:r>
            <a:endParaRPr lang="en-US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BCA1B5C-795F-4B7B-8027-C4C7CBAB13FB}"/>
              </a:ext>
            </a:extLst>
          </p:cNvPr>
          <p:cNvSpPr/>
          <p:nvPr/>
        </p:nvSpPr>
        <p:spPr>
          <a:xfrm>
            <a:off x="410980" y="6051030"/>
            <a:ext cx="4586512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14. 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Find the exact value of           if                  and                 .</a:t>
            </a:r>
            <a:endParaRPr lang="en-US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8AF2ADA-B76C-4916-B37F-34B4586CFE24}"/>
              </a:ext>
            </a:extLst>
          </p:cNvPr>
          <p:cNvSpPr/>
          <p:nvPr/>
        </p:nvSpPr>
        <p:spPr>
          <a:xfrm>
            <a:off x="410980" y="7879830"/>
            <a:ext cx="4261103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15. 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Find the exact value of           if               and              .</a:t>
            </a:r>
            <a:endParaRPr lang="en-US" dirty="0"/>
          </a:p>
        </p:txBody>
      </p:sp>
      <p:graphicFrame>
        <p:nvGraphicFramePr>
          <p:cNvPr id="105" name="Object 104">
            <a:extLst>
              <a:ext uri="{FF2B5EF4-FFF2-40B4-BE49-F238E27FC236}">
                <a16:creationId xmlns:a16="http://schemas.microsoft.com/office/drawing/2014/main" id="{938BE49B-8432-433D-9404-58BB56257F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3767201"/>
              </p:ext>
            </p:extLst>
          </p:nvPr>
        </p:nvGraphicFramePr>
        <p:xfrm>
          <a:off x="1116658" y="554691"/>
          <a:ext cx="740410" cy="251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1" name="Equation" r:id="rId4" imgW="672840" imgH="228600" progId="Equation.DSMT4">
                  <p:embed/>
                </p:oleObj>
              </mc:Choice>
              <mc:Fallback>
                <p:oleObj name="Equation" r:id="rId4" imgW="672840" imgH="228600" progId="Equation.DSMT4">
                  <p:embed/>
                  <p:pic>
                    <p:nvPicPr>
                      <p:cNvPr id="55" name="Object 5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16658" y="554691"/>
                        <a:ext cx="740410" cy="2514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" name="Object 105">
            <a:extLst>
              <a:ext uri="{FF2B5EF4-FFF2-40B4-BE49-F238E27FC236}">
                <a16:creationId xmlns:a16="http://schemas.microsoft.com/office/drawing/2014/main" id="{DE0E06EA-7754-4BD9-84A6-F91DA6A722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4331936"/>
              </p:ext>
            </p:extLst>
          </p:nvPr>
        </p:nvGraphicFramePr>
        <p:xfrm>
          <a:off x="4525780" y="468552"/>
          <a:ext cx="68453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2" name="Equation" r:id="rId6" imgW="622080" imgH="368280" progId="Equation.DSMT4">
                  <p:embed/>
                </p:oleObj>
              </mc:Choice>
              <mc:Fallback>
                <p:oleObj name="Equation" r:id="rId6" imgW="622080" imgH="368280" progId="Equation.DSMT4">
                  <p:embed/>
                  <p:pic>
                    <p:nvPicPr>
                      <p:cNvPr id="56" name="Object 5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25780" y="468552"/>
                        <a:ext cx="68453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Object 106">
            <a:extLst>
              <a:ext uri="{FF2B5EF4-FFF2-40B4-BE49-F238E27FC236}">
                <a16:creationId xmlns:a16="http://schemas.microsoft.com/office/drawing/2014/main" id="{5EFF5D03-FE1C-45B4-AEDD-445BCECF36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2653189"/>
              </p:ext>
            </p:extLst>
          </p:nvPr>
        </p:nvGraphicFramePr>
        <p:xfrm>
          <a:off x="5496502" y="468552"/>
          <a:ext cx="62865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3" name="Equation" r:id="rId8" imgW="571320" imgH="368280" progId="Equation.DSMT4">
                  <p:embed/>
                </p:oleObj>
              </mc:Choice>
              <mc:Fallback>
                <p:oleObj name="Equation" r:id="rId8" imgW="571320" imgH="368280" progId="Equation.DSMT4">
                  <p:embed/>
                  <p:pic>
                    <p:nvPicPr>
                      <p:cNvPr id="57" name="Object 5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496502" y="468552"/>
                        <a:ext cx="62865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Object 107">
            <a:extLst>
              <a:ext uri="{FF2B5EF4-FFF2-40B4-BE49-F238E27FC236}">
                <a16:creationId xmlns:a16="http://schemas.microsoft.com/office/drawing/2014/main" id="{3851920D-EF71-41E8-96EC-180C608798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0742983"/>
              </p:ext>
            </p:extLst>
          </p:nvPr>
        </p:nvGraphicFramePr>
        <p:xfrm>
          <a:off x="4525780" y="1250430"/>
          <a:ext cx="215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4" name="Equation" r:id="rId10" imgW="215640" imgH="368280" progId="Equation.DSMT4">
                  <p:embed/>
                </p:oleObj>
              </mc:Choice>
              <mc:Fallback>
                <p:oleObj name="Equation" r:id="rId10" imgW="215640" imgH="368280" progId="Equation.DSMT4">
                  <p:embed/>
                  <p:pic>
                    <p:nvPicPr>
                      <p:cNvPr id="58" name="Object 5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525780" y="1250430"/>
                        <a:ext cx="215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" name="Object 108">
            <a:extLst>
              <a:ext uri="{FF2B5EF4-FFF2-40B4-BE49-F238E27FC236}">
                <a16:creationId xmlns:a16="http://schemas.microsoft.com/office/drawing/2014/main" id="{1CE2D343-6AF4-42B2-8982-11FBE5A051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9218670"/>
              </p:ext>
            </p:extLst>
          </p:nvPr>
        </p:nvGraphicFramePr>
        <p:xfrm>
          <a:off x="4519153" y="1767264"/>
          <a:ext cx="215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5" name="Equation" r:id="rId12" imgW="215640" imgH="368280" progId="Equation.DSMT4">
                  <p:embed/>
                </p:oleObj>
              </mc:Choice>
              <mc:Fallback>
                <p:oleObj name="Equation" r:id="rId12" imgW="215640" imgH="368280" progId="Equation.DSMT4">
                  <p:embed/>
                  <p:pic>
                    <p:nvPicPr>
                      <p:cNvPr id="59" name="Object 5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519153" y="1767264"/>
                        <a:ext cx="215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" name="Object 109">
            <a:extLst>
              <a:ext uri="{FF2B5EF4-FFF2-40B4-BE49-F238E27FC236}">
                <a16:creationId xmlns:a16="http://schemas.microsoft.com/office/drawing/2014/main" id="{B4012F94-3203-4CA2-BC53-05F1B510A8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5074368"/>
              </p:ext>
            </p:extLst>
          </p:nvPr>
        </p:nvGraphicFramePr>
        <p:xfrm>
          <a:off x="5592580" y="1250430"/>
          <a:ext cx="317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6" name="Equation" r:id="rId14" imgW="317160" imgH="368280" progId="Equation.DSMT4">
                  <p:embed/>
                </p:oleObj>
              </mc:Choice>
              <mc:Fallback>
                <p:oleObj name="Equation" r:id="rId14" imgW="317160" imgH="368280" progId="Equation.DSMT4">
                  <p:embed/>
                  <p:pic>
                    <p:nvPicPr>
                      <p:cNvPr id="60" name="Object 59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592580" y="1250430"/>
                        <a:ext cx="3175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" name="Object 110">
            <a:extLst>
              <a:ext uri="{FF2B5EF4-FFF2-40B4-BE49-F238E27FC236}">
                <a16:creationId xmlns:a16="http://schemas.microsoft.com/office/drawing/2014/main" id="{BA13DDF9-26BF-4A43-A7C8-5953398ACB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5304576"/>
              </p:ext>
            </p:extLst>
          </p:nvPr>
        </p:nvGraphicFramePr>
        <p:xfrm>
          <a:off x="5592580" y="1763952"/>
          <a:ext cx="317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7" name="Equation" r:id="rId16" imgW="317160" imgH="368280" progId="Equation.DSMT4">
                  <p:embed/>
                </p:oleObj>
              </mc:Choice>
              <mc:Fallback>
                <p:oleObj name="Equation" r:id="rId16" imgW="317160" imgH="368280" progId="Equation.DSMT4">
                  <p:embed/>
                  <p:pic>
                    <p:nvPicPr>
                      <p:cNvPr id="61" name="Object 60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592580" y="1763952"/>
                        <a:ext cx="3175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" name="Object 111">
            <a:extLst>
              <a:ext uri="{FF2B5EF4-FFF2-40B4-BE49-F238E27FC236}">
                <a16:creationId xmlns:a16="http://schemas.microsoft.com/office/drawing/2014/main" id="{89417A6B-EF69-4810-90C7-CB1080E51D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521496"/>
              </p:ext>
            </p:extLst>
          </p:nvPr>
        </p:nvGraphicFramePr>
        <p:xfrm>
          <a:off x="1143163" y="2366925"/>
          <a:ext cx="726440" cy="251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8" name="Equation" r:id="rId18" imgW="660240" imgH="228600" progId="Equation.DSMT4">
                  <p:embed/>
                </p:oleObj>
              </mc:Choice>
              <mc:Fallback>
                <p:oleObj name="Equation" r:id="rId18" imgW="660240" imgH="228600" progId="Equation.DSMT4">
                  <p:embed/>
                  <p:pic>
                    <p:nvPicPr>
                      <p:cNvPr id="62" name="Object 61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143163" y="2366925"/>
                        <a:ext cx="726440" cy="2514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" name="Object 112">
            <a:extLst>
              <a:ext uri="{FF2B5EF4-FFF2-40B4-BE49-F238E27FC236}">
                <a16:creationId xmlns:a16="http://schemas.microsoft.com/office/drawing/2014/main" id="{1F98C748-8314-42C0-AD2E-61D43386D2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6081407"/>
              </p:ext>
            </p:extLst>
          </p:nvPr>
        </p:nvGraphicFramePr>
        <p:xfrm>
          <a:off x="4068580" y="2297352"/>
          <a:ext cx="72644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9" name="Equation" r:id="rId20" imgW="660240" imgH="368280" progId="Equation.DSMT4">
                  <p:embed/>
                </p:oleObj>
              </mc:Choice>
              <mc:Fallback>
                <p:oleObj name="Equation" r:id="rId20" imgW="660240" imgH="368280" progId="Equation.DSMT4">
                  <p:embed/>
                  <p:pic>
                    <p:nvPicPr>
                      <p:cNvPr id="63" name="Object 62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068580" y="2297352"/>
                        <a:ext cx="72644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" name="Object 113">
            <a:extLst>
              <a:ext uri="{FF2B5EF4-FFF2-40B4-BE49-F238E27FC236}">
                <a16:creationId xmlns:a16="http://schemas.microsoft.com/office/drawing/2014/main" id="{7A386952-C251-4DF0-B410-CB2A78D228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563083"/>
              </p:ext>
            </p:extLst>
          </p:nvPr>
        </p:nvGraphicFramePr>
        <p:xfrm>
          <a:off x="5079058" y="2317230"/>
          <a:ext cx="635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0" name="Equation" r:id="rId22" imgW="634680" imgH="368280" progId="Equation.DSMT4">
                  <p:embed/>
                </p:oleObj>
              </mc:Choice>
              <mc:Fallback>
                <p:oleObj name="Equation" r:id="rId22" imgW="634680" imgH="368280" progId="Equation.DSMT4">
                  <p:embed/>
                  <p:pic>
                    <p:nvPicPr>
                      <p:cNvPr id="64" name="Object 63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079058" y="2317230"/>
                        <a:ext cx="6350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" name="Object 114">
            <a:extLst>
              <a:ext uri="{FF2B5EF4-FFF2-40B4-BE49-F238E27FC236}">
                <a16:creationId xmlns:a16="http://schemas.microsoft.com/office/drawing/2014/main" id="{9C904238-5D7E-4F3C-B33D-DDB558BB40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6376933"/>
              </p:ext>
            </p:extLst>
          </p:nvPr>
        </p:nvGraphicFramePr>
        <p:xfrm>
          <a:off x="4525780" y="2926830"/>
          <a:ext cx="317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1" name="Equation" r:id="rId24" imgW="317160" imgH="368280" progId="Equation.DSMT4">
                  <p:embed/>
                </p:oleObj>
              </mc:Choice>
              <mc:Fallback>
                <p:oleObj name="Equation" r:id="rId24" imgW="317160" imgH="368280" progId="Equation.DSMT4">
                  <p:embed/>
                  <p:pic>
                    <p:nvPicPr>
                      <p:cNvPr id="65" name="Object 64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525780" y="2926830"/>
                        <a:ext cx="3175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" name="Object 115">
            <a:extLst>
              <a:ext uri="{FF2B5EF4-FFF2-40B4-BE49-F238E27FC236}">
                <a16:creationId xmlns:a16="http://schemas.microsoft.com/office/drawing/2014/main" id="{CAE9BB84-150A-4D15-AC5F-7103806E4C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4981493"/>
              </p:ext>
            </p:extLst>
          </p:nvPr>
        </p:nvGraphicFramePr>
        <p:xfrm>
          <a:off x="4525780" y="3460230"/>
          <a:ext cx="317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2" name="Equation" r:id="rId26" imgW="317160" imgH="368280" progId="Equation.DSMT4">
                  <p:embed/>
                </p:oleObj>
              </mc:Choice>
              <mc:Fallback>
                <p:oleObj name="Equation" r:id="rId26" imgW="317160" imgH="368280" progId="Equation.DSMT4">
                  <p:embed/>
                  <p:pic>
                    <p:nvPicPr>
                      <p:cNvPr id="66" name="Object 65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525780" y="3460230"/>
                        <a:ext cx="3175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" name="Object 116">
            <a:extLst>
              <a:ext uri="{FF2B5EF4-FFF2-40B4-BE49-F238E27FC236}">
                <a16:creationId xmlns:a16="http://schemas.microsoft.com/office/drawing/2014/main" id="{FBD12FD8-6FFE-4318-8F6B-DB0BFB7941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0850815"/>
              </p:ext>
            </p:extLst>
          </p:nvPr>
        </p:nvGraphicFramePr>
        <p:xfrm>
          <a:off x="5582641" y="2946708"/>
          <a:ext cx="215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3" name="Equation" r:id="rId28" imgW="215640" imgH="368280" progId="Equation.DSMT4">
                  <p:embed/>
                </p:oleObj>
              </mc:Choice>
              <mc:Fallback>
                <p:oleObj name="Equation" r:id="rId28" imgW="215640" imgH="368280" progId="Equation.DSMT4">
                  <p:embed/>
                  <p:pic>
                    <p:nvPicPr>
                      <p:cNvPr id="67" name="Object 66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582641" y="2946708"/>
                        <a:ext cx="215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" name="Object 117">
            <a:extLst>
              <a:ext uri="{FF2B5EF4-FFF2-40B4-BE49-F238E27FC236}">
                <a16:creationId xmlns:a16="http://schemas.microsoft.com/office/drawing/2014/main" id="{53A515A6-3E11-46EE-B294-FD44D5EE95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5587604"/>
              </p:ext>
            </p:extLst>
          </p:nvPr>
        </p:nvGraphicFramePr>
        <p:xfrm>
          <a:off x="5592580" y="3460230"/>
          <a:ext cx="215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4" name="Equation" r:id="rId30" imgW="215640" imgH="368280" progId="Equation.DSMT4">
                  <p:embed/>
                </p:oleObj>
              </mc:Choice>
              <mc:Fallback>
                <p:oleObj name="Equation" r:id="rId30" imgW="215640" imgH="368280" progId="Equation.DSMT4">
                  <p:embed/>
                  <p:pic>
                    <p:nvPicPr>
                      <p:cNvPr id="68" name="Object 67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5592580" y="3460230"/>
                        <a:ext cx="215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" name="Object 118">
            <a:extLst>
              <a:ext uri="{FF2B5EF4-FFF2-40B4-BE49-F238E27FC236}">
                <a16:creationId xmlns:a16="http://schemas.microsoft.com/office/drawing/2014/main" id="{5E157D69-90B2-478B-A4F2-7F682D7BA0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4112708"/>
              </p:ext>
            </p:extLst>
          </p:nvPr>
        </p:nvGraphicFramePr>
        <p:xfrm>
          <a:off x="2315980" y="4242108"/>
          <a:ext cx="461010" cy="21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5" name="Equation" r:id="rId32" imgW="380880" imgH="177480" progId="Equation.DSMT4">
                  <p:embed/>
                </p:oleObj>
              </mc:Choice>
              <mc:Fallback>
                <p:oleObj name="Equation" r:id="rId32" imgW="380880" imgH="177480" progId="Equation.DSMT4">
                  <p:embed/>
                  <p:pic>
                    <p:nvPicPr>
                      <p:cNvPr id="69" name="Object 68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2315980" y="4242108"/>
                        <a:ext cx="461010" cy="215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" name="Object 119">
            <a:extLst>
              <a:ext uri="{FF2B5EF4-FFF2-40B4-BE49-F238E27FC236}">
                <a16:creationId xmlns:a16="http://schemas.microsoft.com/office/drawing/2014/main" id="{18887234-A047-4CC4-82A0-A46737CDDF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4383119"/>
              </p:ext>
            </p:extLst>
          </p:nvPr>
        </p:nvGraphicFramePr>
        <p:xfrm>
          <a:off x="2889385" y="4157432"/>
          <a:ext cx="79629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6" name="Equation" r:id="rId34" imgW="723600" imgH="368280" progId="Equation.DSMT4">
                  <p:embed/>
                </p:oleObj>
              </mc:Choice>
              <mc:Fallback>
                <p:oleObj name="Equation" r:id="rId34" imgW="723600" imgH="368280" progId="Equation.DSMT4">
                  <p:embed/>
                  <p:pic>
                    <p:nvPicPr>
                      <p:cNvPr id="70" name="Object 69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2889385" y="4157432"/>
                        <a:ext cx="79629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Object 120">
            <a:extLst>
              <a:ext uri="{FF2B5EF4-FFF2-40B4-BE49-F238E27FC236}">
                <a16:creationId xmlns:a16="http://schemas.microsoft.com/office/drawing/2014/main" id="{1AEF01FF-AF57-4754-87BD-906B9C6BDF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3049509"/>
              </p:ext>
            </p:extLst>
          </p:nvPr>
        </p:nvGraphicFramePr>
        <p:xfrm>
          <a:off x="3962535" y="4147493"/>
          <a:ext cx="65659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7" name="Equation" r:id="rId36" imgW="596880" imgH="368280" progId="Equation.DSMT4">
                  <p:embed/>
                </p:oleObj>
              </mc:Choice>
              <mc:Fallback>
                <p:oleObj name="Equation" r:id="rId36" imgW="596880" imgH="368280" progId="Equation.DSMT4">
                  <p:embed/>
                  <p:pic>
                    <p:nvPicPr>
                      <p:cNvPr id="71" name="Object 70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3962535" y="4147493"/>
                        <a:ext cx="65659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" name="Object 121">
            <a:extLst>
              <a:ext uri="{FF2B5EF4-FFF2-40B4-BE49-F238E27FC236}">
                <a16:creationId xmlns:a16="http://schemas.microsoft.com/office/drawing/2014/main" id="{83A8C6C9-7356-4506-9624-175B75C884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2754082"/>
              </p:ext>
            </p:extLst>
          </p:nvPr>
        </p:nvGraphicFramePr>
        <p:xfrm>
          <a:off x="4601980" y="4908030"/>
          <a:ext cx="292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8" name="Equation" r:id="rId38" imgW="291960" imgH="368280" progId="Equation.DSMT4">
                  <p:embed/>
                </p:oleObj>
              </mc:Choice>
              <mc:Fallback>
                <p:oleObj name="Equation" r:id="rId38" imgW="291960" imgH="368280" progId="Equation.DSMT4">
                  <p:embed/>
                  <p:pic>
                    <p:nvPicPr>
                      <p:cNvPr id="72" name="Object 71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4601980" y="4908030"/>
                        <a:ext cx="2921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" name="Object 122">
            <a:extLst>
              <a:ext uri="{FF2B5EF4-FFF2-40B4-BE49-F238E27FC236}">
                <a16:creationId xmlns:a16="http://schemas.microsoft.com/office/drawing/2014/main" id="{72A060FF-008D-486B-835A-3BEB014CE3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2903138"/>
              </p:ext>
            </p:extLst>
          </p:nvPr>
        </p:nvGraphicFramePr>
        <p:xfrm>
          <a:off x="4601980" y="5375169"/>
          <a:ext cx="393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9" name="Equation" r:id="rId40" imgW="393480" imgH="368280" progId="Equation.DSMT4">
                  <p:embed/>
                </p:oleObj>
              </mc:Choice>
              <mc:Fallback>
                <p:oleObj name="Equation" r:id="rId40" imgW="393480" imgH="368280" progId="Equation.DSMT4">
                  <p:embed/>
                  <p:pic>
                    <p:nvPicPr>
                      <p:cNvPr id="73" name="Object 72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4601980" y="5375169"/>
                        <a:ext cx="393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" name="Object 123">
            <a:extLst>
              <a:ext uri="{FF2B5EF4-FFF2-40B4-BE49-F238E27FC236}">
                <a16:creationId xmlns:a16="http://schemas.microsoft.com/office/drawing/2014/main" id="{30FA1F59-087A-4069-9199-85E209A15A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2312642"/>
              </p:ext>
            </p:extLst>
          </p:nvPr>
        </p:nvGraphicFramePr>
        <p:xfrm>
          <a:off x="5668780" y="4908030"/>
          <a:ext cx="215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0" name="Equation" r:id="rId42" imgW="215640" imgH="368280" progId="Equation.DSMT4">
                  <p:embed/>
                </p:oleObj>
              </mc:Choice>
              <mc:Fallback>
                <p:oleObj name="Equation" r:id="rId42" imgW="215640" imgH="368280" progId="Equation.DSMT4">
                  <p:embed/>
                  <p:pic>
                    <p:nvPicPr>
                      <p:cNvPr id="74" name="Object 73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5668780" y="4908030"/>
                        <a:ext cx="215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" name="Object 124">
            <a:extLst>
              <a:ext uri="{FF2B5EF4-FFF2-40B4-BE49-F238E27FC236}">
                <a16:creationId xmlns:a16="http://schemas.microsoft.com/office/drawing/2014/main" id="{231E0548-7536-4027-8FAB-2C53F91DA6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078237"/>
              </p:ext>
            </p:extLst>
          </p:nvPr>
        </p:nvGraphicFramePr>
        <p:xfrm>
          <a:off x="5668780" y="5365230"/>
          <a:ext cx="317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1" name="Equation" r:id="rId44" imgW="317160" imgH="368280" progId="Equation.DSMT4">
                  <p:embed/>
                </p:oleObj>
              </mc:Choice>
              <mc:Fallback>
                <p:oleObj name="Equation" r:id="rId44" imgW="317160" imgH="368280" progId="Equation.DSMT4">
                  <p:embed/>
                  <p:pic>
                    <p:nvPicPr>
                      <p:cNvPr id="75" name="Object 74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5668780" y="5365230"/>
                        <a:ext cx="3175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" name="Object 125">
            <a:extLst>
              <a:ext uri="{FF2B5EF4-FFF2-40B4-BE49-F238E27FC236}">
                <a16:creationId xmlns:a16="http://schemas.microsoft.com/office/drawing/2014/main" id="{1EE9E52B-5769-4332-BAA2-426F628B7D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9639802"/>
              </p:ext>
            </p:extLst>
          </p:nvPr>
        </p:nvGraphicFramePr>
        <p:xfrm>
          <a:off x="2306041" y="6070908"/>
          <a:ext cx="491744" cy="21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2" name="Equation" r:id="rId46" imgW="406080" imgH="177480" progId="Equation.DSMT4">
                  <p:embed/>
                </p:oleObj>
              </mc:Choice>
              <mc:Fallback>
                <p:oleObj name="Equation" r:id="rId46" imgW="406080" imgH="177480" progId="Equation.DSMT4">
                  <p:embed/>
                  <p:pic>
                    <p:nvPicPr>
                      <p:cNvPr id="76" name="Object 75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2306041" y="6070908"/>
                        <a:ext cx="491744" cy="215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" name="Object 126">
            <a:extLst>
              <a:ext uri="{FF2B5EF4-FFF2-40B4-BE49-F238E27FC236}">
                <a16:creationId xmlns:a16="http://schemas.microsoft.com/office/drawing/2014/main" id="{0AEE9AA6-E6AE-4D4A-BCE4-4180B01CF3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3750809"/>
              </p:ext>
            </p:extLst>
          </p:nvPr>
        </p:nvGraphicFramePr>
        <p:xfrm>
          <a:off x="2905702" y="5984769"/>
          <a:ext cx="76835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3" name="Equation" r:id="rId48" imgW="698400" imgH="368280" progId="Equation.DSMT4">
                  <p:embed/>
                </p:oleObj>
              </mc:Choice>
              <mc:Fallback>
                <p:oleObj name="Equation" r:id="rId48" imgW="698400" imgH="368280" progId="Equation.DSMT4">
                  <p:embed/>
                  <p:pic>
                    <p:nvPicPr>
                      <p:cNvPr id="77" name="Object 76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2905702" y="5984769"/>
                        <a:ext cx="76835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" name="Object 127">
            <a:extLst>
              <a:ext uri="{FF2B5EF4-FFF2-40B4-BE49-F238E27FC236}">
                <a16:creationId xmlns:a16="http://schemas.microsoft.com/office/drawing/2014/main" id="{FB43EBDA-C3AB-463E-8091-4A48D6CA96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8892758"/>
              </p:ext>
            </p:extLst>
          </p:nvPr>
        </p:nvGraphicFramePr>
        <p:xfrm>
          <a:off x="3992380" y="5974830"/>
          <a:ext cx="74041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4" name="Equation" r:id="rId50" imgW="672840" imgH="368280" progId="Equation.DSMT4">
                  <p:embed/>
                </p:oleObj>
              </mc:Choice>
              <mc:Fallback>
                <p:oleObj name="Equation" r:id="rId50" imgW="672840" imgH="368280" progId="Equation.DSMT4">
                  <p:embed/>
                  <p:pic>
                    <p:nvPicPr>
                      <p:cNvPr id="78" name="Object 77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3992380" y="5974830"/>
                        <a:ext cx="74041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Object 128">
            <a:extLst>
              <a:ext uri="{FF2B5EF4-FFF2-40B4-BE49-F238E27FC236}">
                <a16:creationId xmlns:a16="http://schemas.microsoft.com/office/drawing/2014/main" id="{AA9A4EB1-741F-4C17-8210-1EE82B83EA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3384741"/>
              </p:ext>
            </p:extLst>
          </p:nvPr>
        </p:nvGraphicFramePr>
        <p:xfrm>
          <a:off x="4678180" y="6736830"/>
          <a:ext cx="317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5" name="Equation" r:id="rId52" imgW="317160" imgH="368280" progId="Equation.DSMT4">
                  <p:embed/>
                </p:oleObj>
              </mc:Choice>
              <mc:Fallback>
                <p:oleObj name="Equation" r:id="rId52" imgW="317160" imgH="368280" progId="Equation.DSMT4">
                  <p:embed/>
                  <p:pic>
                    <p:nvPicPr>
                      <p:cNvPr id="79" name="Object 78"/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4678180" y="6736830"/>
                        <a:ext cx="3175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" name="Object 129">
            <a:extLst>
              <a:ext uri="{FF2B5EF4-FFF2-40B4-BE49-F238E27FC236}">
                <a16:creationId xmlns:a16="http://schemas.microsoft.com/office/drawing/2014/main" id="{4D25D424-BC91-43AD-9E6F-C414544DBA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1757734"/>
              </p:ext>
            </p:extLst>
          </p:nvPr>
        </p:nvGraphicFramePr>
        <p:xfrm>
          <a:off x="4754380" y="7194030"/>
          <a:ext cx="215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6" name="Equation" r:id="rId54" imgW="215640" imgH="368280" progId="Equation.DSMT4">
                  <p:embed/>
                </p:oleObj>
              </mc:Choice>
              <mc:Fallback>
                <p:oleObj name="Equation" r:id="rId54" imgW="215640" imgH="368280" progId="Equation.DSMT4">
                  <p:embed/>
                  <p:pic>
                    <p:nvPicPr>
                      <p:cNvPr id="80" name="Object 79"/>
                      <p:cNvPicPr/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4754380" y="7194030"/>
                        <a:ext cx="215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" name="Object 130">
            <a:extLst>
              <a:ext uri="{FF2B5EF4-FFF2-40B4-BE49-F238E27FC236}">
                <a16:creationId xmlns:a16="http://schemas.microsoft.com/office/drawing/2014/main" id="{8D2FB713-A387-49FE-BC04-0B96BB81A2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4558215"/>
              </p:ext>
            </p:extLst>
          </p:nvPr>
        </p:nvGraphicFramePr>
        <p:xfrm>
          <a:off x="5668780" y="6746769"/>
          <a:ext cx="317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7" name="Equation" r:id="rId56" imgW="317160" imgH="368280" progId="Equation.DSMT4">
                  <p:embed/>
                </p:oleObj>
              </mc:Choice>
              <mc:Fallback>
                <p:oleObj name="Equation" r:id="rId56" imgW="317160" imgH="368280" progId="Equation.DSMT4">
                  <p:embed/>
                  <p:pic>
                    <p:nvPicPr>
                      <p:cNvPr id="81" name="Object 80"/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5668780" y="6746769"/>
                        <a:ext cx="3175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" name="Object 131">
            <a:extLst>
              <a:ext uri="{FF2B5EF4-FFF2-40B4-BE49-F238E27FC236}">
                <a16:creationId xmlns:a16="http://schemas.microsoft.com/office/drawing/2014/main" id="{E34199C3-C91A-4A59-A766-2E5B1E38E5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1548446"/>
              </p:ext>
            </p:extLst>
          </p:nvPr>
        </p:nvGraphicFramePr>
        <p:xfrm>
          <a:off x="5744980" y="7194030"/>
          <a:ext cx="215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8" name="Equation" r:id="rId58" imgW="215640" imgH="368280" progId="Equation.DSMT4">
                  <p:embed/>
                </p:oleObj>
              </mc:Choice>
              <mc:Fallback>
                <p:oleObj name="Equation" r:id="rId58" imgW="215640" imgH="368280" progId="Equation.DSMT4">
                  <p:embed/>
                  <p:pic>
                    <p:nvPicPr>
                      <p:cNvPr id="82" name="Object 81"/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5744980" y="7194030"/>
                        <a:ext cx="215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" name="Object 132">
            <a:extLst>
              <a:ext uri="{FF2B5EF4-FFF2-40B4-BE49-F238E27FC236}">
                <a16:creationId xmlns:a16="http://schemas.microsoft.com/office/drawing/2014/main" id="{7205741E-4F56-4658-8C0E-BC337B6D41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7158185"/>
              </p:ext>
            </p:extLst>
          </p:nvPr>
        </p:nvGraphicFramePr>
        <p:xfrm>
          <a:off x="2321025" y="7900917"/>
          <a:ext cx="476377" cy="21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9" name="Equation" r:id="rId60" imgW="393480" imgH="177480" progId="Equation.DSMT4">
                  <p:embed/>
                </p:oleObj>
              </mc:Choice>
              <mc:Fallback>
                <p:oleObj name="Equation" r:id="rId60" imgW="393480" imgH="177480" progId="Equation.DSMT4">
                  <p:embed/>
                  <p:pic>
                    <p:nvPicPr>
                      <p:cNvPr id="83" name="Object 82"/>
                      <p:cNvPicPr/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2321025" y="7900917"/>
                        <a:ext cx="476377" cy="215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" name="Object 133">
            <a:extLst>
              <a:ext uri="{FF2B5EF4-FFF2-40B4-BE49-F238E27FC236}">
                <a16:creationId xmlns:a16="http://schemas.microsoft.com/office/drawing/2014/main" id="{7216894C-2F16-464B-BED8-A903163E7C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4806316"/>
              </p:ext>
            </p:extLst>
          </p:nvPr>
        </p:nvGraphicFramePr>
        <p:xfrm>
          <a:off x="2915641" y="7813569"/>
          <a:ext cx="61468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0" name="Equation" r:id="rId62" imgW="558720" imgH="368280" progId="Equation.DSMT4">
                  <p:embed/>
                </p:oleObj>
              </mc:Choice>
              <mc:Fallback>
                <p:oleObj name="Equation" r:id="rId62" imgW="558720" imgH="368280" progId="Equation.DSMT4">
                  <p:embed/>
                  <p:pic>
                    <p:nvPicPr>
                      <p:cNvPr id="84" name="Object 83"/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2915641" y="7813569"/>
                        <a:ext cx="61468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" name="Object 134">
            <a:extLst>
              <a:ext uri="{FF2B5EF4-FFF2-40B4-BE49-F238E27FC236}">
                <a16:creationId xmlns:a16="http://schemas.microsoft.com/office/drawing/2014/main" id="{9067BCB0-B134-411F-83B5-1E17676371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9940807"/>
              </p:ext>
            </p:extLst>
          </p:nvPr>
        </p:nvGraphicFramePr>
        <p:xfrm>
          <a:off x="3830041" y="7813569"/>
          <a:ext cx="64262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1" name="Equation" r:id="rId64" imgW="583920" imgH="368280" progId="Equation.DSMT4">
                  <p:embed/>
                </p:oleObj>
              </mc:Choice>
              <mc:Fallback>
                <p:oleObj name="Equation" r:id="rId64" imgW="583920" imgH="368280" progId="Equation.DSMT4">
                  <p:embed/>
                  <p:pic>
                    <p:nvPicPr>
                      <p:cNvPr id="85" name="Object 84"/>
                      <p:cNvPicPr/>
                      <p:nvPr/>
                    </p:nvPicPr>
                    <p:blipFill>
                      <a:blip r:embed="rId65"/>
                      <a:stretch>
                        <a:fillRect/>
                      </a:stretch>
                    </p:blipFill>
                    <p:spPr>
                      <a:xfrm>
                        <a:off x="3830041" y="7813569"/>
                        <a:ext cx="64262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" name="Object 135">
            <a:extLst>
              <a:ext uri="{FF2B5EF4-FFF2-40B4-BE49-F238E27FC236}">
                <a16:creationId xmlns:a16="http://schemas.microsoft.com/office/drawing/2014/main" id="{978547AA-69D0-46E2-9A17-8D0FFE88DD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3031754"/>
              </p:ext>
            </p:extLst>
          </p:nvPr>
        </p:nvGraphicFramePr>
        <p:xfrm>
          <a:off x="4820641" y="8585508"/>
          <a:ext cx="228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2" name="Equation" r:id="rId66" imgW="228600" imgH="368280" progId="Equation.DSMT4">
                  <p:embed/>
                </p:oleObj>
              </mc:Choice>
              <mc:Fallback>
                <p:oleObj name="Equation" r:id="rId66" imgW="228600" imgH="368280" progId="Equation.DSMT4">
                  <p:embed/>
                  <p:pic>
                    <p:nvPicPr>
                      <p:cNvPr id="86" name="Object 85"/>
                      <p:cNvPicPr/>
                      <p:nvPr/>
                    </p:nvPicPr>
                    <p:blipFill>
                      <a:blip r:embed="rId67"/>
                      <a:stretch>
                        <a:fillRect/>
                      </a:stretch>
                    </p:blipFill>
                    <p:spPr>
                      <a:xfrm>
                        <a:off x="4820641" y="8585508"/>
                        <a:ext cx="2286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" name="Object 136">
            <a:extLst>
              <a:ext uri="{FF2B5EF4-FFF2-40B4-BE49-F238E27FC236}">
                <a16:creationId xmlns:a16="http://schemas.microsoft.com/office/drawing/2014/main" id="{00E2B4C6-5CFD-4A5D-A9AC-BE3E21E261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6016797"/>
              </p:ext>
            </p:extLst>
          </p:nvPr>
        </p:nvGraphicFramePr>
        <p:xfrm>
          <a:off x="5821180" y="8565630"/>
          <a:ext cx="317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3" name="Equation" r:id="rId68" imgW="317160" imgH="368280" progId="Equation.DSMT4">
                  <p:embed/>
                </p:oleObj>
              </mc:Choice>
              <mc:Fallback>
                <p:oleObj name="Equation" r:id="rId68" imgW="317160" imgH="368280" progId="Equation.DSMT4">
                  <p:embed/>
                  <p:pic>
                    <p:nvPicPr>
                      <p:cNvPr id="87" name="Object 86"/>
                      <p:cNvPicPr/>
                      <p:nvPr/>
                    </p:nvPicPr>
                    <p:blipFill>
                      <a:blip r:embed="rId69"/>
                      <a:stretch>
                        <a:fillRect/>
                      </a:stretch>
                    </p:blipFill>
                    <p:spPr>
                      <a:xfrm>
                        <a:off x="5821180" y="8565630"/>
                        <a:ext cx="3175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" name="Object 137">
            <a:extLst>
              <a:ext uri="{FF2B5EF4-FFF2-40B4-BE49-F238E27FC236}">
                <a16:creationId xmlns:a16="http://schemas.microsoft.com/office/drawing/2014/main" id="{924EFFB5-14DC-423A-A5F6-30ECC55853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5889345"/>
              </p:ext>
            </p:extLst>
          </p:nvPr>
        </p:nvGraphicFramePr>
        <p:xfrm>
          <a:off x="4830580" y="9022830"/>
          <a:ext cx="228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4" name="Equation" r:id="rId70" imgW="228600" imgH="368280" progId="Equation.DSMT4">
                  <p:embed/>
                </p:oleObj>
              </mc:Choice>
              <mc:Fallback>
                <p:oleObj name="Equation" r:id="rId70" imgW="228600" imgH="368280" progId="Equation.DSMT4">
                  <p:embed/>
                  <p:pic>
                    <p:nvPicPr>
                      <p:cNvPr id="88" name="Object 87"/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4830580" y="9022830"/>
                        <a:ext cx="2286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" name="Object 138">
            <a:extLst>
              <a:ext uri="{FF2B5EF4-FFF2-40B4-BE49-F238E27FC236}">
                <a16:creationId xmlns:a16="http://schemas.microsoft.com/office/drawing/2014/main" id="{2F988D31-B2E7-463B-B767-D7BB40E126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8749002"/>
              </p:ext>
            </p:extLst>
          </p:nvPr>
        </p:nvGraphicFramePr>
        <p:xfrm>
          <a:off x="5821180" y="9022830"/>
          <a:ext cx="317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5" name="Equation" r:id="rId72" imgW="317160" imgH="368280" progId="Equation.DSMT4">
                  <p:embed/>
                </p:oleObj>
              </mc:Choice>
              <mc:Fallback>
                <p:oleObj name="Equation" r:id="rId72" imgW="317160" imgH="368280" progId="Equation.DSMT4">
                  <p:embed/>
                  <p:pic>
                    <p:nvPicPr>
                      <p:cNvPr id="89" name="Object 88"/>
                      <p:cNvPicPr/>
                      <p:nvPr/>
                    </p:nvPicPr>
                    <p:blipFill>
                      <a:blip r:embed="rId73"/>
                      <a:stretch>
                        <a:fillRect/>
                      </a:stretch>
                    </p:blipFill>
                    <p:spPr>
                      <a:xfrm>
                        <a:off x="5821180" y="9022830"/>
                        <a:ext cx="3175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53913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>
            <a:extLst>
              <a:ext uri="{FF2B5EF4-FFF2-40B4-BE49-F238E27FC236}">
                <a16:creationId xmlns:a16="http://schemas.microsoft.com/office/drawing/2014/main" id="{9B5C9748-B24B-40EF-ABC7-1C917C2601D6}"/>
              </a:ext>
            </a:extLst>
          </p:cNvPr>
          <p:cNvSpPr/>
          <p:nvPr/>
        </p:nvSpPr>
        <p:spPr>
          <a:xfrm>
            <a:off x="420505" y="492490"/>
            <a:ext cx="5257800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16.  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Find the exact value of          if                   and                 .</a:t>
            </a:r>
            <a:endParaRPr lang="en-US" dirty="0"/>
          </a:p>
        </p:txBody>
      </p:sp>
      <p:sp>
        <p:nvSpPr>
          <p:cNvPr id="99" name="Text Box 98">
            <a:extLst>
              <a:ext uri="{FF2B5EF4-FFF2-40B4-BE49-F238E27FC236}">
                <a16:creationId xmlns:a16="http://schemas.microsoft.com/office/drawing/2014/main" id="{EE75616A-DF5A-4A77-9EC5-94BF6FAB9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6105" y="9226915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00" name="Text Box 98">
            <a:extLst>
              <a:ext uri="{FF2B5EF4-FFF2-40B4-BE49-F238E27FC236}">
                <a16:creationId xmlns:a16="http://schemas.microsoft.com/office/drawing/2014/main" id="{8F6A1089-F0AF-4F73-B3CB-715DDB6BD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5105" y="9226915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01" name="Text Box 98">
            <a:extLst>
              <a:ext uri="{FF2B5EF4-FFF2-40B4-BE49-F238E27FC236}">
                <a16:creationId xmlns:a16="http://schemas.microsoft.com/office/drawing/2014/main" id="{FF95EB1A-691A-4D7B-A389-C9E5A97E9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6105" y="6559915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02" name="Text Box 98">
            <a:extLst>
              <a:ext uri="{FF2B5EF4-FFF2-40B4-BE49-F238E27FC236}">
                <a16:creationId xmlns:a16="http://schemas.microsoft.com/office/drawing/2014/main" id="{47187340-3E1B-49C4-8E1F-20B5E4371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5105" y="6559915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03" name="Text Box 98">
            <a:extLst>
              <a:ext uri="{FF2B5EF4-FFF2-40B4-BE49-F238E27FC236}">
                <a16:creationId xmlns:a16="http://schemas.microsoft.com/office/drawing/2014/main" id="{6F499D3E-46C1-47DE-B98F-0CEE0BBC9A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4630" y="367384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04" name="Text Box 98">
            <a:extLst>
              <a:ext uri="{FF2B5EF4-FFF2-40B4-BE49-F238E27FC236}">
                <a16:creationId xmlns:a16="http://schemas.microsoft.com/office/drawing/2014/main" id="{B67EAFFE-E910-492C-8A9A-B62BD8F99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4155" y="182599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11DB030-4EA4-4357-B836-0BE17E50AA2B}"/>
              </a:ext>
            </a:extLst>
          </p:cNvPr>
          <p:cNvSpPr/>
          <p:nvPr/>
        </p:nvSpPr>
        <p:spPr>
          <a:xfrm>
            <a:off x="420505" y="2397490"/>
            <a:ext cx="4394152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17.  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Find the exact value of         </a:t>
            </a:r>
            <a:r>
              <a:rPr lang="en-US" sz="115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if                  and               .</a:t>
            </a:r>
            <a:endParaRPr lang="en-US" dirty="0"/>
          </a:p>
        </p:txBody>
      </p:sp>
      <p:sp>
        <p:nvSpPr>
          <p:cNvPr id="106" name="Text Box 807">
            <a:extLst>
              <a:ext uri="{FF2B5EF4-FFF2-40B4-BE49-F238E27FC236}">
                <a16:creationId xmlns:a16="http://schemas.microsoft.com/office/drawing/2014/main" id="{B4796919-F2BA-4EA6-B6B2-FE66AE2AE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4380" y="3140441"/>
            <a:ext cx="193802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C.      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D.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7" name="Text Box 807">
            <a:extLst>
              <a:ext uri="{FF2B5EF4-FFF2-40B4-BE49-F238E27FC236}">
                <a16:creationId xmlns:a16="http://schemas.microsoft.com/office/drawing/2014/main" id="{6BEA3A3B-6CF0-429B-B558-6CDB16252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8180" y="1235440"/>
            <a:ext cx="1938020" cy="1033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C.      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D.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8" name="Object 107">
            <a:extLst>
              <a:ext uri="{FF2B5EF4-FFF2-40B4-BE49-F238E27FC236}">
                <a16:creationId xmlns:a16="http://schemas.microsoft.com/office/drawing/2014/main" id="{B9C49A0C-9C6D-497F-9AFF-78A30CE897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1929952"/>
              </p:ext>
            </p:extLst>
          </p:nvPr>
        </p:nvGraphicFramePr>
        <p:xfrm>
          <a:off x="2325505" y="425815"/>
          <a:ext cx="39116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4" name="Equation" r:id="rId4" imgW="355320" imgH="368280" progId="Equation.DSMT4">
                  <p:embed/>
                </p:oleObj>
              </mc:Choice>
              <mc:Fallback>
                <p:oleObj name="Equation" r:id="rId4" imgW="355320" imgH="368280" progId="Equation.DSMT4">
                  <p:embed/>
                  <p:pic>
                    <p:nvPicPr>
                      <p:cNvPr id="55" name="Object 5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25505" y="425815"/>
                        <a:ext cx="39116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" name="Object 108">
            <a:extLst>
              <a:ext uri="{FF2B5EF4-FFF2-40B4-BE49-F238E27FC236}">
                <a16:creationId xmlns:a16="http://schemas.microsoft.com/office/drawing/2014/main" id="{0A3D8BB4-95DA-43A7-B1F9-AC7B47D1A3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6137830"/>
              </p:ext>
            </p:extLst>
          </p:nvPr>
        </p:nvGraphicFramePr>
        <p:xfrm>
          <a:off x="2868430" y="406765"/>
          <a:ext cx="810260" cy="433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5" name="Equation" r:id="rId6" imgW="736560" imgH="393480" progId="Equation.DSMT4">
                  <p:embed/>
                </p:oleObj>
              </mc:Choice>
              <mc:Fallback>
                <p:oleObj name="Equation" r:id="rId6" imgW="736560" imgH="393480" progId="Equation.DSMT4">
                  <p:embed/>
                  <p:pic>
                    <p:nvPicPr>
                      <p:cNvPr id="56" name="Object 5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68430" y="406765"/>
                        <a:ext cx="810260" cy="4330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" name="Object 109">
            <a:extLst>
              <a:ext uri="{FF2B5EF4-FFF2-40B4-BE49-F238E27FC236}">
                <a16:creationId xmlns:a16="http://schemas.microsoft.com/office/drawing/2014/main" id="{8900EB83-E452-4CE5-813D-E86D65DB59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1898958"/>
              </p:ext>
            </p:extLst>
          </p:nvPr>
        </p:nvGraphicFramePr>
        <p:xfrm>
          <a:off x="3982855" y="416290"/>
          <a:ext cx="74041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6" name="Equation" r:id="rId8" imgW="672840" imgH="368280" progId="Equation.DSMT4">
                  <p:embed/>
                </p:oleObj>
              </mc:Choice>
              <mc:Fallback>
                <p:oleObj name="Equation" r:id="rId8" imgW="672840" imgH="368280" progId="Equation.DSMT4">
                  <p:embed/>
                  <p:pic>
                    <p:nvPicPr>
                      <p:cNvPr id="57" name="Object 5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982855" y="416290"/>
                        <a:ext cx="74041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" name="Object 110">
            <a:extLst>
              <a:ext uri="{FF2B5EF4-FFF2-40B4-BE49-F238E27FC236}">
                <a16:creationId xmlns:a16="http://schemas.microsoft.com/office/drawing/2014/main" id="{91421372-53C3-476C-9ADE-182429EB74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9585311"/>
              </p:ext>
            </p:extLst>
          </p:nvPr>
        </p:nvGraphicFramePr>
        <p:xfrm>
          <a:off x="5059180" y="1235440"/>
          <a:ext cx="317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7" name="Equation" r:id="rId10" imgW="317160" imgH="393480" progId="Equation.DSMT4">
                  <p:embed/>
                </p:oleObj>
              </mc:Choice>
              <mc:Fallback>
                <p:oleObj name="Equation" r:id="rId10" imgW="317160" imgH="393480" progId="Equation.DSMT4">
                  <p:embed/>
                  <p:pic>
                    <p:nvPicPr>
                      <p:cNvPr id="58" name="Object 5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059180" y="1235440"/>
                        <a:ext cx="3175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" name="Object 111">
            <a:extLst>
              <a:ext uri="{FF2B5EF4-FFF2-40B4-BE49-F238E27FC236}">
                <a16:creationId xmlns:a16="http://schemas.microsoft.com/office/drawing/2014/main" id="{15641818-9EFB-4554-AAE9-5115DBDA67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0561596"/>
              </p:ext>
            </p:extLst>
          </p:nvPr>
        </p:nvGraphicFramePr>
        <p:xfrm>
          <a:off x="4982980" y="1654540"/>
          <a:ext cx="406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8" name="Equation" r:id="rId12" imgW="406080" imgH="393480" progId="Equation.DSMT4">
                  <p:embed/>
                </p:oleObj>
              </mc:Choice>
              <mc:Fallback>
                <p:oleObj name="Equation" r:id="rId12" imgW="406080" imgH="393480" progId="Equation.DSMT4">
                  <p:embed/>
                  <p:pic>
                    <p:nvPicPr>
                      <p:cNvPr id="59" name="Object 5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982980" y="1654540"/>
                        <a:ext cx="4064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" name="Object 112">
            <a:extLst>
              <a:ext uri="{FF2B5EF4-FFF2-40B4-BE49-F238E27FC236}">
                <a16:creationId xmlns:a16="http://schemas.microsoft.com/office/drawing/2014/main" id="{A63C06AC-12A5-4887-A3CC-E0B5D7D39D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2230447"/>
              </p:ext>
            </p:extLst>
          </p:nvPr>
        </p:nvGraphicFramePr>
        <p:xfrm>
          <a:off x="6125980" y="1197340"/>
          <a:ext cx="254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9" name="Equation" r:id="rId14" imgW="253800" imgH="393480" progId="Equation.DSMT4">
                  <p:embed/>
                </p:oleObj>
              </mc:Choice>
              <mc:Fallback>
                <p:oleObj name="Equation" r:id="rId14" imgW="253800" imgH="393480" progId="Equation.DSMT4">
                  <p:embed/>
                  <p:pic>
                    <p:nvPicPr>
                      <p:cNvPr id="60" name="Object 59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125980" y="1197340"/>
                        <a:ext cx="2540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" name="Object 113">
            <a:extLst>
              <a:ext uri="{FF2B5EF4-FFF2-40B4-BE49-F238E27FC236}">
                <a16:creationId xmlns:a16="http://schemas.microsoft.com/office/drawing/2014/main" id="{4415EBC6-7FE1-4DFF-A46E-44F2C9BCD4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8160871"/>
              </p:ext>
            </p:extLst>
          </p:nvPr>
        </p:nvGraphicFramePr>
        <p:xfrm>
          <a:off x="6059305" y="1664065"/>
          <a:ext cx="342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0" name="Equation" r:id="rId16" imgW="342720" imgH="393480" progId="Equation.DSMT4">
                  <p:embed/>
                </p:oleObj>
              </mc:Choice>
              <mc:Fallback>
                <p:oleObj name="Equation" r:id="rId16" imgW="342720" imgH="393480" progId="Equation.DSMT4">
                  <p:embed/>
                  <p:pic>
                    <p:nvPicPr>
                      <p:cNvPr id="61" name="Object 60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059305" y="1664065"/>
                        <a:ext cx="3429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" name="Object 114">
            <a:extLst>
              <a:ext uri="{FF2B5EF4-FFF2-40B4-BE49-F238E27FC236}">
                <a16:creationId xmlns:a16="http://schemas.microsoft.com/office/drawing/2014/main" id="{42FC2708-BFBC-4407-9FFB-193C8F68F6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6896310"/>
              </p:ext>
            </p:extLst>
          </p:nvPr>
        </p:nvGraphicFramePr>
        <p:xfrm>
          <a:off x="2336935" y="2331450"/>
          <a:ext cx="37719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1" name="Equation" r:id="rId18" imgW="342720" imgH="368280" progId="Equation.DSMT4">
                  <p:embed/>
                </p:oleObj>
              </mc:Choice>
              <mc:Fallback>
                <p:oleObj name="Equation" r:id="rId18" imgW="342720" imgH="368280" progId="Equation.DSMT4">
                  <p:embed/>
                  <p:pic>
                    <p:nvPicPr>
                      <p:cNvPr id="62" name="Object 61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336935" y="2331450"/>
                        <a:ext cx="37719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" name="Object 115">
            <a:extLst>
              <a:ext uri="{FF2B5EF4-FFF2-40B4-BE49-F238E27FC236}">
                <a16:creationId xmlns:a16="http://schemas.microsoft.com/office/drawing/2014/main" id="{EA173383-D222-4330-BBDD-9BFCC9077B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0129286"/>
              </p:ext>
            </p:extLst>
          </p:nvPr>
        </p:nvGraphicFramePr>
        <p:xfrm>
          <a:off x="2858905" y="2330815"/>
          <a:ext cx="78232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2" name="Equation" r:id="rId20" imgW="711000" imgH="368280" progId="Equation.DSMT4">
                  <p:embed/>
                </p:oleObj>
              </mc:Choice>
              <mc:Fallback>
                <p:oleObj name="Equation" r:id="rId20" imgW="711000" imgH="368280" progId="Equation.DSMT4">
                  <p:embed/>
                  <p:pic>
                    <p:nvPicPr>
                      <p:cNvPr id="63" name="Object 62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858905" y="2330815"/>
                        <a:ext cx="78232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" name="Object 116">
            <a:extLst>
              <a:ext uri="{FF2B5EF4-FFF2-40B4-BE49-F238E27FC236}">
                <a16:creationId xmlns:a16="http://schemas.microsoft.com/office/drawing/2014/main" id="{8C083C30-E576-403C-8CBA-DA99F93B75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7786462"/>
              </p:ext>
            </p:extLst>
          </p:nvPr>
        </p:nvGraphicFramePr>
        <p:xfrm>
          <a:off x="3935230" y="2311765"/>
          <a:ext cx="65659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3" name="Equation" r:id="rId22" imgW="596880" imgH="368280" progId="Equation.DSMT4">
                  <p:embed/>
                </p:oleObj>
              </mc:Choice>
              <mc:Fallback>
                <p:oleObj name="Equation" r:id="rId22" imgW="596880" imgH="368280" progId="Equation.DSMT4">
                  <p:embed/>
                  <p:pic>
                    <p:nvPicPr>
                      <p:cNvPr id="64" name="Object 63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935230" y="2311765"/>
                        <a:ext cx="65659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" name="Object 117">
            <a:extLst>
              <a:ext uri="{FF2B5EF4-FFF2-40B4-BE49-F238E27FC236}">
                <a16:creationId xmlns:a16="http://schemas.microsoft.com/office/drawing/2014/main" id="{57C9A7AC-6485-4BAC-94C4-E1453E0B79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146268"/>
              </p:ext>
            </p:extLst>
          </p:nvPr>
        </p:nvGraphicFramePr>
        <p:xfrm>
          <a:off x="5135380" y="3140440"/>
          <a:ext cx="139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4" name="Equation" r:id="rId24" imgW="139680" imgH="368280" progId="Equation.DSMT4">
                  <p:embed/>
                </p:oleObj>
              </mc:Choice>
              <mc:Fallback>
                <p:oleObj name="Equation" r:id="rId24" imgW="139680" imgH="368280" progId="Equation.DSMT4">
                  <p:embed/>
                  <p:pic>
                    <p:nvPicPr>
                      <p:cNvPr id="65" name="Object 64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135380" y="3140440"/>
                        <a:ext cx="139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" name="Object 118">
            <a:extLst>
              <a:ext uri="{FF2B5EF4-FFF2-40B4-BE49-F238E27FC236}">
                <a16:creationId xmlns:a16="http://schemas.microsoft.com/office/drawing/2014/main" id="{D59A7DB7-2396-4CBD-957D-3D89728FB2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6283023"/>
              </p:ext>
            </p:extLst>
          </p:nvPr>
        </p:nvGraphicFramePr>
        <p:xfrm>
          <a:off x="5125855" y="366431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5" name="Equation" r:id="rId26" imgW="114120" imgH="177480" progId="Equation.DSMT4">
                  <p:embed/>
                </p:oleObj>
              </mc:Choice>
              <mc:Fallback>
                <p:oleObj name="Equation" r:id="rId26" imgW="114120" imgH="177480" progId="Equation.DSMT4">
                  <p:embed/>
                  <p:pic>
                    <p:nvPicPr>
                      <p:cNvPr id="66" name="Object 65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125855" y="366431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" name="Object 119">
            <a:extLst>
              <a:ext uri="{FF2B5EF4-FFF2-40B4-BE49-F238E27FC236}">
                <a16:creationId xmlns:a16="http://schemas.microsoft.com/office/drawing/2014/main" id="{F0A58AEB-DA0F-4E2E-A1FB-814EF7B488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926522"/>
              </p:ext>
            </p:extLst>
          </p:nvPr>
        </p:nvGraphicFramePr>
        <p:xfrm>
          <a:off x="6097405" y="3140440"/>
          <a:ext cx="241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6" name="Equation" r:id="rId28" imgW="241200" imgH="368280" progId="Equation.DSMT4">
                  <p:embed/>
                </p:oleObj>
              </mc:Choice>
              <mc:Fallback>
                <p:oleObj name="Equation" r:id="rId28" imgW="241200" imgH="368280" progId="Equation.DSMT4">
                  <p:embed/>
                  <p:pic>
                    <p:nvPicPr>
                      <p:cNvPr id="67" name="Object 66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097405" y="3140440"/>
                        <a:ext cx="2413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Object 120">
            <a:extLst>
              <a:ext uri="{FF2B5EF4-FFF2-40B4-BE49-F238E27FC236}">
                <a16:creationId xmlns:a16="http://schemas.microsoft.com/office/drawing/2014/main" id="{A8D4BD4A-AE04-401F-9AAD-419F932C2F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9067310"/>
              </p:ext>
            </p:extLst>
          </p:nvPr>
        </p:nvGraphicFramePr>
        <p:xfrm>
          <a:off x="6135505" y="3664315"/>
          <a:ext cx="2032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7" name="Equation" r:id="rId30" imgW="203040" imgH="177480" progId="Equation.DSMT4">
                  <p:embed/>
                </p:oleObj>
              </mc:Choice>
              <mc:Fallback>
                <p:oleObj name="Equation" r:id="rId30" imgW="203040" imgH="177480" progId="Equation.DSMT4">
                  <p:embed/>
                  <p:pic>
                    <p:nvPicPr>
                      <p:cNvPr id="68" name="Object 67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6135505" y="3664315"/>
                        <a:ext cx="2032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" name="Rectangle 121">
            <a:extLst>
              <a:ext uri="{FF2B5EF4-FFF2-40B4-BE49-F238E27FC236}">
                <a16:creationId xmlns:a16="http://schemas.microsoft.com/office/drawing/2014/main" id="{DFB41506-F3EF-4238-A306-789B14664FCE}"/>
              </a:ext>
            </a:extLst>
          </p:cNvPr>
          <p:cNvSpPr/>
          <p:nvPr/>
        </p:nvSpPr>
        <p:spPr>
          <a:xfrm>
            <a:off x="487180" y="4073890"/>
            <a:ext cx="2074607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Simplify each expression.</a:t>
            </a:r>
            <a:endParaRPr lang="en-US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385E24E0-F909-4538-AB33-C87E6256FA78}"/>
              </a:ext>
            </a:extLst>
          </p:cNvPr>
          <p:cNvSpPr/>
          <p:nvPr/>
        </p:nvSpPr>
        <p:spPr>
          <a:xfrm>
            <a:off x="430030" y="4416790"/>
            <a:ext cx="42030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18.</a:t>
            </a:r>
            <a:endParaRPr lang="en-US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4597FF63-5B7A-4034-B1FE-AB6A3FDFC37E}"/>
              </a:ext>
            </a:extLst>
          </p:cNvPr>
          <p:cNvSpPr/>
          <p:nvPr/>
        </p:nvSpPr>
        <p:spPr>
          <a:xfrm>
            <a:off x="3849505" y="4331065"/>
            <a:ext cx="46358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19. </a:t>
            </a:r>
            <a:endParaRPr lang="en-US" dirty="0"/>
          </a:p>
        </p:txBody>
      </p:sp>
      <p:sp>
        <p:nvSpPr>
          <p:cNvPr id="125" name="Text Box 807">
            <a:extLst>
              <a:ext uri="{FF2B5EF4-FFF2-40B4-BE49-F238E27FC236}">
                <a16:creationId xmlns:a16="http://schemas.microsoft.com/office/drawing/2014/main" id="{C82C08AC-A8F1-4831-ACE3-87EFC317B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980" y="5883640"/>
            <a:ext cx="890270" cy="102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</a:t>
            </a:r>
            <a:b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</a:t>
            </a:r>
            <a:r>
              <a:rPr lang="en-US" sz="115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</a:t>
            </a:r>
            <a:r>
              <a:rPr lang="en-US" sz="115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 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6" name="Text Box 807">
            <a:extLst>
              <a:ext uri="{FF2B5EF4-FFF2-40B4-BE49-F238E27FC236}">
                <a16:creationId xmlns:a16="http://schemas.microsoft.com/office/drawing/2014/main" id="{B26AEBE2-874E-44BF-8EA0-75328AB521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0980" y="8474440"/>
            <a:ext cx="890270" cy="102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</a:t>
            </a:r>
            <a:r>
              <a:rPr lang="en-US" sz="11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</a:t>
            </a:r>
            <a:r>
              <a:rPr lang="en-US" sz="11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7" name="Text Box 807">
            <a:extLst>
              <a:ext uri="{FF2B5EF4-FFF2-40B4-BE49-F238E27FC236}">
                <a16:creationId xmlns:a16="http://schemas.microsoft.com/office/drawing/2014/main" id="{15136C5D-D562-426A-BF52-305D3A391C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980" y="8474440"/>
            <a:ext cx="890270" cy="102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</a:t>
            </a:r>
            <a:r>
              <a:rPr lang="en-US" sz="11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</a:t>
            </a:r>
            <a:r>
              <a:rPr lang="en-US" sz="11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Text Box 807">
            <a:extLst>
              <a:ext uri="{FF2B5EF4-FFF2-40B4-BE49-F238E27FC236}">
                <a16:creationId xmlns:a16="http://schemas.microsoft.com/office/drawing/2014/main" id="{3F80AEAC-50E2-4CF9-B4BF-2F03247CD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0980" y="5883640"/>
            <a:ext cx="890270" cy="102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</a:t>
            </a:r>
            <a:b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</a:t>
            </a:r>
            <a:r>
              <a:rPr lang="en-US" sz="115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</a:t>
            </a:r>
            <a:r>
              <a:rPr lang="en-US" sz="115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 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9" name="Object 128">
            <a:extLst>
              <a:ext uri="{FF2B5EF4-FFF2-40B4-BE49-F238E27FC236}">
                <a16:creationId xmlns:a16="http://schemas.microsoft.com/office/drawing/2014/main" id="{3C516E46-C986-4991-AE40-CC4CE06852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81520"/>
              </p:ext>
            </p:extLst>
          </p:nvPr>
        </p:nvGraphicFramePr>
        <p:xfrm>
          <a:off x="791980" y="4359640"/>
          <a:ext cx="124333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8" name="Equation" r:id="rId32" imgW="1130040" imgH="368280" progId="Equation.DSMT4">
                  <p:embed/>
                </p:oleObj>
              </mc:Choice>
              <mc:Fallback>
                <p:oleObj name="Equation" r:id="rId32" imgW="1130040" imgH="368280" progId="Equation.DSMT4">
                  <p:embed/>
                  <p:pic>
                    <p:nvPicPr>
                      <p:cNvPr id="76" name="Object 75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791980" y="4359640"/>
                        <a:ext cx="124333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" name="Object 129">
            <a:extLst>
              <a:ext uri="{FF2B5EF4-FFF2-40B4-BE49-F238E27FC236}">
                <a16:creationId xmlns:a16="http://schemas.microsoft.com/office/drawing/2014/main" id="{56D6E41B-FA39-4C90-84BC-110678D08E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8179333"/>
              </p:ext>
            </p:extLst>
          </p:nvPr>
        </p:nvGraphicFramePr>
        <p:xfrm>
          <a:off x="1060966" y="5941235"/>
          <a:ext cx="368808" cy="199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9" name="Equation" r:id="rId34" imgW="304560" imgH="164880" progId="Equation.DSMT4">
                  <p:embed/>
                </p:oleObj>
              </mc:Choice>
              <mc:Fallback>
                <p:oleObj name="Equation" r:id="rId34" imgW="304560" imgH="164880" progId="Equation.DSMT4">
                  <p:embed/>
                  <p:pic>
                    <p:nvPicPr>
                      <p:cNvPr id="77" name="Object 76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060966" y="5941235"/>
                        <a:ext cx="368808" cy="199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" name="Object 130">
            <a:extLst>
              <a:ext uri="{FF2B5EF4-FFF2-40B4-BE49-F238E27FC236}">
                <a16:creationId xmlns:a16="http://schemas.microsoft.com/office/drawing/2014/main" id="{EFF96C6B-5EFD-4ADF-BC1E-FCEB1DAACC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4605204"/>
              </p:ext>
            </p:extLst>
          </p:nvPr>
        </p:nvGraphicFramePr>
        <p:xfrm>
          <a:off x="1049155" y="6169390"/>
          <a:ext cx="399542" cy="199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0" name="Equation" r:id="rId36" imgW="330120" imgH="164880" progId="Equation.DSMT4">
                  <p:embed/>
                </p:oleObj>
              </mc:Choice>
              <mc:Fallback>
                <p:oleObj name="Equation" r:id="rId36" imgW="330120" imgH="164880" progId="Equation.DSMT4">
                  <p:embed/>
                  <p:pic>
                    <p:nvPicPr>
                      <p:cNvPr id="78" name="Object 77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049155" y="6169390"/>
                        <a:ext cx="399542" cy="199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" name="Object 131">
            <a:extLst>
              <a:ext uri="{FF2B5EF4-FFF2-40B4-BE49-F238E27FC236}">
                <a16:creationId xmlns:a16="http://schemas.microsoft.com/office/drawing/2014/main" id="{230FC416-E15E-4487-841B-EF8EC2E7F4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1820922"/>
              </p:ext>
            </p:extLst>
          </p:nvPr>
        </p:nvGraphicFramePr>
        <p:xfrm>
          <a:off x="1030105" y="6397990"/>
          <a:ext cx="384175" cy="199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1" name="Equation" r:id="rId38" imgW="317160" imgH="164880" progId="Equation.DSMT4">
                  <p:embed/>
                </p:oleObj>
              </mc:Choice>
              <mc:Fallback>
                <p:oleObj name="Equation" r:id="rId38" imgW="317160" imgH="164880" progId="Equation.DSMT4">
                  <p:embed/>
                  <p:pic>
                    <p:nvPicPr>
                      <p:cNvPr id="79" name="Object 78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030105" y="6397990"/>
                        <a:ext cx="384175" cy="199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" name="Object 132">
            <a:extLst>
              <a:ext uri="{FF2B5EF4-FFF2-40B4-BE49-F238E27FC236}">
                <a16:creationId xmlns:a16="http://schemas.microsoft.com/office/drawing/2014/main" id="{251B508F-A8C1-4F18-849E-B499A8BA1E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4100859"/>
              </p:ext>
            </p:extLst>
          </p:nvPr>
        </p:nvGraphicFramePr>
        <p:xfrm>
          <a:off x="1058680" y="6617065"/>
          <a:ext cx="384175" cy="199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2" name="Equation" r:id="rId40" imgW="317160" imgH="164880" progId="Equation.DSMT4">
                  <p:embed/>
                </p:oleObj>
              </mc:Choice>
              <mc:Fallback>
                <p:oleObj name="Equation" r:id="rId40" imgW="317160" imgH="164880" progId="Equation.DSMT4">
                  <p:embed/>
                  <p:pic>
                    <p:nvPicPr>
                      <p:cNvPr id="80" name="Object 79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058680" y="6617065"/>
                        <a:ext cx="384175" cy="199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" name="Object 133">
            <a:extLst>
              <a:ext uri="{FF2B5EF4-FFF2-40B4-BE49-F238E27FC236}">
                <a16:creationId xmlns:a16="http://schemas.microsoft.com/office/drawing/2014/main" id="{059A580A-0C16-41A3-A779-B907A3C65F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2918429"/>
              </p:ext>
            </p:extLst>
          </p:nvPr>
        </p:nvGraphicFramePr>
        <p:xfrm>
          <a:off x="4249555" y="4340590"/>
          <a:ext cx="143891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3" name="Equation" r:id="rId42" imgW="1307880" imgH="253800" progId="Equation.DSMT4">
                  <p:embed/>
                </p:oleObj>
              </mc:Choice>
              <mc:Fallback>
                <p:oleObj name="Equation" r:id="rId42" imgW="1307880" imgH="253800" progId="Equation.DSMT4">
                  <p:embed/>
                  <p:pic>
                    <p:nvPicPr>
                      <p:cNvPr id="81" name="Object 80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4249555" y="4340590"/>
                        <a:ext cx="143891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" name="Object 134">
            <a:extLst>
              <a:ext uri="{FF2B5EF4-FFF2-40B4-BE49-F238E27FC236}">
                <a16:creationId xmlns:a16="http://schemas.microsoft.com/office/drawing/2014/main" id="{ACD768B6-7EEB-47AC-80F7-7E61F25185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5804279"/>
              </p:ext>
            </p:extLst>
          </p:nvPr>
        </p:nvGraphicFramePr>
        <p:xfrm>
          <a:off x="4487680" y="5940790"/>
          <a:ext cx="384175" cy="199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4" name="Equation" r:id="rId44" imgW="317160" imgH="164880" progId="Equation.DSMT4">
                  <p:embed/>
                </p:oleObj>
              </mc:Choice>
              <mc:Fallback>
                <p:oleObj name="Equation" r:id="rId44" imgW="317160" imgH="164880" progId="Equation.DSMT4">
                  <p:embed/>
                  <p:pic>
                    <p:nvPicPr>
                      <p:cNvPr id="82" name="Object 81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4487680" y="5940790"/>
                        <a:ext cx="384175" cy="199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" name="Object 135">
            <a:extLst>
              <a:ext uri="{FF2B5EF4-FFF2-40B4-BE49-F238E27FC236}">
                <a16:creationId xmlns:a16="http://schemas.microsoft.com/office/drawing/2014/main" id="{4731FC20-433A-4CC2-AF0F-A374C8CB45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200766"/>
              </p:ext>
            </p:extLst>
          </p:nvPr>
        </p:nvGraphicFramePr>
        <p:xfrm>
          <a:off x="4487680" y="6169390"/>
          <a:ext cx="384175" cy="199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5" name="Equation" r:id="rId46" imgW="317160" imgH="164880" progId="Equation.DSMT4">
                  <p:embed/>
                </p:oleObj>
              </mc:Choice>
              <mc:Fallback>
                <p:oleObj name="Equation" r:id="rId46" imgW="317160" imgH="164880" progId="Equation.DSMT4">
                  <p:embed/>
                  <p:pic>
                    <p:nvPicPr>
                      <p:cNvPr id="83" name="Object 82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4487680" y="6169390"/>
                        <a:ext cx="384175" cy="199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" name="Object 136">
            <a:extLst>
              <a:ext uri="{FF2B5EF4-FFF2-40B4-BE49-F238E27FC236}">
                <a16:creationId xmlns:a16="http://schemas.microsoft.com/office/drawing/2014/main" id="{FCADEAE4-2E41-48AA-BBD1-57B1075D06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628479"/>
              </p:ext>
            </p:extLst>
          </p:nvPr>
        </p:nvGraphicFramePr>
        <p:xfrm>
          <a:off x="4507657" y="6388929"/>
          <a:ext cx="399542" cy="199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6" name="Equation" r:id="rId48" imgW="330120" imgH="164880" progId="Equation.DSMT4">
                  <p:embed/>
                </p:oleObj>
              </mc:Choice>
              <mc:Fallback>
                <p:oleObj name="Equation" r:id="rId48" imgW="330120" imgH="164880" progId="Equation.DSMT4">
                  <p:embed/>
                  <p:pic>
                    <p:nvPicPr>
                      <p:cNvPr id="84" name="Object 83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4507657" y="6388929"/>
                        <a:ext cx="399542" cy="199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" name="Object 137">
            <a:extLst>
              <a:ext uri="{FF2B5EF4-FFF2-40B4-BE49-F238E27FC236}">
                <a16:creationId xmlns:a16="http://schemas.microsoft.com/office/drawing/2014/main" id="{B313E48A-F9F0-4E5D-83FE-DDB8C650FC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9088641"/>
              </p:ext>
            </p:extLst>
          </p:nvPr>
        </p:nvGraphicFramePr>
        <p:xfrm>
          <a:off x="4516255" y="6617065"/>
          <a:ext cx="384175" cy="199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7" name="Equation" r:id="rId49" imgW="317160" imgH="164880" progId="Equation.DSMT4">
                  <p:embed/>
                </p:oleObj>
              </mc:Choice>
              <mc:Fallback>
                <p:oleObj name="Equation" r:id="rId49" imgW="317160" imgH="164880" progId="Equation.DSMT4">
                  <p:embed/>
                  <p:pic>
                    <p:nvPicPr>
                      <p:cNvPr id="85" name="Object 84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4516255" y="6617065"/>
                        <a:ext cx="384175" cy="199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" name="Rectangle 138">
            <a:extLst>
              <a:ext uri="{FF2B5EF4-FFF2-40B4-BE49-F238E27FC236}">
                <a16:creationId xmlns:a16="http://schemas.microsoft.com/office/drawing/2014/main" id="{069549D1-F70C-424E-8C33-3445761FDF9A}"/>
              </a:ext>
            </a:extLst>
          </p:cNvPr>
          <p:cNvSpPr/>
          <p:nvPr/>
        </p:nvSpPr>
        <p:spPr>
          <a:xfrm>
            <a:off x="420505" y="7055215"/>
            <a:ext cx="42030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20.</a:t>
            </a:r>
            <a:endParaRPr lang="en-US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8EFD31E1-CF4D-46FE-AB71-C0B730129F27}"/>
              </a:ext>
            </a:extLst>
          </p:cNvPr>
          <p:cNvSpPr/>
          <p:nvPr/>
        </p:nvSpPr>
        <p:spPr>
          <a:xfrm>
            <a:off x="3868555" y="7055215"/>
            <a:ext cx="46358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21. </a:t>
            </a:r>
            <a:endParaRPr lang="en-US" dirty="0"/>
          </a:p>
        </p:txBody>
      </p:sp>
      <p:graphicFrame>
        <p:nvGraphicFramePr>
          <p:cNvPr id="141" name="Object 140">
            <a:extLst>
              <a:ext uri="{FF2B5EF4-FFF2-40B4-BE49-F238E27FC236}">
                <a16:creationId xmlns:a16="http://schemas.microsoft.com/office/drawing/2014/main" id="{5B106E36-8695-404C-B58A-1B9AF30226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5100012"/>
              </p:ext>
            </p:extLst>
          </p:nvPr>
        </p:nvGraphicFramePr>
        <p:xfrm>
          <a:off x="791980" y="6950440"/>
          <a:ext cx="891286" cy="445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8" name="Equation" r:id="rId50" imgW="736560" imgH="368280" progId="Equation.DSMT4">
                  <p:embed/>
                </p:oleObj>
              </mc:Choice>
              <mc:Fallback>
                <p:oleObj name="Equation" r:id="rId50" imgW="736560" imgH="368280" progId="Equation.DSMT4">
                  <p:embed/>
                  <p:pic>
                    <p:nvPicPr>
                      <p:cNvPr id="88" name="Object 87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791980" y="6950440"/>
                        <a:ext cx="891286" cy="4456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" name="Object 141">
            <a:extLst>
              <a:ext uri="{FF2B5EF4-FFF2-40B4-BE49-F238E27FC236}">
                <a16:creationId xmlns:a16="http://schemas.microsoft.com/office/drawing/2014/main" id="{626EB19E-4FCE-4204-B3C7-FAD2744739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2291882"/>
              </p:ext>
            </p:extLst>
          </p:nvPr>
        </p:nvGraphicFramePr>
        <p:xfrm>
          <a:off x="1087255" y="8531590"/>
          <a:ext cx="384175" cy="199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9" name="Equation" r:id="rId52" imgW="317160" imgH="164880" progId="Equation.DSMT4">
                  <p:embed/>
                </p:oleObj>
              </mc:Choice>
              <mc:Fallback>
                <p:oleObj name="Equation" r:id="rId52" imgW="317160" imgH="164880" progId="Equation.DSMT4">
                  <p:embed/>
                  <p:pic>
                    <p:nvPicPr>
                      <p:cNvPr id="89" name="Object 88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087255" y="8531590"/>
                        <a:ext cx="384175" cy="199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" name="Object 142">
            <a:extLst>
              <a:ext uri="{FF2B5EF4-FFF2-40B4-BE49-F238E27FC236}">
                <a16:creationId xmlns:a16="http://schemas.microsoft.com/office/drawing/2014/main" id="{4BABFC55-88E6-4F22-907F-9E0F7EBBAC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0736291"/>
              </p:ext>
            </p:extLst>
          </p:nvPr>
        </p:nvGraphicFramePr>
        <p:xfrm>
          <a:off x="1077730" y="8760190"/>
          <a:ext cx="384175" cy="199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0" name="Equation" r:id="rId53" imgW="317160" imgH="164880" progId="Equation.DSMT4">
                  <p:embed/>
                </p:oleObj>
              </mc:Choice>
              <mc:Fallback>
                <p:oleObj name="Equation" r:id="rId53" imgW="317160" imgH="164880" progId="Equation.DSMT4">
                  <p:embed/>
                  <p:pic>
                    <p:nvPicPr>
                      <p:cNvPr id="90" name="Object 89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077730" y="8760190"/>
                        <a:ext cx="384175" cy="199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" name="Object 143">
            <a:extLst>
              <a:ext uri="{FF2B5EF4-FFF2-40B4-BE49-F238E27FC236}">
                <a16:creationId xmlns:a16="http://schemas.microsoft.com/office/drawing/2014/main" id="{AF216899-8DF4-4176-A56F-376B7C98A6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4142431"/>
              </p:ext>
            </p:extLst>
          </p:nvPr>
        </p:nvGraphicFramePr>
        <p:xfrm>
          <a:off x="1086049" y="8959263"/>
          <a:ext cx="445643" cy="230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1" name="Equation" r:id="rId54" imgW="368280" imgH="190440" progId="Equation.DSMT4">
                  <p:embed/>
                </p:oleObj>
              </mc:Choice>
              <mc:Fallback>
                <p:oleObj name="Equation" r:id="rId54" imgW="368280" imgH="190440" progId="Equation.DSMT4">
                  <p:embed/>
                  <p:pic>
                    <p:nvPicPr>
                      <p:cNvPr id="91" name="Object 90"/>
                      <p:cNvPicPr/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1086049" y="8959263"/>
                        <a:ext cx="445643" cy="230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" name="Object 144">
            <a:extLst>
              <a:ext uri="{FF2B5EF4-FFF2-40B4-BE49-F238E27FC236}">
                <a16:creationId xmlns:a16="http://schemas.microsoft.com/office/drawing/2014/main" id="{9103A772-3427-4C26-998E-B4E8D6676E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5638612"/>
              </p:ext>
            </p:extLst>
          </p:nvPr>
        </p:nvGraphicFramePr>
        <p:xfrm>
          <a:off x="1077730" y="9179290"/>
          <a:ext cx="461010" cy="230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2" name="Equation" r:id="rId56" imgW="380880" imgH="190440" progId="Equation.DSMT4">
                  <p:embed/>
                </p:oleObj>
              </mc:Choice>
              <mc:Fallback>
                <p:oleObj name="Equation" r:id="rId56" imgW="380880" imgH="190440" progId="Equation.DSMT4">
                  <p:embed/>
                  <p:pic>
                    <p:nvPicPr>
                      <p:cNvPr id="92" name="Object 91"/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1077730" y="9179290"/>
                        <a:ext cx="461010" cy="230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" name="Object 145">
            <a:extLst>
              <a:ext uri="{FF2B5EF4-FFF2-40B4-BE49-F238E27FC236}">
                <a16:creationId xmlns:a16="http://schemas.microsoft.com/office/drawing/2014/main" id="{4592B7B9-BC6B-4F9E-B8A1-23056C66F6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6849363"/>
              </p:ext>
            </p:extLst>
          </p:nvPr>
        </p:nvGraphicFramePr>
        <p:xfrm>
          <a:off x="4220980" y="6950440"/>
          <a:ext cx="906653" cy="445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3" name="Equation" r:id="rId58" imgW="749160" imgH="368280" progId="Equation.DSMT4">
                  <p:embed/>
                </p:oleObj>
              </mc:Choice>
              <mc:Fallback>
                <p:oleObj name="Equation" r:id="rId58" imgW="749160" imgH="368280" progId="Equation.DSMT4">
                  <p:embed/>
                  <p:pic>
                    <p:nvPicPr>
                      <p:cNvPr id="93" name="Object 92"/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4220980" y="6950440"/>
                        <a:ext cx="906653" cy="4456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" name="Object 146">
            <a:extLst>
              <a:ext uri="{FF2B5EF4-FFF2-40B4-BE49-F238E27FC236}">
                <a16:creationId xmlns:a16="http://schemas.microsoft.com/office/drawing/2014/main" id="{A035784C-C176-41D9-9ACF-CEB0E7BB7A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8481902"/>
              </p:ext>
            </p:extLst>
          </p:nvPr>
        </p:nvGraphicFramePr>
        <p:xfrm>
          <a:off x="4525780" y="8512540"/>
          <a:ext cx="491744" cy="21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4" name="Equation" r:id="rId60" imgW="406080" imgH="177480" progId="Equation.DSMT4">
                  <p:embed/>
                </p:oleObj>
              </mc:Choice>
              <mc:Fallback>
                <p:oleObj name="Equation" r:id="rId60" imgW="406080" imgH="177480" progId="Equation.DSMT4">
                  <p:embed/>
                  <p:pic>
                    <p:nvPicPr>
                      <p:cNvPr id="94" name="Object 93"/>
                      <p:cNvPicPr/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4525780" y="8512540"/>
                        <a:ext cx="491744" cy="215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" name="Object 147">
            <a:extLst>
              <a:ext uri="{FF2B5EF4-FFF2-40B4-BE49-F238E27FC236}">
                <a16:creationId xmlns:a16="http://schemas.microsoft.com/office/drawing/2014/main" id="{DB8A1609-B5FC-468E-8FD1-5DF1CDF7AF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1232896"/>
              </p:ext>
            </p:extLst>
          </p:nvPr>
        </p:nvGraphicFramePr>
        <p:xfrm>
          <a:off x="4525780" y="8750665"/>
          <a:ext cx="491744" cy="21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5" name="Equation" r:id="rId62" imgW="406080" imgH="177480" progId="Equation.DSMT4">
                  <p:embed/>
                </p:oleObj>
              </mc:Choice>
              <mc:Fallback>
                <p:oleObj name="Equation" r:id="rId62" imgW="406080" imgH="177480" progId="Equation.DSMT4">
                  <p:embed/>
                  <p:pic>
                    <p:nvPicPr>
                      <p:cNvPr id="95" name="Object 94"/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4525780" y="8750665"/>
                        <a:ext cx="491744" cy="215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" name="Object 148">
            <a:extLst>
              <a:ext uri="{FF2B5EF4-FFF2-40B4-BE49-F238E27FC236}">
                <a16:creationId xmlns:a16="http://schemas.microsoft.com/office/drawing/2014/main" id="{3C8A5F7E-ACCE-4C63-813D-0992A47F0D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5879635"/>
              </p:ext>
            </p:extLst>
          </p:nvPr>
        </p:nvGraphicFramePr>
        <p:xfrm>
          <a:off x="4506730" y="8969740"/>
          <a:ext cx="599313" cy="21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6" name="Equation" r:id="rId64" imgW="495000" imgH="177480" progId="Equation.DSMT4">
                  <p:embed/>
                </p:oleObj>
              </mc:Choice>
              <mc:Fallback>
                <p:oleObj name="Equation" r:id="rId64" imgW="495000" imgH="177480" progId="Equation.DSMT4">
                  <p:embed/>
                  <p:pic>
                    <p:nvPicPr>
                      <p:cNvPr id="96" name="Object 95"/>
                      <p:cNvPicPr/>
                      <p:nvPr/>
                    </p:nvPicPr>
                    <p:blipFill>
                      <a:blip r:embed="rId65"/>
                      <a:stretch>
                        <a:fillRect/>
                      </a:stretch>
                    </p:blipFill>
                    <p:spPr>
                      <a:xfrm>
                        <a:off x="4506730" y="8969740"/>
                        <a:ext cx="599313" cy="215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" name="Object 149">
            <a:extLst>
              <a:ext uri="{FF2B5EF4-FFF2-40B4-BE49-F238E27FC236}">
                <a16:creationId xmlns:a16="http://schemas.microsoft.com/office/drawing/2014/main" id="{7E6B53D5-F4D6-4E9C-9C71-6F1C01E1E4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3824133"/>
              </p:ext>
            </p:extLst>
          </p:nvPr>
        </p:nvGraphicFramePr>
        <p:xfrm>
          <a:off x="4497205" y="9188815"/>
          <a:ext cx="614680" cy="21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7" name="Equation" r:id="rId66" imgW="507960" imgH="177480" progId="Equation.DSMT4">
                  <p:embed/>
                </p:oleObj>
              </mc:Choice>
              <mc:Fallback>
                <p:oleObj name="Equation" r:id="rId66" imgW="507960" imgH="177480" progId="Equation.DSMT4">
                  <p:embed/>
                  <p:pic>
                    <p:nvPicPr>
                      <p:cNvPr id="97" name="Object 96"/>
                      <p:cNvPicPr/>
                      <p:nvPr/>
                    </p:nvPicPr>
                    <p:blipFill>
                      <a:blip r:embed="rId67"/>
                      <a:stretch>
                        <a:fillRect/>
                      </a:stretch>
                    </p:blipFill>
                    <p:spPr>
                      <a:xfrm>
                        <a:off x="4497205" y="9188815"/>
                        <a:ext cx="614680" cy="215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3392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D34E4E-763D-472C-9E28-36E40C184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10" y="975731"/>
            <a:ext cx="6340390" cy="1524132"/>
          </a:xfrm>
          <a:prstGeom prst="rect">
            <a:avLst/>
          </a:prstGeom>
        </p:spPr>
      </p:pic>
      <p:sp>
        <p:nvSpPr>
          <p:cNvPr id="90" name="Rectangle 89">
            <a:extLst>
              <a:ext uri="{FF2B5EF4-FFF2-40B4-BE49-F238E27FC236}">
                <a16:creationId xmlns:a16="http://schemas.microsoft.com/office/drawing/2014/main" id="{15BF39F9-0004-4287-BF60-517C165AA6F5}"/>
              </a:ext>
            </a:extLst>
          </p:cNvPr>
          <p:cNvSpPr/>
          <p:nvPr/>
        </p:nvSpPr>
        <p:spPr>
          <a:xfrm>
            <a:off x="420504" y="356192"/>
            <a:ext cx="5248275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22.  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Which expressions are equivalent to         ? </a:t>
            </a:r>
            <a:r>
              <a:rPr lang="en-US" sz="115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Check all that apply.   </a:t>
            </a:r>
            <a:endParaRPr lang="en-US" dirty="0"/>
          </a:p>
        </p:txBody>
      </p:sp>
      <p:graphicFrame>
        <p:nvGraphicFramePr>
          <p:cNvPr id="91" name="Object 90">
            <a:extLst>
              <a:ext uri="{FF2B5EF4-FFF2-40B4-BE49-F238E27FC236}">
                <a16:creationId xmlns:a16="http://schemas.microsoft.com/office/drawing/2014/main" id="{F9043B30-F2EE-46AF-9BE1-2ADF87BF06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7119871"/>
              </p:ext>
            </p:extLst>
          </p:nvPr>
        </p:nvGraphicFramePr>
        <p:xfrm>
          <a:off x="3173230" y="380845"/>
          <a:ext cx="399542" cy="199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6" name="Equation" r:id="rId5" imgW="330120" imgH="164880" progId="Equation.DSMT4">
                  <p:embed/>
                </p:oleObj>
              </mc:Choice>
              <mc:Fallback>
                <p:oleObj name="Equation" r:id="rId5" imgW="330120" imgH="164880" progId="Equation.DSMT4">
                  <p:embed/>
                  <p:pic>
                    <p:nvPicPr>
                      <p:cNvPr id="44" name="Object 4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73230" y="380845"/>
                        <a:ext cx="399542" cy="199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" name="Object 117">
            <a:extLst>
              <a:ext uri="{FF2B5EF4-FFF2-40B4-BE49-F238E27FC236}">
                <a16:creationId xmlns:a16="http://schemas.microsoft.com/office/drawing/2014/main" id="{3E0AB28E-4882-4DA6-AA61-1ECE7CFED9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4362724"/>
              </p:ext>
            </p:extLst>
          </p:nvPr>
        </p:nvGraphicFramePr>
        <p:xfrm>
          <a:off x="1341255" y="1170785"/>
          <a:ext cx="1327150" cy="433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7" name="Equation" r:id="rId7" imgW="1206360" imgH="393480" progId="Equation.DSMT4">
                  <p:embed/>
                </p:oleObj>
              </mc:Choice>
              <mc:Fallback>
                <p:oleObj name="Equation" r:id="rId7" imgW="1206360" imgH="393480" progId="Equation.DSMT4">
                  <p:embed/>
                  <p:pic>
                    <p:nvPicPr>
                      <p:cNvPr id="71" name="Object 7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41255" y="1170785"/>
                        <a:ext cx="1327150" cy="4330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" name="Object 118">
            <a:extLst>
              <a:ext uri="{FF2B5EF4-FFF2-40B4-BE49-F238E27FC236}">
                <a16:creationId xmlns:a16="http://schemas.microsoft.com/office/drawing/2014/main" id="{517A41E6-742F-4ABA-B260-2B15000BC2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8281465"/>
              </p:ext>
            </p:extLst>
          </p:nvPr>
        </p:nvGraphicFramePr>
        <p:xfrm>
          <a:off x="3754255" y="1161895"/>
          <a:ext cx="64262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8" name="Equation" r:id="rId9" imgW="583920" imgH="368280" progId="Equation.DSMT4">
                  <p:embed/>
                </p:oleObj>
              </mc:Choice>
              <mc:Fallback>
                <p:oleObj name="Equation" r:id="rId9" imgW="583920" imgH="368280" progId="Equation.DSMT4">
                  <p:embed/>
                  <p:pic>
                    <p:nvPicPr>
                      <p:cNvPr id="72" name="Object 7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54255" y="1161895"/>
                        <a:ext cx="64262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" name="Object 119">
            <a:extLst>
              <a:ext uri="{FF2B5EF4-FFF2-40B4-BE49-F238E27FC236}">
                <a16:creationId xmlns:a16="http://schemas.microsoft.com/office/drawing/2014/main" id="{C943D65E-07E4-430B-8A56-18E24E8DA4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6307921"/>
              </p:ext>
            </p:extLst>
          </p:nvPr>
        </p:nvGraphicFramePr>
        <p:xfrm>
          <a:off x="5373505" y="1247620"/>
          <a:ext cx="142494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9" name="Equation" r:id="rId11" imgW="1295280" imgH="253800" progId="Equation.DSMT4">
                  <p:embed/>
                </p:oleObj>
              </mc:Choice>
              <mc:Fallback>
                <p:oleObj name="Equation" r:id="rId11" imgW="1295280" imgH="253800" progId="Equation.DSMT4">
                  <p:embed/>
                  <p:pic>
                    <p:nvPicPr>
                      <p:cNvPr id="73" name="Object 7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73505" y="1247620"/>
                        <a:ext cx="142494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Object 120">
            <a:extLst>
              <a:ext uri="{FF2B5EF4-FFF2-40B4-BE49-F238E27FC236}">
                <a16:creationId xmlns:a16="http://schemas.microsoft.com/office/drawing/2014/main" id="{58DD04A8-D021-447B-9CF9-600BDBBDD4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8447946"/>
              </p:ext>
            </p:extLst>
          </p:nvPr>
        </p:nvGraphicFramePr>
        <p:xfrm>
          <a:off x="1306330" y="1904845"/>
          <a:ext cx="159258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0" name="Equation" r:id="rId13" imgW="1447560" imgH="253800" progId="Equation.DSMT4">
                  <p:embed/>
                </p:oleObj>
              </mc:Choice>
              <mc:Fallback>
                <p:oleObj name="Equation" r:id="rId13" imgW="1447560" imgH="253800" progId="Equation.DSMT4">
                  <p:embed/>
                  <p:pic>
                    <p:nvPicPr>
                      <p:cNvPr id="74" name="Object 7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306330" y="1904845"/>
                        <a:ext cx="159258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" name="Object 121">
            <a:extLst>
              <a:ext uri="{FF2B5EF4-FFF2-40B4-BE49-F238E27FC236}">
                <a16:creationId xmlns:a16="http://schemas.microsoft.com/office/drawing/2014/main" id="{ED44D4F3-2751-4C2E-90B0-FC2A7F114F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3777444"/>
              </p:ext>
            </p:extLst>
          </p:nvPr>
        </p:nvGraphicFramePr>
        <p:xfrm>
          <a:off x="3611380" y="1838170"/>
          <a:ext cx="754380" cy="447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1" name="Equation" r:id="rId15" imgW="685800" imgH="406080" progId="Equation.DSMT4">
                  <p:embed/>
                </p:oleObj>
              </mc:Choice>
              <mc:Fallback>
                <p:oleObj name="Equation" r:id="rId15" imgW="685800" imgH="406080" progId="Equation.DSMT4">
                  <p:embed/>
                  <p:pic>
                    <p:nvPicPr>
                      <p:cNvPr id="75" name="Object 7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611380" y="1838170"/>
                        <a:ext cx="754380" cy="4470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" name="Object 122">
            <a:extLst>
              <a:ext uri="{FF2B5EF4-FFF2-40B4-BE49-F238E27FC236}">
                <a16:creationId xmlns:a16="http://schemas.microsoft.com/office/drawing/2014/main" id="{C378664D-7C81-494E-9B44-63FEB3A2AB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4529620"/>
              </p:ext>
            </p:extLst>
          </p:nvPr>
        </p:nvGraphicFramePr>
        <p:xfrm>
          <a:off x="5449705" y="1961995"/>
          <a:ext cx="1159510" cy="181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2" name="Equation" r:id="rId17" imgW="1054080" imgH="164880" progId="Equation.DSMT4">
                  <p:embed/>
                </p:oleObj>
              </mc:Choice>
              <mc:Fallback>
                <p:oleObj name="Equation" r:id="rId17" imgW="1054080" imgH="164880" progId="Equation.DSMT4">
                  <p:embed/>
                  <p:pic>
                    <p:nvPicPr>
                      <p:cNvPr id="76" name="Object 7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449705" y="1961995"/>
                        <a:ext cx="1159510" cy="181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" name="Rectangle 123">
            <a:extLst>
              <a:ext uri="{FF2B5EF4-FFF2-40B4-BE49-F238E27FC236}">
                <a16:creationId xmlns:a16="http://schemas.microsoft.com/office/drawing/2014/main" id="{75592BAE-11A9-463E-ACB1-E5FFFE83B847}"/>
              </a:ext>
            </a:extLst>
          </p:cNvPr>
          <p:cNvSpPr/>
          <p:nvPr/>
        </p:nvSpPr>
        <p:spPr>
          <a:xfrm>
            <a:off x="487180" y="2790670"/>
            <a:ext cx="166423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Prove each identity.</a:t>
            </a:r>
            <a:endParaRPr lang="en-US" dirty="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3C4825F-82CD-4311-85D3-26FE5D9B5D39}"/>
              </a:ext>
            </a:extLst>
          </p:cNvPr>
          <p:cNvSpPr/>
          <p:nvPr/>
        </p:nvSpPr>
        <p:spPr>
          <a:xfrm>
            <a:off x="420505" y="3038320"/>
            <a:ext cx="42030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23.</a:t>
            </a:r>
            <a:endParaRPr lang="en-US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1E866828-2B9A-4824-9BA3-204389E003E3}"/>
              </a:ext>
            </a:extLst>
          </p:cNvPr>
          <p:cNvSpPr/>
          <p:nvPr/>
        </p:nvSpPr>
        <p:spPr>
          <a:xfrm>
            <a:off x="3868555" y="3133570"/>
            <a:ext cx="46358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24. </a:t>
            </a:r>
            <a:endParaRPr lang="en-US" dirty="0"/>
          </a:p>
        </p:txBody>
      </p:sp>
      <p:graphicFrame>
        <p:nvGraphicFramePr>
          <p:cNvPr id="127" name="Object 126">
            <a:extLst>
              <a:ext uri="{FF2B5EF4-FFF2-40B4-BE49-F238E27FC236}">
                <a16:creationId xmlns:a16="http://schemas.microsoft.com/office/drawing/2014/main" id="{8F3B2EAE-EACD-48D5-AA3B-D29B0BBD77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4128401"/>
              </p:ext>
            </p:extLst>
          </p:nvPr>
        </p:nvGraphicFramePr>
        <p:xfrm>
          <a:off x="772930" y="3066895"/>
          <a:ext cx="1871980" cy="251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3" name="Equation" r:id="rId19" imgW="1701720" imgH="228600" progId="Equation.DSMT4">
                  <p:embed/>
                </p:oleObj>
              </mc:Choice>
              <mc:Fallback>
                <p:oleObj name="Equation" r:id="rId19" imgW="1701720" imgH="228600" progId="Equation.DSMT4">
                  <p:embed/>
                  <p:pic>
                    <p:nvPicPr>
                      <p:cNvPr id="80" name="Object 79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72930" y="3066895"/>
                        <a:ext cx="1871980" cy="2514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" name="Object 127">
            <a:extLst>
              <a:ext uri="{FF2B5EF4-FFF2-40B4-BE49-F238E27FC236}">
                <a16:creationId xmlns:a16="http://schemas.microsoft.com/office/drawing/2014/main" id="{7DE8366D-8CA6-40F0-B9F5-84515E2149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5990192"/>
              </p:ext>
            </p:extLst>
          </p:nvPr>
        </p:nvGraphicFramePr>
        <p:xfrm>
          <a:off x="4259080" y="3076420"/>
          <a:ext cx="111760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4" name="Equation" r:id="rId21" imgW="1015920" imgH="368280" progId="Equation.DSMT4">
                  <p:embed/>
                </p:oleObj>
              </mc:Choice>
              <mc:Fallback>
                <p:oleObj name="Equation" r:id="rId21" imgW="1015920" imgH="368280" progId="Equation.DSMT4">
                  <p:embed/>
                  <p:pic>
                    <p:nvPicPr>
                      <p:cNvPr id="81" name="Object 80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259080" y="3076420"/>
                        <a:ext cx="111760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" name="Rectangle 128">
            <a:extLst>
              <a:ext uri="{FF2B5EF4-FFF2-40B4-BE49-F238E27FC236}">
                <a16:creationId xmlns:a16="http://schemas.microsoft.com/office/drawing/2014/main" id="{F2C05B88-CE81-4A27-89C9-189B56ABC13E}"/>
              </a:ext>
            </a:extLst>
          </p:cNvPr>
          <p:cNvSpPr/>
          <p:nvPr/>
        </p:nvSpPr>
        <p:spPr>
          <a:xfrm>
            <a:off x="458604" y="6400645"/>
            <a:ext cx="6886576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Solve each equation for the interval                       .</a:t>
            </a:r>
            <a:r>
              <a:rPr lang="en-US" sz="105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Give all solutions in degrees.  </a:t>
            </a:r>
            <a:endParaRPr lang="en-US" dirty="0"/>
          </a:p>
        </p:txBody>
      </p:sp>
      <p:graphicFrame>
        <p:nvGraphicFramePr>
          <p:cNvPr id="130" name="Object 129">
            <a:extLst>
              <a:ext uri="{FF2B5EF4-FFF2-40B4-BE49-F238E27FC236}">
                <a16:creationId xmlns:a16="http://schemas.microsoft.com/office/drawing/2014/main" id="{63E46123-EFEA-47B9-B6AD-8E61BE8B83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1432368"/>
              </p:ext>
            </p:extLst>
          </p:nvPr>
        </p:nvGraphicFramePr>
        <p:xfrm>
          <a:off x="3177993" y="6429220"/>
          <a:ext cx="963612" cy="19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5" name="Equation" r:id="rId23" imgW="876240" imgH="177480" progId="Equation.DSMT4">
                  <p:embed/>
                </p:oleObj>
              </mc:Choice>
              <mc:Fallback>
                <p:oleObj name="Equation" r:id="rId23" imgW="876240" imgH="177480" progId="Equation.DSMT4">
                  <p:embed/>
                  <p:pic>
                    <p:nvPicPr>
                      <p:cNvPr id="83" name="Object 82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177993" y="6429220"/>
                        <a:ext cx="963612" cy="196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" name="Rectangle 130">
            <a:extLst>
              <a:ext uri="{FF2B5EF4-FFF2-40B4-BE49-F238E27FC236}">
                <a16:creationId xmlns:a16="http://schemas.microsoft.com/office/drawing/2014/main" id="{A6E59AD1-F98A-4CB4-AAAF-42DA78367B02}"/>
              </a:ext>
            </a:extLst>
          </p:cNvPr>
          <p:cNvSpPr/>
          <p:nvPr/>
        </p:nvSpPr>
        <p:spPr>
          <a:xfrm>
            <a:off x="420505" y="6667345"/>
            <a:ext cx="42030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25.</a:t>
            </a:r>
            <a:endParaRPr lang="en-US" dirty="0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9A78BCF0-6B65-4DBA-B79C-DB88D7BE83AF}"/>
              </a:ext>
            </a:extLst>
          </p:cNvPr>
          <p:cNvSpPr/>
          <p:nvPr/>
        </p:nvSpPr>
        <p:spPr>
          <a:xfrm>
            <a:off x="3849505" y="6648295"/>
            <a:ext cx="42030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26.</a:t>
            </a:r>
            <a:endParaRPr lang="en-US" dirty="0"/>
          </a:p>
        </p:txBody>
      </p:sp>
      <p:sp>
        <p:nvSpPr>
          <p:cNvPr id="133" name="Text Box 3">
            <a:extLst>
              <a:ext uri="{FF2B5EF4-FFF2-40B4-BE49-F238E27FC236}">
                <a16:creationId xmlns:a16="http://schemas.microsoft.com/office/drawing/2014/main" id="{12480A46-4D88-44BB-ADED-EA7CAA939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0055" y="9162895"/>
            <a:ext cx="283781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34" name="Text Box 3">
            <a:extLst>
              <a:ext uri="{FF2B5EF4-FFF2-40B4-BE49-F238E27FC236}">
                <a16:creationId xmlns:a16="http://schemas.microsoft.com/office/drawing/2014/main" id="{3A52220F-119C-405E-9C13-5654978E3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1530" y="9162895"/>
            <a:ext cx="283781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135" name="Object 134">
            <a:extLst>
              <a:ext uri="{FF2B5EF4-FFF2-40B4-BE49-F238E27FC236}">
                <a16:creationId xmlns:a16="http://schemas.microsoft.com/office/drawing/2014/main" id="{36BFAB86-9D76-4D04-BEE1-D047F1434C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0652315"/>
              </p:ext>
            </p:extLst>
          </p:nvPr>
        </p:nvGraphicFramePr>
        <p:xfrm>
          <a:off x="791980" y="6676870"/>
          <a:ext cx="1327150" cy="237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6" name="Equation" r:id="rId25" imgW="1206360" imgH="215640" progId="Equation.DSMT4">
                  <p:embed/>
                </p:oleObj>
              </mc:Choice>
              <mc:Fallback>
                <p:oleObj name="Equation" r:id="rId25" imgW="1206360" imgH="215640" progId="Equation.DSMT4">
                  <p:embed/>
                  <p:pic>
                    <p:nvPicPr>
                      <p:cNvPr id="88" name="Object 87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91980" y="6676870"/>
                        <a:ext cx="1327150" cy="2374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" name="Object 135">
            <a:extLst>
              <a:ext uri="{FF2B5EF4-FFF2-40B4-BE49-F238E27FC236}">
                <a16:creationId xmlns:a16="http://schemas.microsoft.com/office/drawing/2014/main" id="{72459F19-5259-4302-A226-70A1325856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2914574"/>
              </p:ext>
            </p:extLst>
          </p:nvPr>
        </p:nvGraphicFramePr>
        <p:xfrm>
          <a:off x="4220980" y="6657820"/>
          <a:ext cx="1634490" cy="223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7" name="Equation" r:id="rId27" imgW="1485720" imgH="203040" progId="Equation.DSMT4">
                  <p:embed/>
                </p:oleObj>
              </mc:Choice>
              <mc:Fallback>
                <p:oleObj name="Equation" r:id="rId27" imgW="1485720" imgH="203040" progId="Equation.DSMT4">
                  <p:embed/>
                  <p:pic>
                    <p:nvPicPr>
                      <p:cNvPr id="89" name="Object 88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220980" y="6657820"/>
                        <a:ext cx="1634490" cy="2235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6375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 3">
            <a:extLst>
              <a:ext uri="{FF2B5EF4-FFF2-40B4-BE49-F238E27FC236}">
                <a16:creationId xmlns:a16="http://schemas.microsoft.com/office/drawing/2014/main" id="{7F5C5EF6-E36F-4736-877B-80AFB3A00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065" y="2831580"/>
            <a:ext cx="283781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36" name="Text Box 3">
            <a:extLst>
              <a:ext uri="{FF2B5EF4-FFF2-40B4-BE49-F238E27FC236}">
                <a16:creationId xmlns:a16="http://schemas.microsoft.com/office/drawing/2014/main" id="{71794F34-DC9B-4A79-A1EA-463EE1C62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5065" y="2841105"/>
            <a:ext cx="283781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37" name="Text Box 3">
            <a:extLst>
              <a:ext uri="{FF2B5EF4-FFF2-40B4-BE49-F238E27FC236}">
                <a16:creationId xmlns:a16="http://schemas.microsoft.com/office/drawing/2014/main" id="{AFE94E26-343B-426D-BB93-6AF8AFC2D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6175" y="5670030"/>
            <a:ext cx="283781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38" name="Text Box 3">
            <a:extLst>
              <a:ext uri="{FF2B5EF4-FFF2-40B4-BE49-F238E27FC236}">
                <a16:creationId xmlns:a16="http://schemas.microsoft.com/office/drawing/2014/main" id="{20CE3555-D931-4EE2-98A8-A1AC68C4E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6540" y="5670030"/>
            <a:ext cx="283781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4041520-9D91-405B-9500-231B04209DCE}"/>
              </a:ext>
            </a:extLst>
          </p:cNvPr>
          <p:cNvSpPr/>
          <p:nvPr/>
        </p:nvSpPr>
        <p:spPr>
          <a:xfrm>
            <a:off x="415040" y="393180"/>
            <a:ext cx="42030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27.</a:t>
            </a:r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569C89C-F1F0-4E28-8200-27DC5D490116}"/>
              </a:ext>
            </a:extLst>
          </p:cNvPr>
          <p:cNvSpPr/>
          <p:nvPr/>
        </p:nvSpPr>
        <p:spPr>
          <a:xfrm>
            <a:off x="3844040" y="393180"/>
            <a:ext cx="42030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28.</a:t>
            </a:r>
            <a:endParaRPr lang="en-US" dirty="0"/>
          </a:p>
        </p:txBody>
      </p:sp>
      <p:graphicFrame>
        <p:nvGraphicFramePr>
          <p:cNvPr id="41" name="Object 40">
            <a:extLst>
              <a:ext uri="{FF2B5EF4-FFF2-40B4-BE49-F238E27FC236}">
                <a16:creationId xmlns:a16="http://schemas.microsoft.com/office/drawing/2014/main" id="{BC27407D-7761-42DC-97F3-A1C35E1FF9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1348495"/>
              </p:ext>
            </p:extLst>
          </p:nvPr>
        </p:nvGraphicFramePr>
        <p:xfrm>
          <a:off x="776990" y="412230"/>
          <a:ext cx="1201420" cy="20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" name="Equation" r:id="rId4" imgW="1091880" imgH="190440" progId="Equation.DSMT4">
                  <p:embed/>
                </p:oleObj>
              </mc:Choice>
              <mc:Fallback>
                <p:oleObj name="Equation" r:id="rId4" imgW="1091880" imgH="190440" progId="Equation.DSMT4">
                  <p:embed/>
                  <p:pic>
                    <p:nvPicPr>
                      <p:cNvPr id="22" name="Object 2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76990" y="412230"/>
                        <a:ext cx="1201420" cy="209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41">
            <a:extLst>
              <a:ext uri="{FF2B5EF4-FFF2-40B4-BE49-F238E27FC236}">
                <a16:creationId xmlns:a16="http://schemas.microsoft.com/office/drawing/2014/main" id="{5A4A17AA-36A3-4F22-BC49-548E8EC5E5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9407692"/>
              </p:ext>
            </p:extLst>
          </p:nvPr>
        </p:nvGraphicFramePr>
        <p:xfrm>
          <a:off x="4205990" y="412230"/>
          <a:ext cx="1676400" cy="20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5" name="Equation" r:id="rId6" imgW="1523880" imgH="190440" progId="Equation.DSMT4">
                  <p:embed/>
                </p:oleObj>
              </mc:Choice>
              <mc:Fallback>
                <p:oleObj name="Equation" r:id="rId6" imgW="1523880" imgH="190440" progId="Equation.DSMT4">
                  <p:embed/>
                  <p:pic>
                    <p:nvPicPr>
                      <p:cNvPr id="23" name="Object 2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205990" y="412230"/>
                        <a:ext cx="1676400" cy="209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Rectangle 42">
            <a:extLst>
              <a:ext uri="{FF2B5EF4-FFF2-40B4-BE49-F238E27FC236}">
                <a16:creationId xmlns:a16="http://schemas.microsoft.com/office/drawing/2014/main" id="{139E278A-7922-4128-9D5F-32465B639193}"/>
              </a:ext>
            </a:extLst>
          </p:cNvPr>
          <p:cNvSpPr/>
          <p:nvPr/>
        </p:nvSpPr>
        <p:spPr>
          <a:xfrm>
            <a:off x="415040" y="3260205"/>
            <a:ext cx="42030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29.</a:t>
            </a:r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910AE8A-8004-4D15-9E69-D9019648A132}"/>
              </a:ext>
            </a:extLst>
          </p:cNvPr>
          <p:cNvSpPr/>
          <p:nvPr/>
        </p:nvSpPr>
        <p:spPr>
          <a:xfrm>
            <a:off x="3853565" y="3241155"/>
            <a:ext cx="46358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30. </a:t>
            </a:r>
            <a:endParaRPr lang="en-US" dirty="0"/>
          </a:p>
        </p:txBody>
      </p:sp>
      <p:graphicFrame>
        <p:nvGraphicFramePr>
          <p:cNvPr id="45" name="Object 44">
            <a:extLst>
              <a:ext uri="{FF2B5EF4-FFF2-40B4-BE49-F238E27FC236}">
                <a16:creationId xmlns:a16="http://schemas.microsoft.com/office/drawing/2014/main" id="{6679F2FA-83C3-4775-B176-B57D000420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1084256"/>
              </p:ext>
            </p:extLst>
          </p:nvPr>
        </p:nvGraphicFramePr>
        <p:xfrm>
          <a:off x="776990" y="3260205"/>
          <a:ext cx="2011680" cy="237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6" name="Equation" r:id="rId8" imgW="1828800" imgH="215640" progId="Equation.DSMT4">
                  <p:embed/>
                </p:oleObj>
              </mc:Choice>
              <mc:Fallback>
                <p:oleObj name="Equation" r:id="rId8" imgW="1828800" imgH="215640" progId="Equation.DSMT4">
                  <p:embed/>
                  <p:pic>
                    <p:nvPicPr>
                      <p:cNvPr id="26" name="Object 2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76990" y="3260205"/>
                        <a:ext cx="2011680" cy="2374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45">
            <a:extLst>
              <a:ext uri="{FF2B5EF4-FFF2-40B4-BE49-F238E27FC236}">
                <a16:creationId xmlns:a16="http://schemas.microsoft.com/office/drawing/2014/main" id="{3B18E356-23FA-4277-9E85-DBD0927479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3427472"/>
              </p:ext>
            </p:extLst>
          </p:nvPr>
        </p:nvGraphicFramePr>
        <p:xfrm>
          <a:off x="4215515" y="3260205"/>
          <a:ext cx="1480820" cy="20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7" name="Equation" r:id="rId10" imgW="1346040" imgH="190440" progId="Equation.DSMT4">
                  <p:embed/>
                </p:oleObj>
              </mc:Choice>
              <mc:Fallback>
                <p:oleObj name="Equation" r:id="rId10" imgW="1346040" imgH="190440" progId="Equation.DSMT4">
                  <p:embed/>
                  <p:pic>
                    <p:nvPicPr>
                      <p:cNvPr id="27" name="Object 26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215515" y="3260205"/>
                        <a:ext cx="1480820" cy="209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Rectangle 46">
            <a:extLst>
              <a:ext uri="{FF2B5EF4-FFF2-40B4-BE49-F238E27FC236}">
                <a16:creationId xmlns:a16="http://schemas.microsoft.com/office/drawing/2014/main" id="{46648379-4970-4469-AFEC-501FD9AF7719}"/>
              </a:ext>
            </a:extLst>
          </p:cNvPr>
          <p:cNvSpPr/>
          <p:nvPr/>
        </p:nvSpPr>
        <p:spPr>
          <a:xfrm>
            <a:off x="443615" y="6070080"/>
            <a:ext cx="6667500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Directions:  Solve each equation for the given interval.</a:t>
            </a:r>
            <a:r>
              <a:rPr lang="en-US" sz="115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Give all solutions in radians.</a:t>
            </a:r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515AEEF-AE1C-4EE1-B6F2-E127A49A7FF7}"/>
              </a:ext>
            </a:extLst>
          </p:cNvPr>
          <p:cNvSpPr/>
          <p:nvPr/>
        </p:nvSpPr>
        <p:spPr>
          <a:xfrm>
            <a:off x="434090" y="6308205"/>
            <a:ext cx="46358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31. </a:t>
            </a:r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6EFABB0-0DF3-4759-9139-C33073F4E3BE}"/>
              </a:ext>
            </a:extLst>
          </p:cNvPr>
          <p:cNvSpPr/>
          <p:nvPr/>
        </p:nvSpPr>
        <p:spPr>
          <a:xfrm>
            <a:off x="3863090" y="6346305"/>
            <a:ext cx="46358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32. </a:t>
            </a:r>
            <a:endParaRPr lang="en-US" dirty="0"/>
          </a:p>
        </p:txBody>
      </p:sp>
      <p:sp>
        <p:nvSpPr>
          <p:cNvPr id="50" name="Text Box 17">
            <a:extLst>
              <a:ext uri="{FF2B5EF4-FFF2-40B4-BE49-F238E27FC236}">
                <a16:creationId xmlns:a16="http://schemas.microsoft.com/office/drawing/2014/main" id="{BBA95EF9-40AD-41D8-B64C-C6B615512D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0990" y="8899005"/>
            <a:ext cx="1515745" cy="647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1" name="Text Box 17">
            <a:extLst>
              <a:ext uri="{FF2B5EF4-FFF2-40B4-BE49-F238E27FC236}">
                <a16:creationId xmlns:a16="http://schemas.microsoft.com/office/drawing/2014/main" id="{1F15F4AF-C809-414A-8E21-F91D8853EC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0465" y="8908530"/>
            <a:ext cx="1515745" cy="647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52" name="Object 51">
            <a:extLst>
              <a:ext uri="{FF2B5EF4-FFF2-40B4-BE49-F238E27FC236}">
                <a16:creationId xmlns:a16="http://schemas.microsoft.com/office/drawing/2014/main" id="{D46EF89B-F943-484B-A589-EFCB976BCC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9753748"/>
              </p:ext>
            </p:extLst>
          </p:nvPr>
        </p:nvGraphicFramePr>
        <p:xfrm>
          <a:off x="767973" y="6306554"/>
          <a:ext cx="1874774" cy="245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8" name="Equation" r:id="rId12" imgW="1549080" imgH="203040" progId="Equation.DSMT4">
                  <p:embed/>
                </p:oleObj>
              </mc:Choice>
              <mc:Fallback>
                <p:oleObj name="Equation" r:id="rId12" imgW="1549080" imgH="203040" progId="Equation.DSMT4">
                  <p:embed/>
                  <p:pic>
                    <p:nvPicPr>
                      <p:cNvPr id="33" name="Object 32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67973" y="6306554"/>
                        <a:ext cx="1874774" cy="2458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52">
            <a:extLst>
              <a:ext uri="{FF2B5EF4-FFF2-40B4-BE49-F238E27FC236}">
                <a16:creationId xmlns:a16="http://schemas.microsoft.com/office/drawing/2014/main" id="{5F697F39-6754-4E2E-9446-2BEC2B63E1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4074337"/>
              </p:ext>
            </p:extLst>
          </p:nvPr>
        </p:nvGraphicFramePr>
        <p:xfrm>
          <a:off x="4244090" y="6279630"/>
          <a:ext cx="203962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9" name="Equation" r:id="rId14" imgW="1854000" imgH="368280" progId="Equation.DSMT4">
                  <p:embed/>
                </p:oleObj>
              </mc:Choice>
              <mc:Fallback>
                <p:oleObj name="Equation" r:id="rId14" imgW="1854000" imgH="368280" progId="Equation.DSMT4">
                  <p:embed/>
                  <p:pic>
                    <p:nvPicPr>
                      <p:cNvPr id="34" name="Object 33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244090" y="6279630"/>
                        <a:ext cx="203962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43157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318</Words>
  <Application>Microsoft Office PowerPoint</Application>
  <PresentationFormat>Custom</PresentationFormat>
  <Paragraphs>99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Calibri</vt:lpstr>
      <vt:lpstr>Century Gothic</vt:lpstr>
      <vt:lpstr>Symbol</vt:lpstr>
      <vt:lpstr>Tahoma</vt:lpstr>
      <vt:lpstr>Times New Roman</vt:lpstr>
      <vt:lpstr>Office Theme</vt:lpstr>
      <vt:lpstr>Equation</vt:lpstr>
      <vt:lpstr>MathType 7.0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- 41 - Unit 12 Test (Part II)</dc:title>
  <dc:creator>Gina</dc:creator>
  <cp:lastModifiedBy>Gina Wilson</cp:lastModifiedBy>
  <cp:revision>66</cp:revision>
  <dcterms:created xsi:type="dcterms:W3CDTF">2017-12-20T11:58:14Z</dcterms:created>
  <dcterms:modified xsi:type="dcterms:W3CDTF">2018-05-24T01:27:38Z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2016-03-31T00:00:00Z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2017-12-20T00:00:00Z</vt:filetime>
  </property>
</Properties>
</file>