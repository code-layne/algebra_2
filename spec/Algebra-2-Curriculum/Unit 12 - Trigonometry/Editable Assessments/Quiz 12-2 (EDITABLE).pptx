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14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8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0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5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7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8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3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0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47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3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5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B0F5A-4A86-44BC-8605-90D9624FB22B}" type="datetimeFigureOut">
              <a:rPr lang="en-US" smtClean="0"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B931A-8F20-487F-953F-408212C61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15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oleObject" Target="../embeddings/oleObject5.bin"/><Relationship Id="rId3" Type="http://schemas.openxmlformats.org/officeDocument/2006/relationships/image" Target="../media/image7.PNG"/><Relationship Id="rId7" Type="http://schemas.openxmlformats.org/officeDocument/2006/relationships/image" Target="../media/image2.wmf"/><Relationship Id="rId12" Type="http://schemas.openxmlformats.org/officeDocument/2006/relationships/image" Target="../media/image4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4.bin"/><Relationship Id="rId5" Type="http://schemas.openxmlformats.org/officeDocument/2006/relationships/image" Target="../media/image1.wmf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3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Relationship Id="rId14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1.bin"/><Relationship Id="rId3" Type="http://schemas.openxmlformats.org/officeDocument/2006/relationships/image" Target="../media/image15.PN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1.wmf"/><Relationship Id="rId4" Type="http://schemas.openxmlformats.org/officeDocument/2006/relationships/image" Target="../media/image8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15280A-C5A0-4AB9-A878-007357C206CA}"/>
              </a:ext>
            </a:extLst>
          </p:cNvPr>
          <p:cNvSpPr/>
          <p:nvPr/>
        </p:nvSpPr>
        <p:spPr>
          <a:xfrm>
            <a:off x="465666" y="1492956"/>
            <a:ext cx="6477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Directions: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Identify the amplitude, if possible, and period for each function.  Then graph.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120B2A-6E69-4294-8180-9AF06CAC2776}"/>
              </a:ext>
            </a:extLst>
          </p:cNvPr>
          <p:cNvSpPr/>
          <p:nvPr/>
        </p:nvSpPr>
        <p:spPr>
          <a:xfrm>
            <a:off x="468489" y="1783644"/>
            <a:ext cx="325730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54A9E-DF5E-4228-BC61-DF7B5B947C63}"/>
              </a:ext>
            </a:extLst>
          </p:cNvPr>
          <p:cNvSpPr/>
          <p:nvPr/>
        </p:nvSpPr>
        <p:spPr>
          <a:xfrm>
            <a:off x="3951111" y="1775178"/>
            <a:ext cx="3305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85FCE3-3076-4D47-A8C8-D89B7A505437}"/>
              </a:ext>
            </a:extLst>
          </p:cNvPr>
          <p:cNvSpPr/>
          <p:nvPr/>
        </p:nvSpPr>
        <p:spPr>
          <a:xfrm>
            <a:off x="1807780" y="7131270"/>
            <a:ext cx="2127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E674BE-3A1C-4AE1-9322-FE60A622F068}"/>
              </a:ext>
            </a:extLst>
          </p:cNvPr>
          <p:cNvSpPr/>
          <p:nvPr/>
        </p:nvSpPr>
        <p:spPr>
          <a:xfrm>
            <a:off x="5247290" y="7128640"/>
            <a:ext cx="2127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C0F1B-819A-46F1-8C2C-A41400D7145A}"/>
              </a:ext>
            </a:extLst>
          </p:cNvPr>
          <p:cNvSpPr/>
          <p:nvPr/>
        </p:nvSpPr>
        <p:spPr>
          <a:xfrm>
            <a:off x="5334000" y="4495800"/>
            <a:ext cx="2127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99F28C-C2B4-41E1-A035-8FF847C4C8BF}"/>
              </a:ext>
            </a:extLst>
          </p:cNvPr>
          <p:cNvSpPr/>
          <p:nvPr/>
        </p:nvSpPr>
        <p:spPr>
          <a:xfrm>
            <a:off x="1752600" y="4495800"/>
            <a:ext cx="2127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DDC001-AA2A-4E77-8960-4548D807F775}"/>
              </a:ext>
            </a:extLst>
          </p:cNvPr>
          <p:cNvSpPr/>
          <p:nvPr/>
        </p:nvSpPr>
        <p:spPr>
          <a:xfrm>
            <a:off x="5280378" y="1775178"/>
            <a:ext cx="2127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87CE09-D0F4-4149-A679-730868EEC2A9}"/>
              </a:ext>
            </a:extLst>
          </p:cNvPr>
          <p:cNvSpPr/>
          <p:nvPr/>
        </p:nvSpPr>
        <p:spPr>
          <a:xfrm>
            <a:off x="1730022" y="1775178"/>
            <a:ext cx="2127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Per:</a:t>
            </a:r>
            <a:r>
              <a:rPr lang="en-US" sz="12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58622F51-CC56-4854-8653-2DFE3495B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756498"/>
              </p:ext>
            </p:extLst>
          </p:nvPr>
        </p:nvGraphicFramePr>
        <p:xfrm>
          <a:off x="732155" y="1818640"/>
          <a:ext cx="656590" cy="22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596880" imgH="203040" progId="Equation.DSMT4">
                  <p:embed/>
                </p:oleObj>
              </mc:Choice>
              <mc:Fallback>
                <p:oleObj name="Equation" r:id="rId4" imgW="596880" imgH="203040" progId="Equation.DSMT4">
                  <p:embed/>
                  <p:pic>
                    <p:nvPicPr>
                      <p:cNvPr id="413" name="Object 41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2155" y="1818640"/>
                        <a:ext cx="656590" cy="223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839EA64F-F818-47A0-BE4D-7B7C4DE417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19266"/>
              </p:ext>
            </p:extLst>
          </p:nvPr>
        </p:nvGraphicFramePr>
        <p:xfrm>
          <a:off x="4223809" y="1807351"/>
          <a:ext cx="768350" cy="22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698400" imgH="203040" progId="Equation.DSMT4">
                  <p:embed/>
                </p:oleObj>
              </mc:Choice>
              <mc:Fallback>
                <p:oleObj name="Equation" r:id="rId6" imgW="698400" imgH="203040" progId="Equation.DSMT4">
                  <p:embed/>
                  <p:pic>
                    <p:nvPicPr>
                      <p:cNvPr id="414" name="Object 41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23809" y="1807351"/>
                        <a:ext cx="768350" cy="223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212481-BA97-413D-BC79-5EAF129A7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2173224"/>
            <a:ext cx="3376246" cy="20179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511620-4D6B-4914-ABBA-04FBFAC8DF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182240"/>
            <a:ext cx="3352800" cy="20039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6127CA-E2EB-4D89-A513-EC030B1E32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7543800"/>
            <a:ext cx="3505200" cy="20950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30A9348-6C05-496A-BAAF-B2380363E8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8960" y="7564820"/>
            <a:ext cx="3429000" cy="20495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CC408DA-7EAA-416D-9B64-4523F5226F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876800"/>
            <a:ext cx="3429000" cy="204951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CD054B4-4A57-4369-B8EC-775F44FEAA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4876800"/>
            <a:ext cx="3453911" cy="206440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72F7806-CE48-4A14-9CC4-66C1276EABEF}"/>
              </a:ext>
            </a:extLst>
          </p:cNvPr>
          <p:cNvSpPr/>
          <p:nvPr/>
        </p:nvSpPr>
        <p:spPr>
          <a:xfrm>
            <a:off x="457200" y="4495800"/>
            <a:ext cx="3305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3.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BEC729-F982-42F9-A5B3-98C82A4C9160}"/>
              </a:ext>
            </a:extLst>
          </p:cNvPr>
          <p:cNvSpPr/>
          <p:nvPr/>
        </p:nvSpPr>
        <p:spPr>
          <a:xfrm>
            <a:off x="3962400" y="4495800"/>
            <a:ext cx="3305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4.</a:t>
            </a:r>
            <a:endParaRPr lang="en-US" dirty="0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5469E545-CF58-4EE4-A2A8-3959A3941C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46339"/>
              </p:ext>
            </p:extLst>
          </p:nvPr>
        </p:nvGraphicFramePr>
        <p:xfrm>
          <a:off x="752630" y="4432715"/>
          <a:ext cx="72644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9" imgW="660240" imgH="368280" progId="Equation.DSMT4">
                  <p:embed/>
                </p:oleObj>
              </mc:Choice>
              <mc:Fallback>
                <p:oleObj name="Equation" r:id="rId9" imgW="660240" imgH="3682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2630" y="4432715"/>
                        <a:ext cx="72644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BDEED7BA-49F4-4BAB-B0CC-3B728B77CD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465484"/>
              </p:ext>
            </p:extLst>
          </p:nvPr>
        </p:nvGraphicFramePr>
        <p:xfrm>
          <a:off x="4242785" y="4432715"/>
          <a:ext cx="76835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11" imgW="698400" imgH="368280" progId="Equation.DSMT4">
                  <p:embed/>
                </p:oleObj>
              </mc:Choice>
              <mc:Fallback>
                <p:oleObj name="Equation" r:id="rId11" imgW="698400" imgH="3682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42785" y="4432715"/>
                        <a:ext cx="76835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3D84792E-14C5-4420-9421-6A77CE2B3B02}"/>
              </a:ext>
            </a:extLst>
          </p:cNvPr>
          <p:cNvSpPr/>
          <p:nvPr/>
        </p:nvSpPr>
        <p:spPr>
          <a:xfrm>
            <a:off x="467710" y="7131270"/>
            <a:ext cx="3305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ahoma" panose="020B0604030504040204" pitchFamily="34" charset="0"/>
                <a:ea typeface="Calibri" panose="020F0502020204030204" pitchFamily="34" charset="0"/>
              </a:rPr>
              <a:t>5.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FD379A-DE1C-43F7-8BCB-5F922822CCCE}"/>
              </a:ext>
            </a:extLst>
          </p:cNvPr>
          <p:cNvSpPr/>
          <p:nvPr/>
        </p:nvSpPr>
        <p:spPr>
          <a:xfrm>
            <a:off x="3951890" y="7118130"/>
            <a:ext cx="3305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ahoma" panose="020B0604030504040204" pitchFamily="34" charset="0"/>
                <a:ea typeface="Calibri" panose="020F0502020204030204" pitchFamily="34" charset="0"/>
              </a:rPr>
              <a:t>6.</a:t>
            </a:r>
            <a:endParaRPr lang="en-US" dirty="0"/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22A30EA3-63E7-4B63-9725-BC192D2AD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238230"/>
              </p:ext>
            </p:extLst>
          </p:nvPr>
        </p:nvGraphicFramePr>
        <p:xfrm>
          <a:off x="722630" y="7068185"/>
          <a:ext cx="86614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3" imgW="787320" imgH="368280" progId="Equation.DSMT4">
                  <p:embed/>
                </p:oleObj>
              </mc:Choice>
              <mc:Fallback>
                <p:oleObj name="Equation" r:id="rId13" imgW="787320" imgH="3682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2630" y="7068185"/>
                        <a:ext cx="86614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0A89FA76-129C-4A81-B788-47587A26C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422429"/>
              </p:ext>
            </p:extLst>
          </p:nvPr>
        </p:nvGraphicFramePr>
        <p:xfrm>
          <a:off x="4227830" y="7068185"/>
          <a:ext cx="86614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15" imgW="787320" imgH="368280" progId="Equation.DSMT4">
                  <p:embed/>
                </p:oleObj>
              </mc:Choice>
              <mc:Fallback>
                <p:oleObj name="Equation" r:id="rId15" imgW="787320" imgH="368280" progId="Equation.DSMT4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27830" y="7068185"/>
                        <a:ext cx="86614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2151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3C4696-3817-44A1-B7B7-CB55D493A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365" y="7750027"/>
            <a:ext cx="3505200" cy="20950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30B055-41E8-4420-99BA-270AB7964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115" y="5725031"/>
            <a:ext cx="3503735" cy="20941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1BBEB6-8BDF-4B96-A6EB-B30BEC61A161}"/>
              </a:ext>
            </a:extLst>
          </p:cNvPr>
          <p:cNvSpPr/>
          <p:nvPr/>
        </p:nvSpPr>
        <p:spPr>
          <a:xfrm>
            <a:off x="900545" y="574961"/>
            <a:ext cx="685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67B634-AAEF-45B8-8DC6-A7D475A8D7D1}"/>
              </a:ext>
            </a:extLst>
          </p:cNvPr>
          <p:cNvSpPr/>
          <p:nvPr/>
        </p:nvSpPr>
        <p:spPr>
          <a:xfrm>
            <a:off x="443345" y="561111"/>
            <a:ext cx="330540" cy="3046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ahoma" panose="020B0604030504040204" pitchFamily="34" charset="0"/>
                <a:ea typeface="Calibri" panose="020F0502020204030204" pitchFamily="34" charset="0"/>
              </a:rPr>
              <a:t>7.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F9BBE-F0F0-411B-8BC3-9D3313BF98B6}"/>
              </a:ext>
            </a:extLst>
          </p:cNvPr>
          <p:cNvSpPr/>
          <p:nvPr/>
        </p:nvSpPr>
        <p:spPr>
          <a:xfrm>
            <a:off x="3948545" y="561111"/>
            <a:ext cx="330540" cy="3046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ahoma" panose="020B0604030504040204" pitchFamily="34" charset="0"/>
                <a:ea typeface="Calibri" panose="020F0502020204030204" pitchFamily="34" charset="0"/>
              </a:rPr>
              <a:t>8.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79CB1C-5F89-4A48-AAC7-544369E65089}"/>
              </a:ext>
            </a:extLst>
          </p:cNvPr>
          <p:cNvSpPr/>
          <p:nvPr/>
        </p:nvSpPr>
        <p:spPr>
          <a:xfrm>
            <a:off x="443345" y="3044891"/>
            <a:ext cx="3305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ahoma" panose="020B0604030504040204" pitchFamily="34" charset="0"/>
                <a:ea typeface="Calibri" panose="020F0502020204030204" pitchFamily="34" charset="0"/>
              </a:rPr>
              <a:t>9.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6D51B1-DE22-4873-B4E9-8307EB26FCC1}"/>
              </a:ext>
            </a:extLst>
          </p:cNvPr>
          <p:cNvSpPr/>
          <p:nvPr/>
        </p:nvSpPr>
        <p:spPr>
          <a:xfrm>
            <a:off x="4061535" y="3058031"/>
            <a:ext cx="4732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ahoma" panose="020B0604030504040204" pitchFamily="34" charset="0"/>
                <a:ea typeface="Calibri" panose="020F0502020204030204" pitchFamily="34" charset="0"/>
              </a:rPr>
              <a:t>10.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8405E2-154D-4DDE-B47A-4C5038F40951}"/>
              </a:ext>
            </a:extLst>
          </p:cNvPr>
          <p:cNvSpPr/>
          <p:nvPr/>
        </p:nvSpPr>
        <p:spPr>
          <a:xfrm>
            <a:off x="1772905" y="3034381"/>
            <a:ext cx="2127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222222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Amp: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__________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Per: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_________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6D5E7B-B217-4697-9A93-9DB6F1FC1E58}"/>
              </a:ext>
            </a:extLst>
          </p:cNvPr>
          <p:cNvSpPr/>
          <p:nvPr/>
        </p:nvSpPr>
        <p:spPr>
          <a:xfrm>
            <a:off x="5380575" y="3034381"/>
            <a:ext cx="2127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222222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Amp: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__________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Per: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_________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8D5617-EF22-4F74-B312-8359C3BF9F51}"/>
              </a:ext>
            </a:extLst>
          </p:cNvPr>
          <p:cNvSpPr/>
          <p:nvPr/>
        </p:nvSpPr>
        <p:spPr>
          <a:xfrm>
            <a:off x="5278105" y="564451"/>
            <a:ext cx="2127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222222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Amp: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__________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Per: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_________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2534C2-2B5C-471C-A35A-249E3C25E415}"/>
              </a:ext>
            </a:extLst>
          </p:cNvPr>
          <p:cNvSpPr/>
          <p:nvPr/>
        </p:nvSpPr>
        <p:spPr>
          <a:xfrm>
            <a:off x="1880635" y="564451"/>
            <a:ext cx="2127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50" b="1" dirty="0">
                <a:solidFill>
                  <a:srgbClr val="222222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Amp: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__________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Per:</a:t>
            </a:r>
            <a:r>
              <a:rPr lang="en-US" sz="1200" b="1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0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_________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A2CD27-4B55-4894-8088-CF30753A8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745" y="3394361"/>
            <a:ext cx="3581400" cy="21406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F836DE-A2FA-4A5B-9FA9-3A396F487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45" y="3394361"/>
            <a:ext cx="3530112" cy="21099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3B4353-8DBD-45F6-8BB7-1DDEF125E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45" y="955961"/>
            <a:ext cx="3505200" cy="20950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DED83A-A970-4117-B435-DE76FB218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745" y="955961"/>
            <a:ext cx="3505200" cy="2095062"/>
          </a:xfrm>
          <a:prstGeom prst="rect">
            <a:avLst/>
          </a:prstGeom>
        </p:spPr>
      </p:pic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CB26B611-24B9-49A4-AA71-271313B97B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070821"/>
              </p:ext>
            </p:extLst>
          </p:nvPr>
        </p:nvGraphicFramePr>
        <p:xfrm>
          <a:off x="717380" y="490856"/>
          <a:ext cx="90805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5" imgW="825480" imgH="368280" progId="Equation.DSMT4">
                  <p:embed/>
                </p:oleObj>
              </mc:Choice>
              <mc:Fallback>
                <p:oleObj name="Equation" r:id="rId5" imgW="825480" imgH="368280" progId="Equation.DSMT4">
                  <p:embed/>
                  <p:pic>
                    <p:nvPicPr>
                      <p:cNvPr id="428" name="Object 4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7380" y="490856"/>
                        <a:ext cx="90805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1DD00452-27D9-42A0-91B3-39A52FCBF7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775730"/>
              </p:ext>
            </p:extLst>
          </p:nvPr>
        </p:nvGraphicFramePr>
        <p:xfrm>
          <a:off x="4259280" y="490856"/>
          <a:ext cx="85217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7" imgW="774360" imgH="368280" progId="Equation.DSMT4">
                  <p:embed/>
                </p:oleObj>
              </mc:Choice>
              <mc:Fallback>
                <p:oleObj name="Equation" r:id="rId7" imgW="774360" imgH="368280" progId="Equation.DSMT4">
                  <p:embed/>
                  <p:pic>
                    <p:nvPicPr>
                      <p:cNvPr id="430" name="Object 42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9280" y="490856"/>
                        <a:ext cx="85217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EE2C2E37-90EE-4504-9030-B14E21E60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475766"/>
              </p:ext>
            </p:extLst>
          </p:nvPr>
        </p:nvGraphicFramePr>
        <p:xfrm>
          <a:off x="719920" y="2992316"/>
          <a:ext cx="85217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9" imgW="774360" imgH="368280" progId="Equation.DSMT4">
                  <p:embed/>
                </p:oleObj>
              </mc:Choice>
              <mc:Fallback>
                <p:oleObj name="Equation" r:id="rId9" imgW="774360" imgH="368280" progId="Equation.DSMT4">
                  <p:embed/>
                  <p:pic>
                    <p:nvPicPr>
                      <p:cNvPr id="431" name="Object 43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9920" y="2992316"/>
                        <a:ext cx="85217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65B90298-31FF-4D66-8DBF-ECA2FEB5FC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590143"/>
              </p:ext>
            </p:extLst>
          </p:nvPr>
        </p:nvGraphicFramePr>
        <p:xfrm>
          <a:off x="4441305" y="2994946"/>
          <a:ext cx="89408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11" imgW="812520" imgH="368280" progId="Equation.DSMT4">
                  <p:embed/>
                </p:oleObj>
              </mc:Choice>
              <mc:Fallback>
                <p:oleObj name="Equation" r:id="rId11" imgW="812520" imgH="368280" progId="Equation.DSMT4">
                  <p:embed/>
                  <p:pic>
                    <p:nvPicPr>
                      <p:cNvPr id="432" name="Object 43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41305" y="2994946"/>
                        <a:ext cx="89408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5A301B26-349C-40D3-B58A-7B6C6A511414}"/>
              </a:ext>
            </a:extLst>
          </p:cNvPr>
          <p:cNvSpPr/>
          <p:nvPr/>
        </p:nvSpPr>
        <p:spPr>
          <a:xfrm>
            <a:off x="443345" y="5527961"/>
            <a:ext cx="6972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Directions: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Identify the amplitude, if possible, period, translations, and midline.  Then graph.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9C783C-BD8A-4530-AD7F-6EBEC1DD98D9}"/>
              </a:ext>
            </a:extLst>
          </p:cNvPr>
          <p:cNvSpPr/>
          <p:nvPr/>
        </p:nvSpPr>
        <p:spPr>
          <a:xfrm>
            <a:off x="443345" y="5756561"/>
            <a:ext cx="4732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ahoma" panose="020B0604030504040204" pitchFamily="34" charset="0"/>
                <a:ea typeface="Calibri" panose="020F0502020204030204" pitchFamily="34" charset="0"/>
              </a:rPr>
              <a:t>11. </a:t>
            </a:r>
            <a:endParaRPr lang="en-US" dirty="0"/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002809AC-61D0-4E26-970D-6EB299FE8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515116"/>
              </p:ext>
            </p:extLst>
          </p:nvPr>
        </p:nvGraphicFramePr>
        <p:xfrm>
          <a:off x="847995" y="5790721"/>
          <a:ext cx="1313180" cy="25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3" imgW="1193760" imgH="228600" progId="Equation.DSMT4">
                  <p:embed/>
                </p:oleObj>
              </mc:Choice>
              <mc:Fallback>
                <p:oleObj name="Equation" r:id="rId13" imgW="1193760" imgH="228600" progId="Equation.DSMT4">
                  <p:embed/>
                  <p:pic>
                    <p:nvPicPr>
                      <p:cNvPr id="435" name="Object 43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47995" y="5790721"/>
                        <a:ext cx="1313180" cy="251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CE02E031-A56E-4F5C-9E99-1C9EF04879E7}"/>
              </a:ext>
            </a:extLst>
          </p:cNvPr>
          <p:cNvSpPr/>
          <p:nvPr/>
        </p:nvSpPr>
        <p:spPr>
          <a:xfrm>
            <a:off x="3415145" y="5730291"/>
            <a:ext cx="38862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Amplitude: </a:t>
            </a:r>
            <a:r>
              <a:rPr lang="en-US" sz="9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20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Period: </a:t>
            </a:r>
            <a:r>
              <a:rPr lang="en-US" sz="9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20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Shift: </a:t>
            </a:r>
            <a:r>
              <a:rPr lang="en-US" sz="9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20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Vertical Shift: </a:t>
            </a:r>
            <a:r>
              <a:rPr lang="en-US" sz="9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</a:t>
            </a:r>
          </a:p>
          <a:p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Midline: </a:t>
            </a:r>
            <a:r>
              <a:rPr lang="en-US" sz="9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3FECF8-C575-483A-8DAA-F575613B3C66}"/>
              </a:ext>
            </a:extLst>
          </p:cNvPr>
          <p:cNvSpPr/>
          <p:nvPr/>
        </p:nvSpPr>
        <p:spPr>
          <a:xfrm>
            <a:off x="3415145" y="7750901"/>
            <a:ext cx="38862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Amplitude: </a:t>
            </a:r>
            <a:r>
              <a:rPr lang="en-US" sz="9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20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Period: </a:t>
            </a:r>
            <a:r>
              <a:rPr lang="en-US" sz="9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20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 Shift: </a:t>
            </a:r>
            <a:r>
              <a:rPr lang="en-US" sz="9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200000"/>
              </a:lnSpc>
            </a:pPr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Vertical Shift: </a:t>
            </a:r>
            <a:r>
              <a:rPr lang="en-US" sz="9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0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Midline: </a:t>
            </a:r>
            <a:r>
              <a:rPr lang="en-US" sz="9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568337-2F13-4F23-AE70-E406B94AA21A}"/>
              </a:ext>
            </a:extLst>
          </p:cNvPr>
          <p:cNvSpPr/>
          <p:nvPr/>
        </p:nvSpPr>
        <p:spPr>
          <a:xfrm>
            <a:off x="453855" y="7758781"/>
            <a:ext cx="4283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ahoma" panose="020B0604030504040204" pitchFamily="34" charset="0"/>
                <a:ea typeface="Calibri" panose="020F0502020204030204" pitchFamily="34" charset="0"/>
              </a:rPr>
              <a:t>12.</a:t>
            </a:r>
            <a:endParaRPr lang="en-US" dirty="0"/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EEB29E91-C848-4F9A-AE07-9B3EE48955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472632"/>
              </p:ext>
            </p:extLst>
          </p:nvPr>
        </p:nvGraphicFramePr>
        <p:xfrm>
          <a:off x="791740" y="7672771"/>
          <a:ext cx="141097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15" imgW="1282680" imgH="406080" progId="Equation.DSMT4">
                  <p:embed/>
                </p:oleObj>
              </mc:Choice>
              <mc:Fallback>
                <p:oleObj name="Equation" r:id="rId15" imgW="1282680" imgH="406080" progId="Equation.DSMT4">
                  <p:embed/>
                  <p:pic>
                    <p:nvPicPr>
                      <p:cNvPr id="444" name="Object 44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1740" y="7672771"/>
                        <a:ext cx="1410970" cy="447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560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158</Words>
  <Application>Microsoft Office PowerPoint</Application>
  <PresentationFormat>Custom</PresentationFormat>
  <Paragraphs>36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</cp:revision>
  <dcterms:created xsi:type="dcterms:W3CDTF">2018-02-02T01:04:04Z</dcterms:created>
  <dcterms:modified xsi:type="dcterms:W3CDTF">2018-02-02T01:06:11Z</dcterms:modified>
</cp:coreProperties>
</file>