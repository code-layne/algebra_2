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1468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26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12" Type="http://schemas.openxmlformats.org/officeDocument/2006/relationships/image" Target="../media/image25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11" Type="http://schemas.openxmlformats.org/officeDocument/2006/relationships/image" Target="../media/image24.wmf"/><Relationship Id="rId5" Type="http://schemas.openxmlformats.org/officeDocument/2006/relationships/image" Target="../media/image18.wmf"/><Relationship Id="rId10" Type="http://schemas.openxmlformats.org/officeDocument/2006/relationships/image" Target="../media/image23.wmf"/><Relationship Id="rId4" Type="http://schemas.openxmlformats.org/officeDocument/2006/relationships/image" Target="../media/image17.wmf"/><Relationship Id="rId9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22915" y="9800950"/>
            <a:ext cx="1596390" cy="121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" Type="http://schemas.openxmlformats.org/officeDocument/2006/relationships/image" Target="../media/image13.PNG"/><Relationship Id="rId21" Type="http://schemas.openxmlformats.org/officeDocument/2006/relationships/image" Target="../media/image9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image" Target="../media/image11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1.bin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2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8.wmf"/><Relationship Id="rId18" Type="http://schemas.openxmlformats.org/officeDocument/2006/relationships/oleObject" Target="../embeddings/oleObject20.bin"/><Relationship Id="rId26" Type="http://schemas.openxmlformats.org/officeDocument/2006/relationships/oleObject" Target="../embeddings/oleObject24.bin"/><Relationship Id="rId3" Type="http://schemas.openxmlformats.org/officeDocument/2006/relationships/image" Target="../media/image27.PNG"/><Relationship Id="rId21" Type="http://schemas.openxmlformats.org/officeDocument/2006/relationships/image" Target="../media/image22.wmf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20.wmf"/><Relationship Id="rId25" Type="http://schemas.openxmlformats.org/officeDocument/2006/relationships/image" Target="../media/image24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19.bin"/><Relationship Id="rId20" Type="http://schemas.openxmlformats.org/officeDocument/2006/relationships/oleObject" Target="../embeddings/oleObject21.bin"/><Relationship Id="rId29" Type="http://schemas.openxmlformats.org/officeDocument/2006/relationships/image" Target="../media/image26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7.wmf"/><Relationship Id="rId24" Type="http://schemas.openxmlformats.org/officeDocument/2006/relationships/oleObject" Target="../embeddings/oleObject23.bin"/><Relationship Id="rId5" Type="http://schemas.openxmlformats.org/officeDocument/2006/relationships/image" Target="../media/image14.wmf"/><Relationship Id="rId15" Type="http://schemas.openxmlformats.org/officeDocument/2006/relationships/image" Target="../media/image19.wmf"/><Relationship Id="rId23" Type="http://schemas.openxmlformats.org/officeDocument/2006/relationships/image" Target="../media/image23.wmf"/><Relationship Id="rId28" Type="http://schemas.openxmlformats.org/officeDocument/2006/relationships/oleObject" Target="../embeddings/oleObject25.bin"/><Relationship Id="rId10" Type="http://schemas.openxmlformats.org/officeDocument/2006/relationships/oleObject" Target="../embeddings/oleObject16.bin"/><Relationship Id="rId19" Type="http://schemas.openxmlformats.org/officeDocument/2006/relationships/image" Target="../media/image21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18.bin"/><Relationship Id="rId22" Type="http://schemas.openxmlformats.org/officeDocument/2006/relationships/oleObject" Target="../embeddings/oleObject22.bin"/><Relationship Id="rId27" Type="http://schemas.openxmlformats.org/officeDocument/2006/relationships/image" Target="../media/image25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2.wmf"/><Relationship Id="rId3" Type="http://schemas.openxmlformats.org/officeDocument/2006/relationships/image" Target="../media/image27.PNG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3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5" Type="http://schemas.openxmlformats.org/officeDocument/2006/relationships/image" Target="../media/image33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3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7">
            <a:extLst>
              <a:ext uri="{FF2B5EF4-FFF2-40B4-BE49-F238E27FC236}">
                <a16:creationId xmlns:a16="http://schemas.microsoft.com/office/drawing/2014/main" id="{C029999A-861F-45B4-9994-D8C855BA1108}"/>
              </a:ext>
            </a:extLst>
          </p:cNvPr>
          <p:cNvSpPr txBox="1"/>
          <p:nvPr/>
        </p:nvSpPr>
        <p:spPr>
          <a:xfrm>
            <a:off x="6372863" y="1685797"/>
            <a:ext cx="100266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89330" algn="l"/>
              </a:tabLst>
            </a:pPr>
            <a:r>
              <a:rPr sz="1150" b="1" spc="-5" dirty="0">
                <a:latin typeface="Tahoma"/>
                <a:cs typeface="Tahoma"/>
              </a:rPr>
              <a:t>1. </a:t>
            </a:r>
            <a:r>
              <a:rPr sz="1150" u="sng" dirty="0">
                <a:latin typeface="Times New Roman"/>
                <a:cs typeface="Times New Roman"/>
              </a:rPr>
              <a:t> 	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53" name="object 11">
            <a:extLst>
              <a:ext uri="{FF2B5EF4-FFF2-40B4-BE49-F238E27FC236}">
                <a16:creationId xmlns:a16="http://schemas.microsoft.com/office/drawing/2014/main" id="{1455D572-A2C5-4E79-AAB2-75F219B51F3A}"/>
              </a:ext>
            </a:extLst>
          </p:cNvPr>
          <p:cNvSpPr txBox="1"/>
          <p:nvPr/>
        </p:nvSpPr>
        <p:spPr>
          <a:xfrm>
            <a:off x="6372863" y="2965957"/>
            <a:ext cx="100266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89330" algn="l"/>
              </a:tabLst>
            </a:pPr>
            <a:r>
              <a:rPr sz="1150" b="1" spc="-5" dirty="0">
                <a:latin typeface="Tahoma"/>
                <a:cs typeface="Tahoma"/>
              </a:rPr>
              <a:t>2. </a:t>
            </a:r>
            <a:r>
              <a:rPr sz="1150" u="sng" dirty="0">
                <a:latin typeface="Times New Roman"/>
                <a:cs typeface="Times New Roman"/>
              </a:rPr>
              <a:t> 	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54" name="object 12">
            <a:extLst>
              <a:ext uri="{FF2B5EF4-FFF2-40B4-BE49-F238E27FC236}">
                <a16:creationId xmlns:a16="http://schemas.microsoft.com/office/drawing/2014/main" id="{FCF6424E-E414-4F84-957B-95064E814E37}"/>
              </a:ext>
            </a:extLst>
          </p:cNvPr>
          <p:cNvSpPr txBox="1"/>
          <p:nvPr/>
        </p:nvSpPr>
        <p:spPr>
          <a:xfrm>
            <a:off x="543559" y="4246117"/>
            <a:ext cx="3076575" cy="189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b="1" spc="-5" dirty="0">
                <a:latin typeface="Tahoma"/>
                <a:cs typeface="Tahoma"/>
              </a:rPr>
              <a:t>Sum and </a:t>
            </a:r>
            <a:r>
              <a:rPr sz="1150" b="1" dirty="0">
                <a:latin typeface="Tahoma"/>
                <a:cs typeface="Tahoma"/>
              </a:rPr>
              <a:t>Differences </a:t>
            </a:r>
            <a:r>
              <a:rPr sz="1150" b="1" spc="-5" dirty="0">
                <a:latin typeface="Tahoma"/>
                <a:cs typeface="Tahoma"/>
              </a:rPr>
              <a:t>of Angles</a:t>
            </a:r>
            <a:r>
              <a:rPr sz="1150" b="1" spc="-30" dirty="0">
                <a:latin typeface="Tahoma"/>
                <a:cs typeface="Tahoma"/>
              </a:rPr>
              <a:t> </a:t>
            </a:r>
            <a:r>
              <a:rPr sz="1150" b="1" spc="-5" dirty="0">
                <a:latin typeface="Tahoma"/>
                <a:cs typeface="Tahoma"/>
              </a:rPr>
              <a:t>Identities:</a:t>
            </a:r>
            <a:endParaRPr sz="1150" dirty="0">
              <a:latin typeface="Tahoma"/>
              <a:cs typeface="Tahoma"/>
            </a:endParaRPr>
          </a:p>
        </p:txBody>
      </p:sp>
      <p:sp>
        <p:nvSpPr>
          <p:cNvPr id="55" name="object 15">
            <a:extLst>
              <a:ext uri="{FF2B5EF4-FFF2-40B4-BE49-F238E27FC236}">
                <a16:creationId xmlns:a16="http://schemas.microsoft.com/office/drawing/2014/main" id="{45451406-4E08-48D0-B976-7D3368EF0D96}"/>
              </a:ext>
            </a:extLst>
          </p:cNvPr>
          <p:cNvSpPr txBox="1"/>
          <p:nvPr/>
        </p:nvSpPr>
        <p:spPr>
          <a:xfrm>
            <a:off x="6372863" y="4474717"/>
            <a:ext cx="100266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89330" algn="l"/>
              </a:tabLst>
            </a:pPr>
            <a:r>
              <a:rPr sz="1150" b="1" spc="-5" dirty="0">
                <a:latin typeface="Tahoma"/>
                <a:cs typeface="Tahoma"/>
              </a:rPr>
              <a:t>3. </a:t>
            </a:r>
            <a:r>
              <a:rPr sz="1150" u="sng" dirty="0">
                <a:latin typeface="Times New Roman"/>
                <a:cs typeface="Times New Roman"/>
              </a:rPr>
              <a:t> 	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56" name="object 19">
            <a:extLst>
              <a:ext uri="{FF2B5EF4-FFF2-40B4-BE49-F238E27FC236}">
                <a16:creationId xmlns:a16="http://schemas.microsoft.com/office/drawing/2014/main" id="{A06C2166-51AD-4E9D-B14A-21BCB23CE698}"/>
              </a:ext>
            </a:extLst>
          </p:cNvPr>
          <p:cNvSpPr txBox="1"/>
          <p:nvPr/>
        </p:nvSpPr>
        <p:spPr>
          <a:xfrm>
            <a:off x="6372863" y="5617717"/>
            <a:ext cx="100266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89330" algn="l"/>
              </a:tabLst>
            </a:pPr>
            <a:r>
              <a:rPr sz="1150" b="1" spc="-5" dirty="0">
                <a:latin typeface="Tahoma"/>
                <a:cs typeface="Tahoma"/>
              </a:rPr>
              <a:t>4. </a:t>
            </a:r>
            <a:r>
              <a:rPr sz="1150" u="sng" dirty="0">
                <a:latin typeface="Times New Roman"/>
                <a:cs typeface="Times New Roman"/>
              </a:rPr>
              <a:t> 	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57" name="object 25">
            <a:extLst>
              <a:ext uri="{FF2B5EF4-FFF2-40B4-BE49-F238E27FC236}">
                <a16:creationId xmlns:a16="http://schemas.microsoft.com/office/drawing/2014/main" id="{B7095E59-DAB5-45DD-84CF-33BE35B1466D}"/>
              </a:ext>
            </a:extLst>
          </p:cNvPr>
          <p:cNvSpPr txBox="1"/>
          <p:nvPr/>
        </p:nvSpPr>
        <p:spPr>
          <a:xfrm>
            <a:off x="6287518" y="7170673"/>
            <a:ext cx="108966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76325" algn="l"/>
              </a:tabLst>
            </a:pPr>
            <a:r>
              <a:rPr sz="1150" b="1" spc="-5" dirty="0">
                <a:latin typeface="Tahoma"/>
                <a:cs typeface="Tahoma"/>
              </a:rPr>
              <a:t>5a. </a:t>
            </a:r>
            <a:r>
              <a:rPr sz="1150" u="sng" dirty="0">
                <a:latin typeface="Times New Roman"/>
                <a:cs typeface="Times New Roman"/>
              </a:rPr>
              <a:t> 	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58" name="object 27">
            <a:extLst>
              <a:ext uri="{FF2B5EF4-FFF2-40B4-BE49-F238E27FC236}">
                <a16:creationId xmlns:a16="http://schemas.microsoft.com/office/drawing/2014/main" id="{5B8867A4-8AEE-4F2A-89B5-39907559473D}"/>
              </a:ext>
            </a:extLst>
          </p:cNvPr>
          <p:cNvSpPr txBox="1"/>
          <p:nvPr/>
        </p:nvSpPr>
        <p:spPr>
          <a:xfrm>
            <a:off x="6372863" y="8450833"/>
            <a:ext cx="1001394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88060" algn="l"/>
              </a:tabLst>
            </a:pPr>
            <a:r>
              <a:rPr sz="1150" b="1" dirty="0">
                <a:latin typeface="Tahoma"/>
                <a:cs typeface="Tahoma"/>
              </a:rPr>
              <a:t>b.</a:t>
            </a:r>
            <a:r>
              <a:rPr sz="1150" b="1" spc="-5" dirty="0">
                <a:latin typeface="Tahoma"/>
                <a:cs typeface="Tahoma"/>
              </a:rPr>
              <a:t> </a:t>
            </a:r>
            <a:r>
              <a:rPr sz="1150" u="sng" dirty="0">
                <a:latin typeface="Times New Roman"/>
                <a:cs typeface="Times New Roman"/>
              </a:rPr>
              <a:t> 	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DC2A123-5E92-4C84-96BA-69A7728D9BE0}"/>
              </a:ext>
            </a:extLst>
          </p:cNvPr>
          <p:cNvSpPr/>
          <p:nvPr/>
        </p:nvSpPr>
        <p:spPr>
          <a:xfrm>
            <a:off x="457200" y="1447800"/>
            <a:ext cx="1946367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Pythagorean Identities:</a:t>
            </a:r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685A13F-B91F-455A-A156-3358553C98E2}"/>
              </a:ext>
            </a:extLst>
          </p:cNvPr>
          <p:cNvSpPr/>
          <p:nvPr/>
        </p:nvSpPr>
        <p:spPr>
          <a:xfrm>
            <a:off x="457200" y="1743075"/>
            <a:ext cx="41910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1.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Given</a:t>
            </a:r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and               ,</a:t>
            </a:r>
            <a:r>
              <a:rPr lang="en-US" sz="115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find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.</a:t>
            </a:r>
            <a:endParaRPr lang="en-US" dirty="0"/>
          </a:p>
        </p:txBody>
      </p:sp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6C0B4E4E-4BDB-40BD-87DE-98320324A3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584428"/>
              </p:ext>
            </p:extLst>
          </p:nvPr>
        </p:nvGraphicFramePr>
        <p:xfrm>
          <a:off x="1188720" y="1677035"/>
          <a:ext cx="67056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" name="Equation" r:id="rId4" imgW="609480" imgH="368280" progId="Equation.DSMT4">
                  <p:embed/>
                </p:oleObj>
              </mc:Choice>
              <mc:Fallback>
                <p:oleObj name="Equation" r:id="rId4" imgW="609480" imgH="368280" progId="Equation.DSMT4">
                  <p:embed/>
                  <p:pic>
                    <p:nvPicPr>
                      <p:cNvPr id="34" name="Object 3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8720" y="1677035"/>
                        <a:ext cx="67056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718F5B10-699C-41BB-A6CC-C955163EE4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535867"/>
              </p:ext>
            </p:extLst>
          </p:nvPr>
        </p:nvGraphicFramePr>
        <p:xfrm>
          <a:off x="2152015" y="1677035"/>
          <a:ext cx="64262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" name="Equation" r:id="rId6" imgW="583920" imgH="368280" progId="Equation.DSMT4">
                  <p:embed/>
                </p:oleObj>
              </mc:Choice>
              <mc:Fallback>
                <p:oleObj name="Equation" r:id="rId6" imgW="583920" imgH="368280" progId="Equation.DSMT4">
                  <p:embed/>
                  <p:pic>
                    <p:nvPicPr>
                      <p:cNvPr id="35" name="Object 3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52015" y="1677035"/>
                        <a:ext cx="64262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>
            <a:extLst>
              <a:ext uri="{FF2B5EF4-FFF2-40B4-BE49-F238E27FC236}">
                <a16:creationId xmlns:a16="http://schemas.microsoft.com/office/drawing/2014/main" id="{9678E36C-3274-47FF-B7EA-1629999BF8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5479678"/>
              </p:ext>
            </p:extLst>
          </p:nvPr>
        </p:nvGraphicFramePr>
        <p:xfrm>
          <a:off x="3161373" y="1791773"/>
          <a:ext cx="439496" cy="185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" name="Equation" r:id="rId8" imgW="330120" imgH="164880" progId="Equation.DSMT4">
                  <p:embed/>
                </p:oleObj>
              </mc:Choice>
              <mc:Fallback>
                <p:oleObj name="Equation" r:id="rId8" imgW="330120" imgH="164880" progId="Equation.DSMT4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61373" y="1791773"/>
                        <a:ext cx="439496" cy="1859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ctangle 63">
            <a:extLst>
              <a:ext uri="{FF2B5EF4-FFF2-40B4-BE49-F238E27FC236}">
                <a16:creationId xmlns:a16="http://schemas.microsoft.com/office/drawing/2014/main" id="{80203640-E5B6-452F-9762-3B0B97E50BB6}"/>
              </a:ext>
            </a:extLst>
          </p:cNvPr>
          <p:cNvSpPr/>
          <p:nvPr/>
        </p:nvSpPr>
        <p:spPr>
          <a:xfrm>
            <a:off x="457200" y="2895600"/>
            <a:ext cx="44958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2.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Given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and             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,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find        .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21FAD36E-846E-4B2E-8C29-1A55FF0236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093167"/>
              </p:ext>
            </p:extLst>
          </p:nvPr>
        </p:nvGraphicFramePr>
        <p:xfrm>
          <a:off x="1158240" y="2829560"/>
          <a:ext cx="71247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" name="Equation" r:id="rId10" imgW="647640" imgH="368280" progId="Equation.DSMT4">
                  <p:embed/>
                </p:oleObj>
              </mc:Choice>
              <mc:Fallback>
                <p:oleObj name="Equation" r:id="rId10" imgW="647640" imgH="368280" progId="Equation.DSMT4">
                  <p:embed/>
                  <p:pic>
                    <p:nvPicPr>
                      <p:cNvPr id="38" name="Object 3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58240" y="2829560"/>
                        <a:ext cx="71247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65">
            <a:extLst>
              <a:ext uri="{FF2B5EF4-FFF2-40B4-BE49-F238E27FC236}">
                <a16:creationId xmlns:a16="http://schemas.microsoft.com/office/drawing/2014/main" id="{0EDD5ECB-9B43-469F-8769-537D83C5BE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213421"/>
              </p:ext>
            </p:extLst>
          </p:nvPr>
        </p:nvGraphicFramePr>
        <p:xfrm>
          <a:off x="2110105" y="2839243"/>
          <a:ext cx="72644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" name="Equation" r:id="rId12" imgW="660240" imgH="368280" progId="Equation.DSMT4">
                  <p:embed/>
                </p:oleObj>
              </mc:Choice>
              <mc:Fallback>
                <p:oleObj name="Equation" r:id="rId12" imgW="660240" imgH="368280" progId="Equation.DSMT4">
                  <p:embed/>
                  <p:pic>
                    <p:nvPicPr>
                      <p:cNvPr id="39" name="Object 3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10105" y="2839243"/>
                        <a:ext cx="726440" cy="40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1F7E3E09-0D14-40D9-B0D5-C3E3629614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253198"/>
              </p:ext>
            </p:extLst>
          </p:nvPr>
        </p:nvGraphicFramePr>
        <p:xfrm>
          <a:off x="3194050" y="2944495"/>
          <a:ext cx="349250" cy="181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" name="Equation" r:id="rId14" imgW="317160" imgH="164880" progId="Equation.DSMT4">
                  <p:embed/>
                </p:oleObj>
              </mc:Choice>
              <mc:Fallback>
                <p:oleObj name="Equation" r:id="rId14" imgW="317160" imgH="164880" progId="Equation.DSMT4">
                  <p:embed/>
                  <p:pic>
                    <p:nvPicPr>
                      <p:cNvPr id="40" name="Object 3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194050" y="2944495"/>
                        <a:ext cx="349250" cy="181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Rectangle 67">
            <a:extLst>
              <a:ext uri="{FF2B5EF4-FFF2-40B4-BE49-F238E27FC236}">
                <a16:creationId xmlns:a16="http://schemas.microsoft.com/office/drawing/2014/main" id="{A60764A2-F99B-4EB6-B1E5-77D41E6C83EC}"/>
              </a:ext>
            </a:extLst>
          </p:cNvPr>
          <p:cNvSpPr/>
          <p:nvPr/>
        </p:nvSpPr>
        <p:spPr>
          <a:xfrm>
            <a:off x="457200" y="4495800"/>
            <a:ext cx="26670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3.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Find the exact value of            .</a:t>
            </a:r>
            <a:endParaRPr lang="en-US" dirty="0"/>
          </a:p>
        </p:txBody>
      </p:sp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FA7B9C13-1517-4EAF-A605-094565BF28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862253"/>
              </p:ext>
            </p:extLst>
          </p:nvPr>
        </p:nvGraphicFramePr>
        <p:xfrm>
          <a:off x="2223135" y="4429760"/>
          <a:ext cx="54483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" name="Equation" r:id="rId16" imgW="495000" imgH="368280" progId="Equation.DSMT4">
                  <p:embed/>
                </p:oleObj>
              </mc:Choice>
              <mc:Fallback>
                <p:oleObj name="Equation" r:id="rId16" imgW="495000" imgH="368280" progId="Equation.DSMT4">
                  <p:embed/>
                  <p:pic>
                    <p:nvPicPr>
                      <p:cNvPr id="42" name="Object 4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223135" y="4429760"/>
                        <a:ext cx="54483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Rectangle 69">
            <a:extLst>
              <a:ext uri="{FF2B5EF4-FFF2-40B4-BE49-F238E27FC236}">
                <a16:creationId xmlns:a16="http://schemas.microsoft.com/office/drawing/2014/main" id="{FAB36266-DC69-4424-9F43-594985F0921C}"/>
              </a:ext>
            </a:extLst>
          </p:cNvPr>
          <p:cNvSpPr/>
          <p:nvPr/>
        </p:nvSpPr>
        <p:spPr>
          <a:xfrm>
            <a:off x="457200" y="5657850"/>
            <a:ext cx="28194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4.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Find the exact value of                .</a:t>
            </a:r>
            <a:endParaRPr lang="en-US" dirty="0"/>
          </a:p>
        </p:txBody>
      </p:sp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D969D0B7-5663-4C27-A2C4-43A47C1D65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9057604"/>
              </p:ext>
            </p:extLst>
          </p:nvPr>
        </p:nvGraphicFramePr>
        <p:xfrm>
          <a:off x="2234565" y="5580380"/>
          <a:ext cx="712470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" name="Equation" r:id="rId18" imgW="647640" imgH="406080" progId="Equation.DSMT4">
                  <p:embed/>
                </p:oleObj>
              </mc:Choice>
              <mc:Fallback>
                <p:oleObj name="Equation" r:id="rId18" imgW="647640" imgH="40608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234565" y="5580380"/>
                        <a:ext cx="712470" cy="447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Rectangle 71">
            <a:extLst>
              <a:ext uri="{FF2B5EF4-FFF2-40B4-BE49-F238E27FC236}">
                <a16:creationId xmlns:a16="http://schemas.microsoft.com/office/drawing/2014/main" id="{2758CF8F-3745-4C22-A69B-8A2D30798EB3}"/>
              </a:ext>
            </a:extLst>
          </p:cNvPr>
          <p:cNvSpPr/>
          <p:nvPr/>
        </p:nvSpPr>
        <p:spPr>
          <a:xfrm>
            <a:off x="495300" y="6781800"/>
            <a:ext cx="6781800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5.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Given angles 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and </a:t>
            </a:r>
            <a:r>
              <a:rPr lang="en-US" sz="125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in Quadrant I with 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and              , find:</a:t>
            </a:r>
            <a:endParaRPr lang="en-US" dirty="0"/>
          </a:p>
        </p:txBody>
      </p:sp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05770AEE-1066-48EE-854B-145762B6E7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986008"/>
              </p:ext>
            </p:extLst>
          </p:nvPr>
        </p:nvGraphicFramePr>
        <p:xfrm>
          <a:off x="3435985" y="6725285"/>
          <a:ext cx="68453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" name="Equation" r:id="rId20" imgW="622080" imgH="368280" progId="Equation.DSMT4">
                  <p:embed/>
                </p:oleObj>
              </mc:Choice>
              <mc:Fallback>
                <p:oleObj name="Equation" r:id="rId20" imgW="622080" imgH="368280" progId="Equation.DSMT4">
                  <p:embed/>
                  <p:pic>
                    <p:nvPicPr>
                      <p:cNvPr id="46" name="Object 4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435985" y="6725285"/>
                        <a:ext cx="68453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D46516B8-F2A1-4B6F-ABB6-76695BB0B3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216029"/>
              </p:ext>
            </p:extLst>
          </p:nvPr>
        </p:nvGraphicFramePr>
        <p:xfrm>
          <a:off x="4399915" y="6725285"/>
          <a:ext cx="64262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0" name="Equation" r:id="rId22" imgW="583920" imgH="368280" progId="Equation.DSMT4">
                  <p:embed/>
                </p:oleObj>
              </mc:Choice>
              <mc:Fallback>
                <p:oleObj name="Equation" r:id="rId22" imgW="583920" imgH="36828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399915" y="6725285"/>
                        <a:ext cx="64262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Rectangle 74">
            <a:extLst>
              <a:ext uri="{FF2B5EF4-FFF2-40B4-BE49-F238E27FC236}">
                <a16:creationId xmlns:a16="http://schemas.microsoft.com/office/drawing/2014/main" id="{D2518D6E-1DDC-4B24-948D-4A274F6CA67F}"/>
              </a:ext>
            </a:extLst>
          </p:cNvPr>
          <p:cNvSpPr/>
          <p:nvPr/>
        </p:nvSpPr>
        <p:spPr>
          <a:xfrm>
            <a:off x="723900" y="7134225"/>
            <a:ext cx="386644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a)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FE40E70-A4E4-4527-99FF-F5032DA42D8E}"/>
              </a:ext>
            </a:extLst>
          </p:cNvPr>
          <p:cNvSpPr/>
          <p:nvPr/>
        </p:nvSpPr>
        <p:spPr>
          <a:xfrm>
            <a:off x="762000" y="8391525"/>
            <a:ext cx="344966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b)</a:t>
            </a:r>
            <a:endParaRPr lang="en-US" dirty="0"/>
          </a:p>
        </p:txBody>
      </p:sp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7301DB88-99F8-48CC-82AC-9D6B35D0D5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850758"/>
              </p:ext>
            </p:extLst>
          </p:nvPr>
        </p:nvGraphicFramePr>
        <p:xfrm>
          <a:off x="990600" y="7162800"/>
          <a:ext cx="740410" cy="251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" name="Equation" r:id="rId24" imgW="672840" imgH="228600" progId="Equation.DSMT4">
                  <p:embed/>
                </p:oleObj>
              </mc:Choice>
              <mc:Fallback>
                <p:oleObj name="Equation" r:id="rId24" imgW="672840" imgH="228600" progId="Equation.DSMT4">
                  <p:embed/>
                  <p:pic>
                    <p:nvPicPr>
                      <p:cNvPr id="50" name="Object 49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90600" y="7162800"/>
                        <a:ext cx="740410" cy="251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0430F013-36F0-47E2-B6F3-901CF43DDA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973711"/>
              </p:ext>
            </p:extLst>
          </p:nvPr>
        </p:nvGraphicFramePr>
        <p:xfrm>
          <a:off x="1047750" y="8420100"/>
          <a:ext cx="726440" cy="251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" name="Equation" r:id="rId26" imgW="660240" imgH="228600" progId="Equation.DSMT4">
                  <p:embed/>
                </p:oleObj>
              </mc:Choice>
              <mc:Fallback>
                <p:oleObj name="Equation" r:id="rId26" imgW="660240" imgH="22860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047750" y="8420100"/>
                        <a:ext cx="726440" cy="251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 2">
            <a:extLst>
              <a:ext uri="{FF2B5EF4-FFF2-40B4-BE49-F238E27FC236}">
                <a16:creationId xmlns:a16="http://schemas.microsoft.com/office/drawing/2014/main" id="{DC7AC448-4DDE-4568-A023-89BBC862341E}"/>
              </a:ext>
            </a:extLst>
          </p:cNvPr>
          <p:cNvSpPr txBox="1"/>
          <p:nvPr/>
        </p:nvSpPr>
        <p:spPr>
          <a:xfrm>
            <a:off x="543559" y="638809"/>
            <a:ext cx="2968625" cy="189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b="1" spc="-5" dirty="0">
                <a:latin typeface="Tahoma"/>
                <a:cs typeface="Tahoma"/>
              </a:rPr>
              <a:t>Double-Angle and Half-Angle</a:t>
            </a:r>
            <a:r>
              <a:rPr sz="1150" b="1" spc="35" dirty="0">
                <a:latin typeface="Tahoma"/>
                <a:cs typeface="Tahoma"/>
              </a:rPr>
              <a:t> </a:t>
            </a:r>
            <a:r>
              <a:rPr sz="1150" b="1" spc="-5" dirty="0">
                <a:latin typeface="Tahoma"/>
                <a:cs typeface="Tahoma"/>
              </a:rPr>
              <a:t>Identities:</a:t>
            </a:r>
            <a:endParaRPr sz="1150" dirty="0">
              <a:latin typeface="Tahoma"/>
              <a:cs typeface="Tahoma"/>
            </a:endParaRPr>
          </a:p>
        </p:txBody>
      </p:sp>
      <p:sp>
        <p:nvSpPr>
          <p:cNvPr id="50" name="object 7">
            <a:extLst>
              <a:ext uri="{FF2B5EF4-FFF2-40B4-BE49-F238E27FC236}">
                <a16:creationId xmlns:a16="http://schemas.microsoft.com/office/drawing/2014/main" id="{EB281371-A7EE-4582-8460-641A4ED40F4E}"/>
              </a:ext>
            </a:extLst>
          </p:cNvPr>
          <p:cNvSpPr txBox="1"/>
          <p:nvPr/>
        </p:nvSpPr>
        <p:spPr>
          <a:xfrm>
            <a:off x="6380481" y="821690"/>
            <a:ext cx="100266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89330" algn="l"/>
              </a:tabLst>
            </a:pPr>
            <a:r>
              <a:rPr sz="1150" b="1" spc="-5" dirty="0">
                <a:latin typeface="Tahoma"/>
                <a:cs typeface="Tahoma"/>
              </a:rPr>
              <a:t>6. </a:t>
            </a:r>
            <a:r>
              <a:rPr sz="1150" u="sng" dirty="0">
                <a:latin typeface="Times New Roman"/>
                <a:cs typeface="Times New Roman"/>
              </a:rPr>
              <a:t> 	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51" name="object 13">
            <a:extLst>
              <a:ext uri="{FF2B5EF4-FFF2-40B4-BE49-F238E27FC236}">
                <a16:creationId xmlns:a16="http://schemas.microsoft.com/office/drawing/2014/main" id="{99590023-5BA6-4BAD-85D5-CCAD9029A5E7}"/>
              </a:ext>
            </a:extLst>
          </p:cNvPr>
          <p:cNvSpPr txBox="1"/>
          <p:nvPr/>
        </p:nvSpPr>
        <p:spPr>
          <a:xfrm>
            <a:off x="6380481" y="2677921"/>
            <a:ext cx="100266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89330" algn="l"/>
              </a:tabLst>
            </a:pPr>
            <a:r>
              <a:rPr sz="1150" b="1" spc="-5" dirty="0">
                <a:latin typeface="Tahoma"/>
                <a:cs typeface="Tahoma"/>
              </a:rPr>
              <a:t>7. </a:t>
            </a:r>
            <a:r>
              <a:rPr sz="1150" u="sng" dirty="0">
                <a:latin typeface="Times New Roman"/>
                <a:cs typeface="Times New Roman"/>
              </a:rPr>
              <a:t> 	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52" name="object 18">
            <a:extLst>
              <a:ext uri="{FF2B5EF4-FFF2-40B4-BE49-F238E27FC236}">
                <a16:creationId xmlns:a16="http://schemas.microsoft.com/office/drawing/2014/main" id="{501CC3BB-F4AE-418F-BF36-99AB36395E2C}"/>
              </a:ext>
            </a:extLst>
          </p:cNvPr>
          <p:cNvSpPr txBox="1"/>
          <p:nvPr/>
        </p:nvSpPr>
        <p:spPr>
          <a:xfrm>
            <a:off x="6380481" y="4534153"/>
            <a:ext cx="100266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89330" algn="l"/>
              </a:tabLst>
            </a:pPr>
            <a:r>
              <a:rPr sz="1150" b="1" spc="-5" dirty="0">
                <a:latin typeface="Tahoma"/>
                <a:cs typeface="Tahoma"/>
              </a:rPr>
              <a:t>8. </a:t>
            </a:r>
            <a:r>
              <a:rPr sz="1150" u="sng" dirty="0">
                <a:latin typeface="Times New Roman"/>
                <a:cs typeface="Times New Roman"/>
              </a:rPr>
              <a:t> 	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3" name="object 23">
            <a:extLst>
              <a:ext uri="{FF2B5EF4-FFF2-40B4-BE49-F238E27FC236}">
                <a16:creationId xmlns:a16="http://schemas.microsoft.com/office/drawing/2014/main" id="{26BD1FCC-6827-4202-BDC0-25CCD36DC665}"/>
              </a:ext>
            </a:extLst>
          </p:cNvPr>
          <p:cNvSpPr txBox="1"/>
          <p:nvPr/>
        </p:nvSpPr>
        <p:spPr>
          <a:xfrm>
            <a:off x="6380481" y="6390385"/>
            <a:ext cx="100266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89330" algn="l"/>
              </a:tabLst>
            </a:pPr>
            <a:r>
              <a:rPr sz="1150" b="1" spc="-5" dirty="0">
                <a:latin typeface="Tahoma"/>
                <a:cs typeface="Tahoma"/>
              </a:rPr>
              <a:t>9. </a:t>
            </a:r>
            <a:r>
              <a:rPr sz="1150" u="sng" dirty="0">
                <a:latin typeface="Times New Roman"/>
                <a:cs typeface="Times New Roman"/>
              </a:rPr>
              <a:t> 	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54" name="object 27">
            <a:extLst>
              <a:ext uri="{FF2B5EF4-FFF2-40B4-BE49-F238E27FC236}">
                <a16:creationId xmlns:a16="http://schemas.microsoft.com/office/drawing/2014/main" id="{0D008C80-A974-42EA-BF05-5EC65A2B2BA0}"/>
              </a:ext>
            </a:extLst>
          </p:cNvPr>
          <p:cNvSpPr txBox="1"/>
          <p:nvPr/>
        </p:nvSpPr>
        <p:spPr>
          <a:xfrm>
            <a:off x="6008615" y="8153654"/>
            <a:ext cx="137350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59535" algn="l"/>
              </a:tabLst>
            </a:pPr>
            <a:r>
              <a:rPr sz="1150" b="1" spc="-5" dirty="0">
                <a:latin typeface="Tahoma"/>
                <a:cs typeface="Tahoma"/>
              </a:rPr>
              <a:t>10. </a:t>
            </a:r>
            <a:r>
              <a:rPr sz="1150" u="sng" dirty="0">
                <a:latin typeface="Times New Roman"/>
                <a:cs typeface="Times New Roman"/>
              </a:rPr>
              <a:t> 	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8B70CDE-1E34-47BF-83F9-105D37D17CD8}"/>
              </a:ext>
            </a:extLst>
          </p:cNvPr>
          <p:cNvSpPr/>
          <p:nvPr/>
        </p:nvSpPr>
        <p:spPr>
          <a:xfrm>
            <a:off x="457200" y="885825"/>
            <a:ext cx="3810659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6.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Given             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and                  , find         .           </a:t>
            </a:r>
            <a:endParaRPr lang="en-US" dirty="0"/>
          </a:p>
        </p:txBody>
      </p:sp>
      <p:graphicFrame>
        <p:nvGraphicFramePr>
          <p:cNvPr id="56" name="Object 55">
            <a:extLst>
              <a:ext uri="{FF2B5EF4-FFF2-40B4-BE49-F238E27FC236}">
                <a16:creationId xmlns:a16="http://schemas.microsoft.com/office/drawing/2014/main" id="{614F15A1-E7D5-4E24-B1B9-079B58D377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532187"/>
              </p:ext>
            </p:extLst>
          </p:nvPr>
        </p:nvGraphicFramePr>
        <p:xfrm>
          <a:off x="1114425" y="810260"/>
          <a:ext cx="62865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" name="Equation" r:id="rId4" imgW="571320" imgH="368280" progId="Equation.DSMT4">
                  <p:embed/>
                </p:oleObj>
              </mc:Choice>
              <mc:Fallback>
                <p:oleObj name="Equation" r:id="rId4" imgW="571320" imgH="368280" progId="Equation.DSMT4">
                  <p:embed/>
                  <p:pic>
                    <p:nvPicPr>
                      <p:cNvPr id="30" name="Object 2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14425" y="810260"/>
                        <a:ext cx="62865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1C0D5BF1-B1CB-4E20-B3F7-3CCEDE3A7D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162009"/>
              </p:ext>
            </p:extLst>
          </p:nvPr>
        </p:nvGraphicFramePr>
        <p:xfrm>
          <a:off x="2019300" y="809625"/>
          <a:ext cx="82423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8" name="Equation" r:id="rId6" imgW="749160" imgH="368280" progId="Equation.DSMT4">
                  <p:embed/>
                </p:oleObj>
              </mc:Choice>
              <mc:Fallback>
                <p:oleObj name="Equation" r:id="rId6" imgW="749160" imgH="368280" progId="Equation.DSMT4">
                  <p:embed/>
                  <p:pic>
                    <p:nvPicPr>
                      <p:cNvPr id="31" name="Object 3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19300" y="809625"/>
                        <a:ext cx="82423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7">
            <a:extLst>
              <a:ext uri="{FF2B5EF4-FFF2-40B4-BE49-F238E27FC236}">
                <a16:creationId xmlns:a16="http://schemas.microsoft.com/office/drawing/2014/main" id="{804251A1-5EA8-419E-B575-FFAAB2060C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049391"/>
              </p:ext>
            </p:extLst>
          </p:nvPr>
        </p:nvGraphicFramePr>
        <p:xfrm>
          <a:off x="3152775" y="914400"/>
          <a:ext cx="419100" cy="195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" name="Equation" r:id="rId8" imgW="380880" imgH="177480" progId="Equation.DSMT4">
                  <p:embed/>
                </p:oleObj>
              </mc:Choice>
              <mc:Fallback>
                <p:oleObj name="Equation" r:id="rId8" imgW="380880" imgH="177480" progId="Equation.DSMT4">
                  <p:embed/>
                  <p:pic>
                    <p:nvPicPr>
                      <p:cNvPr id="32" name="Object 3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52775" y="914400"/>
                        <a:ext cx="419100" cy="195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Rectangle 58">
            <a:extLst>
              <a:ext uri="{FF2B5EF4-FFF2-40B4-BE49-F238E27FC236}">
                <a16:creationId xmlns:a16="http://schemas.microsoft.com/office/drawing/2014/main" id="{7CFCD483-0191-4878-8E52-AFFE6F88E8BA}"/>
              </a:ext>
            </a:extLst>
          </p:cNvPr>
          <p:cNvSpPr/>
          <p:nvPr/>
        </p:nvSpPr>
        <p:spPr>
          <a:xfrm>
            <a:off x="476250" y="2781300"/>
            <a:ext cx="3657600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7.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Given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and              </a:t>
            </a:r>
            <a:r>
              <a:rPr lang="en-US" sz="115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find         .</a:t>
            </a:r>
            <a:endParaRPr lang="en-US" dirty="0"/>
          </a:p>
        </p:txBody>
      </p:sp>
      <p:graphicFrame>
        <p:nvGraphicFramePr>
          <p:cNvPr id="60" name="Object 59">
            <a:extLst>
              <a:ext uri="{FF2B5EF4-FFF2-40B4-BE49-F238E27FC236}">
                <a16:creationId xmlns:a16="http://schemas.microsoft.com/office/drawing/2014/main" id="{FB43BEC8-ADE7-468D-9326-E051819BC1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369519"/>
              </p:ext>
            </p:extLst>
          </p:nvPr>
        </p:nvGraphicFramePr>
        <p:xfrm>
          <a:off x="1152525" y="2686050"/>
          <a:ext cx="712470" cy="433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" name="Equation" r:id="rId10" imgW="647640" imgH="393480" progId="Equation.DSMT4">
                  <p:embed/>
                </p:oleObj>
              </mc:Choice>
              <mc:Fallback>
                <p:oleObj name="Equation" r:id="rId10" imgW="647640" imgH="393480" progId="Equation.DSMT4">
                  <p:embed/>
                  <p:pic>
                    <p:nvPicPr>
                      <p:cNvPr id="34" name="Object 3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52525" y="2686050"/>
                        <a:ext cx="712470" cy="433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35C6BBB2-EC70-42F9-9C4B-817CF4DDA2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048100"/>
              </p:ext>
            </p:extLst>
          </p:nvPr>
        </p:nvGraphicFramePr>
        <p:xfrm>
          <a:off x="2114550" y="2714625"/>
          <a:ext cx="64262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" name="Equation" r:id="rId12" imgW="583920" imgH="368280" progId="Equation.DSMT4">
                  <p:embed/>
                </p:oleObj>
              </mc:Choice>
              <mc:Fallback>
                <p:oleObj name="Equation" r:id="rId12" imgW="583920" imgH="368280" progId="Equation.DSMT4">
                  <p:embed/>
                  <p:pic>
                    <p:nvPicPr>
                      <p:cNvPr id="35" name="Object 3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14550" y="2714625"/>
                        <a:ext cx="64262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A7FD9233-7638-4A1B-ABD6-0ED117C163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541786"/>
              </p:ext>
            </p:extLst>
          </p:nvPr>
        </p:nvGraphicFramePr>
        <p:xfrm>
          <a:off x="3076575" y="2809875"/>
          <a:ext cx="433070" cy="195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" name="Equation" r:id="rId14" imgW="393480" imgH="177480" progId="Equation.DSMT4">
                  <p:embed/>
                </p:oleObj>
              </mc:Choice>
              <mc:Fallback>
                <p:oleObj name="Equation" r:id="rId14" imgW="393480" imgH="177480" progId="Equation.DSMT4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076575" y="2809875"/>
                        <a:ext cx="433070" cy="195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Rectangle 62">
            <a:extLst>
              <a:ext uri="{FF2B5EF4-FFF2-40B4-BE49-F238E27FC236}">
                <a16:creationId xmlns:a16="http://schemas.microsoft.com/office/drawing/2014/main" id="{C5CB2014-43CA-4FE1-9003-336A9D67BDE8}"/>
              </a:ext>
            </a:extLst>
          </p:cNvPr>
          <p:cNvSpPr/>
          <p:nvPr/>
        </p:nvSpPr>
        <p:spPr>
          <a:xfrm>
            <a:off x="457200" y="4495800"/>
            <a:ext cx="3472425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8.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Given</a:t>
            </a:r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and </a:t>
            </a:r>
            <a:r>
              <a:rPr lang="en-US" sz="115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,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find         . </a:t>
            </a:r>
            <a:endParaRPr lang="en-US" dirty="0"/>
          </a:p>
        </p:txBody>
      </p:sp>
      <p:graphicFrame>
        <p:nvGraphicFramePr>
          <p:cNvPr id="64" name="Object 63">
            <a:extLst>
              <a:ext uri="{FF2B5EF4-FFF2-40B4-BE49-F238E27FC236}">
                <a16:creationId xmlns:a16="http://schemas.microsoft.com/office/drawing/2014/main" id="{378A35D3-F60B-4B85-812A-D88B2342CB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5193130"/>
              </p:ext>
            </p:extLst>
          </p:nvPr>
        </p:nvGraphicFramePr>
        <p:xfrm>
          <a:off x="1095375" y="4429125"/>
          <a:ext cx="78232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" name="Equation" r:id="rId16" imgW="711000" imgH="368280" progId="Equation.DSMT4">
                  <p:embed/>
                </p:oleObj>
              </mc:Choice>
              <mc:Fallback>
                <p:oleObj name="Equation" r:id="rId16" imgW="711000" imgH="368280" progId="Equation.DSMT4">
                  <p:embed/>
                  <p:pic>
                    <p:nvPicPr>
                      <p:cNvPr id="38" name="Object 37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95375" y="4429125"/>
                        <a:ext cx="78232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A9571D37-E51E-49F9-9DE6-44BA56987A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298597"/>
              </p:ext>
            </p:extLst>
          </p:nvPr>
        </p:nvGraphicFramePr>
        <p:xfrm>
          <a:off x="2162175" y="4429125"/>
          <a:ext cx="74041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" name="Equation" r:id="rId18" imgW="672840" imgH="368280" progId="Equation.DSMT4">
                  <p:embed/>
                </p:oleObj>
              </mc:Choice>
              <mc:Fallback>
                <p:oleObj name="Equation" r:id="rId18" imgW="672840" imgH="368280" progId="Equation.DSMT4">
                  <p:embed/>
                  <p:pic>
                    <p:nvPicPr>
                      <p:cNvPr id="39" name="Object 38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162175" y="4429125"/>
                        <a:ext cx="74041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65">
            <a:extLst>
              <a:ext uri="{FF2B5EF4-FFF2-40B4-BE49-F238E27FC236}">
                <a16:creationId xmlns:a16="http://schemas.microsoft.com/office/drawing/2014/main" id="{B29C5A05-1094-4D00-889B-DCB206EF1B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3608865"/>
              </p:ext>
            </p:extLst>
          </p:nvPr>
        </p:nvGraphicFramePr>
        <p:xfrm>
          <a:off x="3248025" y="4419600"/>
          <a:ext cx="39116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" name="Equation" r:id="rId20" imgW="355320" imgH="368280" progId="Equation.DSMT4">
                  <p:embed/>
                </p:oleObj>
              </mc:Choice>
              <mc:Fallback>
                <p:oleObj name="Equation" r:id="rId20" imgW="355320" imgH="368280" progId="Equation.DSMT4">
                  <p:embed/>
                  <p:pic>
                    <p:nvPicPr>
                      <p:cNvPr id="40" name="Object 39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248025" y="4419600"/>
                        <a:ext cx="39116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Rectangle 66">
            <a:extLst>
              <a:ext uri="{FF2B5EF4-FFF2-40B4-BE49-F238E27FC236}">
                <a16:creationId xmlns:a16="http://schemas.microsoft.com/office/drawing/2014/main" id="{24863BFF-4A5D-4827-B6C7-5857AA3A54F6}"/>
              </a:ext>
            </a:extLst>
          </p:cNvPr>
          <p:cNvSpPr/>
          <p:nvPr/>
        </p:nvSpPr>
        <p:spPr>
          <a:xfrm>
            <a:off x="457200" y="6324600"/>
            <a:ext cx="3395481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9.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Given                 </a:t>
            </a:r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and               , find         .</a:t>
            </a:r>
            <a:endParaRPr lang="en-US" dirty="0"/>
          </a:p>
        </p:txBody>
      </p:sp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F01031B5-59C9-4FC5-964A-6881DE7C7F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809314"/>
              </p:ext>
            </p:extLst>
          </p:nvPr>
        </p:nvGraphicFramePr>
        <p:xfrm>
          <a:off x="1114425" y="6248400"/>
          <a:ext cx="78232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" name="Equation" r:id="rId22" imgW="711000" imgH="368280" progId="Equation.DSMT4">
                  <p:embed/>
                </p:oleObj>
              </mc:Choice>
              <mc:Fallback>
                <p:oleObj name="Equation" r:id="rId22" imgW="711000" imgH="368280" progId="Equation.DSMT4">
                  <p:embed/>
                  <p:pic>
                    <p:nvPicPr>
                      <p:cNvPr id="42" name="Object 4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114425" y="6248400"/>
                        <a:ext cx="78232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67DF5F45-9373-42A6-AE0E-728FE22F50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579735"/>
              </p:ext>
            </p:extLst>
          </p:nvPr>
        </p:nvGraphicFramePr>
        <p:xfrm>
          <a:off x="2209800" y="6248400"/>
          <a:ext cx="65659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" name="Equation" r:id="rId24" imgW="596880" imgH="368280" progId="Equation.DSMT4">
                  <p:embed/>
                </p:oleObj>
              </mc:Choice>
              <mc:Fallback>
                <p:oleObj name="Equation" r:id="rId24" imgW="596880" imgH="368280" progId="Equation.DSMT4">
                  <p:embed/>
                  <p:pic>
                    <p:nvPicPr>
                      <p:cNvPr id="43" name="Object 42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209800" y="6248400"/>
                        <a:ext cx="65659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4B564402-3D80-4186-A973-F70DC0EA13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016490"/>
              </p:ext>
            </p:extLst>
          </p:nvPr>
        </p:nvGraphicFramePr>
        <p:xfrm>
          <a:off x="3200400" y="6248400"/>
          <a:ext cx="37719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" name="Equation" r:id="rId26" imgW="342720" imgH="368280" progId="Equation.DSMT4">
                  <p:embed/>
                </p:oleObj>
              </mc:Choice>
              <mc:Fallback>
                <p:oleObj name="Equation" r:id="rId26" imgW="342720" imgH="36828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200400" y="6248400"/>
                        <a:ext cx="37719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Rectangle 70">
            <a:extLst>
              <a:ext uri="{FF2B5EF4-FFF2-40B4-BE49-F238E27FC236}">
                <a16:creationId xmlns:a16="http://schemas.microsoft.com/office/drawing/2014/main" id="{A2819783-5143-49C7-91C4-21FE4E57D5F8}"/>
              </a:ext>
            </a:extLst>
          </p:cNvPr>
          <p:cNvSpPr/>
          <p:nvPr/>
        </p:nvSpPr>
        <p:spPr>
          <a:xfrm>
            <a:off x="457200" y="7924800"/>
            <a:ext cx="3089307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Simplifying Trigonometric Expressions:</a:t>
            </a:r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4BD304E-1679-40E8-8A1C-DBDDF62DEE80}"/>
              </a:ext>
            </a:extLst>
          </p:cNvPr>
          <p:cNvSpPr/>
          <p:nvPr/>
        </p:nvSpPr>
        <p:spPr>
          <a:xfrm>
            <a:off x="447675" y="8229600"/>
            <a:ext cx="42030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10.</a:t>
            </a:r>
            <a:endParaRPr lang="en-US" dirty="0"/>
          </a:p>
        </p:txBody>
      </p:sp>
      <p:graphicFrame>
        <p:nvGraphicFramePr>
          <p:cNvPr id="73" name="Object 72">
            <a:extLst>
              <a:ext uri="{FF2B5EF4-FFF2-40B4-BE49-F238E27FC236}">
                <a16:creationId xmlns:a16="http://schemas.microsoft.com/office/drawing/2014/main" id="{9585BFBA-9350-4845-A7A8-A0F761911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40688"/>
              </p:ext>
            </p:extLst>
          </p:nvPr>
        </p:nvGraphicFramePr>
        <p:xfrm>
          <a:off x="838200" y="8153400"/>
          <a:ext cx="81026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" name="Equation" r:id="rId28" imgW="736560" imgH="368280" progId="Equation.DSMT4">
                  <p:embed/>
                </p:oleObj>
              </mc:Choice>
              <mc:Fallback>
                <p:oleObj name="Equation" r:id="rId28" imgW="736560" imgH="36828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38200" y="8153400"/>
                        <a:ext cx="81026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bject 2">
            <a:extLst>
              <a:ext uri="{FF2B5EF4-FFF2-40B4-BE49-F238E27FC236}">
                <a16:creationId xmlns:a16="http://schemas.microsoft.com/office/drawing/2014/main" id="{E8871CC2-A895-4229-9E20-F276C79BF505}"/>
              </a:ext>
            </a:extLst>
          </p:cNvPr>
          <p:cNvSpPr txBox="1"/>
          <p:nvPr/>
        </p:nvSpPr>
        <p:spPr>
          <a:xfrm>
            <a:off x="543559" y="743966"/>
            <a:ext cx="257175" cy="189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b="1" spc="-5" dirty="0">
                <a:latin typeface="Tahoma"/>
                <a:cs typeface="Tahoma"/>
              </a:rPr>
              <a:t>11.</a:t>
            </a:r>
            <a:endParaRPr sz="1150" dirty="0">
              <a:latin typeface="Tahoma"/>
              <a:cs typeface="Tahoma"/>
            </a:endParaRPr>
          </a:p>
        </p:txBody>
      </p:sp>
      <p:sp>
        <p:nvSpPr>
          <p:cNvPr id="31" name="object 5">
            <a:extLst>
              <a:ext uri="{FF2B5EF4-FFF2-40B4-BE49-F238E27FC236}">
                <a16:creationId xmlns:a16="http://schemas.microsoft.com/office/drawing/2014/main" id="{0FE3B1D5-7F8E-46F6-91D2-AB8F8D5C07BD}"/>
              </a:ext>
            </a:extLst>
          </p:cNvPr>
          <p:cNvSpPr txBox="1"/>
          <p:nvPr/>
        </p:nvSpPr>
        <p:spPr>
          <a:xfrm>
            <a:off x="6010137" y="638809"/>
            <a:ext cx="1373505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59535" algn="l"/>
              </a:tabLst>
            </a:pPr>
            <a:r>
              <a:rPr sz="1150" b="1" spc="-5" dirty="0">
                <a:latin typeface="Tahoma"/>
                <a:cs typeface="Tahoma"/>
              </a:rPr>
              <a:t>11. </a:t>
            </a:r>
            <a:r>
              <a:rPr sz="1150" u="sng" dirty="0">
                <a:latin typeface="Times New Roman"/>
                <a:cs typeface="Times New Roman"/>
              </a:rPr>
              <a:t> 	</a:t>
            </a:r>
            <a:endParaRPr sz="1150" dirty="0">
              <a:latin typeface="Times New Roman"/>
              <a:cs typeface="Times New Roman"/>
            </a:endParaRPr>
          </a:p>
        </p:txBody>
      </p:sp>
      <p:sp>
        <p:nvSpPr>
          <p:cNvPr id="32" name="object 8">
            <a:extLst>
              <a:ext uri="{FF2B5EF4-FFF2-40B4-BE49-F238E27FC236}">
                <a16:creationId xmlns:a16="http://schemas.microsoft.com/office/drawing/2014/main" id="{F64FCCD3-6613-4E60-9BBA-73055F9F1F54}"/>
              </a:ext>
            </a:extLst>
          </p:cNvPr>
          <p:cNvSpPr txBox="1"/>
          <p:nvPr/>
        </p:nvSpPr>
        <p:spPr>
          <a:xfrm>
            <a:off x="6010149" y="1918969"/>
            <a:ext cx="137287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59535" algn="l"/>
              </a:tabLst>
            </a:pPr>
            <a:r>
              <a:rPr sz="1150" b="1" spc="-5" dirty="0">
                <a:latin typeface="Tahoma"/>
                <a:cs typeface="Tahoma"/>
              </a:rPr>
              <a:t>12. </a:t>
            </a:r>
            <a:r>
              <a:rPr sz="1150" u="sng" dirty="0">
                <a:latin typeface="Times New Roman"/>
                <a:cs typeface="Times New Roman"/>
              </a:rPr>
              <a:t> 	</a:t>
            </a:r>
            <a:endParaRPr sz="1150" dirty="0">
              <a:latin typeface="Times New Roman"/>
              <a:cs typeface="Times New Roman"/>
            </a:endParaRPr>
          </a:p>
        </p:txBody>
      </p:sp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B9C5DD4E-862B-4C82-B64D-EDACD31443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668913"/>
              </p:ext>
            </p:extLst>
          </p:nvPr>
        </p:nvGraphicFramePr>
        <p:xfrm>
          <a:off x="885825" y="657225"/>
          <a:ext cx="83820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Equation" r:id="rId4" imgW="761760" imgH="368280" progId="Equation.DSMT4">
                  <p:embed/>
                </p:oleObj>
              </mc:Choice>
              <mc:Fallback>
                <p:oleObj name="Equation" r:id="rId4" imgW="761760" imgH="368280" progId="Equation.DSMT4">
                  <p:embed/>
                  <p:pic>
                    <p:nvPicPr>
                      <p:cNvPr id="17" name="Object 1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5825" y="657225"/>
                        <a:ext cx="83820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11D17288-8E55-46BE-8365-BFB1473149F0}"/>
              </a:ext>
            </a:extLst>
          </p:cNvPr>
          <p:cNvSpPr/>
          <p:nvPr/>
        </p:nvSpPr>
        <p:spPr>
          <a:xfrm>
            <a:off x="457200" y="1981200"/>
            <a:ext cx="42030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12.</a:t>
            </a:r>
            <a:endParaRPr lang="en-US" dirty="0"/>
          </a:p>
        </p:txBody>
      </p:sp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DCDF5B0C-9228-4BC4-99E3-5FAAEE1989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790429"/>
              </p:ext>
            </p:extLst>
          </p:nvPr>
        </p:nvGraphicFramePr>
        <p:xfrm>
          <a:off x="914400" y="1905000"/>
          <a:ext cx="100584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Equation" r:id="rId6" imgW="914400" imgH="368280" progId="Equation.DSMT4">
                  <p:embed/>
                </p:oleObj>
              </mc:Choice>
              <mc:Fallback>
                <p:oleObj name="Equation" r:id="rId6" imgW="914400" imgH="368280" progId="Equation.DSMT4">
                  <p:embed/>
                  <p:pic>
                    <p:nvPicPr>
                      <p:cNvPr id="19" name="Object 1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1905000"/>
                        <a:ext cx="100584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12A049CD-8228-41E4-ABBF-6EC39D751DF9}"/>
              </a:ext>
            </a:extLst>
          </p:cNvPr>
          <p:cNvSpPr/>
          <p:nvPr/>
        </p:nvSpPr>
        <p:spPr>
          <a:xfrm>
            <a:off x="457200" y="3152775"/>
            <a:ext cx="3720890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Proving Trigonometric Identities.  </a:t>
            </a:r>
            <a:r>
              <a:rPr lang="en-US" sz="1150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Show all steps!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AF00B53-1A38-4332-BD45-13B09B3EAEFD}"/>
              </a:ext>
            </a:extLst>
          </p:cNvPr>
          <p:cNvSpPr/>
          <p:nvPr/>
        </p:nvSpPr>
        <p:spPr>
          <a:xfrm>
            <a:off x="457200" y="3409950"/>
            <a:ext cx="42030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13.</a:t>
            </a:r>
            <a:endParaRPr lang="en-US" dirty="0"/>
          </a:p>
        </p:txBody>
      </p:sp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1295FAB0-312D-4D0F-B3A9-647005DBB3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215167"/>
              </p:ext>
            </p:extLst>
          </p:nvPr>
        </p:nvGraphicFramePr>
        <p:xfrm>
          <a:off x="838200" y="3429000"/>
          <a:ext cx="1662430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Equation" r:id="rId8" imgW="1511280" imgH="190440" progId="Equation.DSMT4">
                  <p:embed/>
                </p:oleObj>
              </mc:Choice>
              <mc:Fallback>
                <p:oleObj name="Equation" r:id="rId8" imgW="1511280" imgH="190440" progId="Equation.DSMT4">
                  <p:embed/>
                  <p:pic>
                    <p:nvPicPr>
                      <p:cNvPr id="22" name="Object 2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38200" y="3429000"/>
                        <a:ext cx="1662430" cy="209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66EDA15F-579D-4412-A562-A6227FDB5D92}"/>
              </a:ext>
            </a:extLst>
          </p:cNvPr>
          <p:cNvSpPr/>
          <p:nvPr/>
        </p:nvSpPr>
        <p:spPr>
          <a:xfrm>
            <a:off x="4038600" y="3429000"/>
            <a:ext cx="42030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14.</a:t>
            </a:r>
            <a:endParaRPr lang="en-US" dirty="0"/>
          </a:p>
        </p:txBody>
      </p:sp>
      <p:graphicFrame>
        <p:nvGraphicFramePr>
          <p:cNvPr id="40" name="Object 39">
            <a:extLst>
              <a:ext uri="{FF2B5EF4-FFF2-40B4-BE49-F238E27FC236}">
                <a16:creationId xmlns:a16="http://schemas.microsoft.com/office/drawing/2014/main" id="{FFB81728-65E8-4A5A-A6DD-E3D6F16061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333736"/>
              </p:ext>
            </p:extLst>
          </p:nvPr>
        </p:nvGraphicFramePr>
        <p:xfrm>
          <a:off x="4419600" y="3362325"/>
          <a:ext cx="145288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Equation" r:id="rId10" imgW="1320480" imgH="368280" progId="Equation.DSMT4">
                  <p:embed/>
                </p:oleObj>
              </mc:Choice>
              <mc:Fallback>
                <p:oleObj name="Equation" r:id="rId10" imgW="1320480" imgH="368280" progId="Equation.DSMT4">
                  <p:embed/>
                  <p:pic>
                    <p:nvPicPr>
                      <p:cNvPr id="24" name="Object 2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419600" y="3362325"/>
                        <a:ext cx="145288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6DCAD09A-E80F-495F-89C5-371542055FE6}"/>
              </a:ext>
            </a:extLst>
          </p:cNvPr>
          <p:cNvSpPr/>
          <p:nvPr/>
        </p:nvSpPr>
        <p:spPr>
          <a:xfrm>
            <a:off x="457200" y="6591300"/>
            <a:ext cx="42030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15.</a:t>
            </a:r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6B24C0B-804F-4635-9C63-54DD9A128988}"/>
              </a:ext>
            </a:extLst>
          </p:cNvPr>
          <p:cNvSpPr/>
          <p:nvPr/>
        </p:nvSpPr>
        <p:spPr>
          <a:xfrm>
            <a:off x="4038600" y="6591300"/>
            <a:ext cx="46358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16. </a:t>
            </a:r>
            <a:endParaRPr lang="en-US" dirty="0"/>
          </a:p>
        </p:txBody>
      </p:sp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6A340AA1-8DF5-435F-873E-EBECBC0BEC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314474"/>
              </p:ext>
            </p:extLst>
          </p:nvPr>
        </p:nvGraphicFramePr>
        <p:xfrm>
          <a:off x="838200" y="6553200"/>
          <a:ext cx="183007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Equation" r:id="rId12" imgW="1663560" imgH="368280" progId="Equation.DSMT4">
                  <p:embed/>
                </p:oleObj>
              </mc:Choice>
              <mc:Fallback>
                <p:oleObj name="Equation" r:id="rId12" imgW="1663560" imgH="368280" progId="Equation.DSMT4">
                  <p:embed/>
                  <p:pic>
                    <p:nvPicPr>
                      <p:cNvPr id="27" name="Object 2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38200" y="6553200"/>
                        <a:ext cx="183007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3">
            <a:extLst>
              <a:ext uri="{FF2B5EF4-FFF2-40B4-BE49-F238E27FC236}">
                <a16:creationId xmlns:a16="http://schemas.microsoft.com/office/drawing/2014/main" id="{4B35A251-7721-46C8-AAD1-0F0ADE4360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627174"/>
              </p:ext>
            </p:extLst>
          </p:nvPr>
        </p:nvGraphicFramePr>
        <p:xfrm>
          <a:off x="4457700" y="6524625"/>
          <a:ext cx="1117600" cy="405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Equation" r:id="rId14" imgW="1015920" imgH="368280" progId="Equation.DSMT4">
                  <p:embed/>
                </p:oleObj>
              </mc:Choice>
              <mc:Fallback>
                <p:oleObj name="Equation" r:id="rId14" imgW="1015920" imgH="368280" progId="Equation.DSMT4">
                  <p:embed/>
                  <p:pic>
                    <p:nvPicPr>
                      <p:cNvPr id="28" name="Object 27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457700" y="6524625"/>
                        <a:ext cx="1117600" cy="405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144</Words>
  <Application>Microsoft Office PowerPoint</Application>
  <PresentationFormat>Custom</PresentationFormat>
  <Paragraphs>36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Calibri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- 37 - Quiz 12-3</dc:title>
  <dc:creator>allth</dc:creator>
  <cp:lastModifiedBy>Gina Wilson</cp:lastModifiedBy>
  <cp:revision>20</cp:revision>
  <dcterms:created xsi:type="dcterms:W3CDTF">2017-12-20T11:58:01Z</dcterms:created>
  <dcterms:modified xsi:type="dcterms:W3CDTF">2018-02-02T01:09:05Z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2016-03-28T00:00:00Z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2017-12-20T00:00:00Z</vt:filetime>
  </property>
</Properties>
</file>