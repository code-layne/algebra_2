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0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9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4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image" Target="../media/image7.JP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2.JP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482738D-B28D-4CD5-8618-F240B4DE17CA}"/>
              </a:ext>
            </a:extLst>
          </p:cNvPr>
          <p:cNvSpPr/>
          <p:nvPr/>
        </p:nvSpPr>
        <p:spPr>
          <a:xfrm>
            <a:off x="533400" y="1524000"/>
            <a:ext cx="14558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by factoring: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BE166F-1F5D-4DB1-BF87-5C7CEF699F33}"/>
              </a:ext>
            </a:extLst>
          </p:cNvPr>
          <p:cNvSpPr/>
          <p:nvPr/>
        </p:nvSpPr>
        <p:spPr>
          <a:xfrm>
            <a:off x="533400" y="177107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AA885A4C-A0FF-4E90-BC31-17B32D09B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11408"/>
              </p:ext>
            </p:extLst>
          </p:nvPr>
        </p:nvGraphicFramePr>
        <p:xfrm>
          <a:off x="800100" y="1803400"/>
          <a:ext cx="1066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4" imgW="1066680" imgH="190440" progId="Equation.DSMT4">
                  <p:embed/>
                </p:oleObj>
              </mc:Choice>
              <mc:Fallback>
                <p:oleObj name="Equation" r:id="rId4" imgW="1066680" imgH="1904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57A6326-FCA2-4EEC-9708-C0BC89DB4C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0100" y="1803400"/>
                        <a:ext cx="1066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5D55EED0-F28C-411D-8F13-2278695F6E1D}"/>
              </a:ext>
            </a:extLst>
          </p:cNvPr>
          <p:cNvSpPr/>
          <p:nvPr/>
        </p:nvSpPr>
        <p:spPr>
          <a:xfrm>
            <a:off x="3179616" y="1789544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B4C6848F-3175-401D-9C1B-D834EC163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34085"/>
              </p:ext>
            </p:extLst>
          </p:nvPr>
        </p:nvGraphicFramePr>
        <p:xfrm>
          <a:off x="3459163" y="1809750"/>
          <a:ext cx="901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6" imgW="901440" imgH="190440" progId="Equation.DSMT4">
                  <p:embed/>
                </p:oleObj>
              </mc:Choice>
              <mc:Fallback>
                <p:oleObj name="Equation" r:id="rId6" imgW="901440" imgH="1904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3AA5DD4-1067-4B64-A43E-277DC28B4A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59163" y="1809750"/>
                        <a:ext cx="901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866AD46-84AC-4C7A-A049-1F290CA1091F}"/>
              </a:ext>
            </a:extLst>
          </p:cNvPr>
          <p:cNvSpPr/>
          <p:nvPr/>
        </p:nvSpPr>
        <p:spPr>
          <a:xfrm>
            <a:off x="533400" y="4038600"/>
            <a:ext cx="16818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by square roots: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40D8A8-2E06-4E65-B658-DAF0A69080CE}"/>
              </a:ext>
            </a:extLst>
          </p:cNvPr>
          <p:cNvSpPr/>
          <p:nvPr/>
        </p:nvSpPr>
        <p:spPr>
          <a:xfrm>
            <a:off x="542636" y="4248728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619679-89B9-41D0-8931-31CF5A50F8D5}"/>
              </a:ext>
            </a:extLst>
          </p:cNvPr>
          <p:cNvSpPr/>
          <p:nvPr/>
        </p:nvSpPr>
        <p:spPr>
          <a:xfrm>
            <a:off x="3191164" y="4287984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928E3CCB-3BBF-4A5E-B135-8DF11073F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64349"/>
              </p:ext>
            </p:extLst>
          </p:nvPr>
        </p:nvGraphicFramePr>
        <p:xfrm>
          <a:off x="831850" y="4276725"/>
          <a:ext cx="749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8" imgW="749160" imgH="190440" progId="Equation.DSMT4">
                  <p:embed/>
                </p:oleObj>
              </mc:Choice>
              <mc:Fallback>
                <p:oleObj name="Equation" r:id="rId8" imgW="749160" imgH="19044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F064FAC6-A401-455C-95FD-2096D15C32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1850" y="4276725"/>
                        <a:ext cx="749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AE8E072C-3973-43DA-9B41-91630555D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444001"/>
              </p:ext>
            </p:extLst>
          </p:nvPr>
        </p:nvGraphicFramePr>
        <p:xfrm>
          <a:off x="3467100" y="4225897"/>
          <a:ext cx="812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10" imgW="812520" imgH="368280" progId="Equation.DSMT4">
                  <p:embed/>
                </p:oleObj>
              </mc:Choice>
              <mc:Fallback>
                <p:oleObj name="Equation" r:id="rId10" imgW="812520" imgH="3682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5F04355-036C-480D-B276-C22B9E6666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67100" y="4225897"/>
                        <a:ext cx="812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BA20458A-B35E-4F70-8C1A-6EB6FC1C552D}"/>
              </a:ext>
            </a:extLst>
          </p:cNvPr>
          <p:cNvSpPr/>
          <p:nvPr/>
        </p:nvSpPr>
        <p:spPr>
          <a:xfrm>
            <a:off x="542636" y="6781800"/>
            <a:ext cx="23920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by completing the square: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D91C44-B144-4152-A906-31472FE74E35}"/>
              </a:ext>
            </a:extLst>
          </p:cNvPr>
          <p:cNvSpPr/>
          <p:nvPr/>
        </p:nvSpPr>
        <p:spPr>
          <a:xfrm>
            <a:off x="542636" y="6991928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DD678E8C-C92A-49AF-8011-914D696D8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41699"/>
              </p:ext>
            </p:extLst>
          </p:nvPr>
        </p:nvGraphicFramePr>
        <p:xfrm>
          <a:off x="820738" y="7023976"/>
          <a:ext cx="1130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12" imgW="1130040" imgH="190440" progId="Equation.DSMT4">
                  <p:embed/>
                </p:oleObj>
              </mc:Choice>
              <mc:Fallback>
                <p:oleObj name="Equation" r:id="rId12" imgW="1130040" imgH="19044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D484592-250B-4E17-84E7-DCE78ECF24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0738" y="7023976"/>
                        <a:ext cx="1130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EB3B97E1-8998-40EC-9CF3-4788E91BB4F4}"/>
              </a:ext>
            </a:extLst>
          </p:cNvPr>
          <p:cNvSpPr/>
          <p:nvPr/>
        </p:nvSpPr>
        <p:spPr>
          <a:xfrm>
            <a:off x="3810000" y="6781800"/>
            <a:ext cx="23278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by the quadratic formula: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1F44CD-0D99-4C66-8B7A-822ADBA60FC3}"/>
              </a:ext>
            </a:extLst>
          </p:cNvPr>
          <p:cNvSpPr/>
          <p:nvPr/>
        </p:nvSpPr>
        <p:spPr>
          <a:xfrm>
            <a:off x="3800764" y="6991928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36108B1D-D505-4DC1-902C-E7623A7E0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699046"/>
              </p:ext>
            </p:extLst>
          </p:nvPr>
        </p:nvGraphicFramePr>
        <p:xfrm>
          <a:off x="4108450" y="7019925"/>
          <a:ext cx="1003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4" imgW="1002960" imgH="190440" progId="Equation.DSMT4">
                  <p:embed/>
                </p:oleObj>
              </mc:Choice>
              <mc:Fallback>
                <p:oleObj name="Equation" r:id="rId14" imgW="1002960" imgH="19044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991E90D8-49B3-482B-835B-04F32E50D9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08450" y="7019925"/>
                        <a:ext cx="1003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172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733DF07C-60FA-44A2-8B9A-15275B1A2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788035"/>
              </p:ext>
            </p:extLst>
          </p:nvPr>
        </p:nvGraphicFramePr>
        <p:xfrm>
          <a:off x="888615" y="80645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4" imgW="914400" imgH="190440" progId="Equation.DSMT4">
                  <p:embed/>
                </p:oleObj>
              </mc:Choice>
              <mc:Fallback>
                <p:oleObj name="Equation" r:id="rId4" imgW="914400" imgH="1904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C785A8C-D450-4CC4-8113-F85689694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8615" y="80645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7D98FF3-143F-4A7E-A1C3-9BA6876FF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107349"/>
              </p:ext>
            </p:extLst>
          </p:nvPr>
        </p:nvGraphicFramePr>
        <p:xfrm>
          <a:off x="2582599" y="819150"/>
          <a:ext cx="990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6" imgW="990360" imgH="190440" progId="Equation.DSMT4">
                  <p:embed/>
                </p:oleObj>
              </mc:Choice>
              <mc:Fallback>
                <p:oleObj name="Equation" r:id="rId6" imgW="990360" imgH="1904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626CF3F-6535-4433-9116-64D8B42874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82599" y="819150"/>
                        <a:ext cx="990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1FEB2289-1348-42F0-A254-405AD1E84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635015"/>
              </p:ext>
            </p:extLst>
          </p:nvPr>
        </p:nvGraphicFramePr>
        <p:xfrm>
          <a:off x="4222519" y="819150"/>
          <a:ext cx="1104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8" imgW="1104840" imgH="190440" progId="Equation.DSMT4">
                  <p:embed/>
                </p:oleObj>
              </mc:Choice>
              <mc:Fallback>
                <p:oleObj name="Equation" r:id="rId8" imgW="1104840" imgH="1904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8441CF63-39B2-4709-A728-1DD2CB509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22519" y="819150"/>
                        <a:ext cx="1104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05E7A4A9-39D0-4F9E-97E9-6EF2712BA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194180"/>
              </p:ext>
            </p:extLst>
          </p:nvPr>
        </p:nvGraphicFramePr>
        <p:xfrm>
          <a:off x="5943369" y="819150"/>
          <a:ext cx="1054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0" imgW="1054080" imgH="190440" progId="Equation.DSMT4">
                  <p:embed/>
                </p:oleObj>
              </mc:Choice>
              <mc:Fallback>
                <p:oleObj name="Equation" r:id="rId10" imgW="1054080" imgH="1904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55C95F7-F4F5-47FA-9468-B64CD5D40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43369" y="819150"/>
                        <a:ext cx="1054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39296AB-57E6-4302-9FE9-E30800BC8A58}"/>
              </a:ext>
            </a:extLst>
          </p:cNvPr>
          <p:cNvSpPr/>
          <p:nvPr/>
        </p:nvSpPr>
        <p:spPr>
          <a:xfrm>
            <a:off x="486208" y="3175202"/>
            <a:ext cx="6743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Step 2: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equation using the methods below.  Each method may only be used once.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E2D189-9366-4777-9C80-11585357DA18}"/>
              </a:ext>
            </a:extLst>
          </p:cNvPr>
          <p:cNvSpPr/>
          <p:nvPr/>
        </p:nvSpPr>
        <p:spPr>
          <a:xfrm>
            <a:off x="422146" y="550890"/>
            <a:ext cx="7200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 Step 1: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discriminant of each equation, then determine the number and type of solutions.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15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73</Words>
  <Application>Microsoft Office PowerPoint</Application>
  <PresentationFormat>Custom</PresentationFormat>
  <Paragraphs>12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Equation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16</cp:revision>
  <dcterms:created xsi:type="dcterms:W3CDTF">2022-04-11T18:40:22Z</dcterms:created>
  <dcterms:modified xsi:type="dcterms:W3CDTF">2022-04-25T20:08:51Z</dcterms:modified>
</cp:coreProperties>
</file>