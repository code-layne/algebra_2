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0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4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0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8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9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6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4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0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3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9.JPG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7.bin"/><Relationship Id="rId20" Type="http://schemas.openxmlformats.org/officeDocument/2006/relationships/image" Target="../media/image10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16.bin"/><Relationship Id="rId3" Type="http://schemas.openxmlformats.org/officeDocument/2006/relationships/image" Target="../media/image21.JPG"/><Relationship Id="rId21" Type="http://schemas.openxmlformats.org/officeDocument/2006/relationships/image" Target="../media/image19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7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7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18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1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BCDE98F3-3D42-48A9-A51E-8D16AF068268}"/>
              </a:ext>
            </a:extLst>
          </p:cNvPr>
          <p:cNvSpPr/>
          <p:nvPr/>
        </p:nvSpPr>
        <p:spPr>
          <a:xfrm>
            <a:off x="551246" y="1591228"/>
            <a:ext cx="4401754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For questions 1-2, find the roots of the function by graphing.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7449591-00E8-443C-94AC-C35EDDBFE031}"/>
              </a:ext>
            </a:extLst>
          </p:cNvPr>
          <p:cNvSpPr/>
          <p:nvPr/>
        </p:nvSpPr>
        <p:spPr>
          <a:xfrm>
            <a:off x="542537" y="4613860"/>
            <a:ext cx="4401754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For questions 3-12, solve by factoring.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126C0F9-EBCE-41A9-A385-FBC5875E5C60}"/>
              </a:ext>
            </a:extLst>
          </p:cNvPr>
          <p:cNvSpPr/>
          <p:nvPr/>
        </p:nvSpPr>
        <p:spPr>
          <a:xfrm>
            <a:off x="549961" y="1912641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A98E237-D5EB-466B-93EA-EAF7A233419B}"/>
              </a:ext>
            </a:extLst>
          </p:cNvPr>
          <p:cNvSpPr/>
          <p:nvPr/>
        </p:nvSpPr>
        <p:spPr>
          <a:xfrm>
            <a:off x="3151751" y="1912641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58" name="Object 157">
            <a:extLst>
              <a:ext uri="{FF2B5EF4-FFF2-40B4-BE49-F238E27FC236}">
                <a16:creationId xmlns:a16="http://schemas.microsoft.com/office/drawing/2014/main" id="{5811D95E-7D53-4DE6-9A1A-3CD8A83CBE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704" y="1934238"/>
          <a:ext cx="1181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4" imgW="1180800" imgH="215640" progId="Equation.DSMT4">
                  <p:embed/>
                </p:oleObj>
              </mc:Choice>
              <mc:Fallback>
                <p:oleObj name="Equation" r:id="rId4" imgW="1180800" imgH="215640" progId="Equation.DSMT4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9B3214A8-AA20-4E6F-B34A-046F74622B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9704" y="1934238"/>
                        <a:ext cx="1181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" name="Object 158">
            <a:extLst>
              <a:ext uri="{FF2B5EF4-FFF2-40B4-BE49-F238E27FC236}">
                <a16:creationId xmlns:a16="http://schemas.microsoft.com/office/drawing/2014/main" id="{318FBF9F-BA3C-477C-830F-D274EADC23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3639" y="1933575"/>
          <a:ext cx="1270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6" imgW="1269720" imgH="215640" progId="Equation.DSMT4">
                  <p:embed/>
                </p:oleObj>
              </mc:Choice>
              <mc:Fallback>
                <p:oleObj name="Equation" r:id="rId6" imgW="1269720" imgH="21564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F5FB98AD-110F-4421-AF30-271CB9448B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03639" y="1933575"/>
                        <a:ext cx="1270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" name="Rectangle 199">
            <a:extLst>
              <a:ext uri="{FF2B5EF4-FFF2-40B4-BE49-F238E27FC236}">
                <a16:creationId xmlns:a16="http://schemas.microsoft.com/office/drawing/2014/main" id="{25337BEB-776F-4953-9E4D-50E89B7EA195}"/>
              </a:ext>
            </a:extLst>
          </p:cNvPr>
          <p:cNvSpPr/>
          <p:nvPr/>
        </p:nvSpPr>
        <p:spPr>
          <a:xfrm>
            <a:off x="549961" y="4878073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597EAD2-8580-4033-9D3E-383378B91159}"/>
              </a:ext>
            </a:extLst>
          </p:cNvPr>
          <p:cNvSpPr/>
          <p:nvPr/>
        </p:nvSpPr>
        <p:spPr>
          <a:xfrm>
            <a:off x="3150466" y="4878073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F79090A0-FFF6-4847-9DCD-EF1C338E2D74}"/>
              </a:ext>
            </a:extLst>
          </p:cNvPr>
          <p:cNvSpPr/>
          <p:nvPr/>
        </p:nvSpPr>
        <p:spPr>
          <a:xfrm>
            <a:off x="549961" y="6433377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4C7B241-FB3C-4A31-B34D-DB22E116701D}"/>
              </a:ext>
            </a:extLst>
          </p:cNvPr>
          <p:cNvSpPr/>
          <p:nvPr/>
        </p:nvSpPr>
        <p:spPr>
          <a:xfrm>
            <a:off x="3150466" y="6433377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B38937CF-DC41-48D4-B6F7-138EB42690A7}"/>
              </a:ext>
            </a:extLst>
          </p:cNvPr>
          <p:cNvSpPr/>
          <p:nvPr/>
        </p:nvSpPr>
        <p:spPr>
          <a:xfrm>
            <a:off x="549961" y="8037026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6D6B658-0B41-40E8-9AC7-8465B1578CE2}"/>
              </a:ext>
            </a:extLst>
          </p:cNvPr>
          <p:cNvSpPr/>
          <p:nvPr/>
        </p:nvSpPr>
        <p:spPr>
          <a:xfrm>
            <a:off x="3150466" y="8037026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06" name="Object 205">
            <a:extLst>
              <a:ext uri="{FF2B5EF4-FFF2-40B4-BE49-F238E27FC236}">
                <a16:creationId xmlns:a16="http://schemas.microsoft.com/office/drawing/2014/main" id="{419CD314-4746-4AD4-A926-4D8A08399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232" y="4910006"/>
          <a:ext cx="990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Equation" r:id="rId8" imgW="990360" imgH="190440" progId="Equation.DSMT4">
                  <p:embed/>
                </p:oleObj>
              </mc:Choice>
              <mc:Fallback>
                <p:oleObj name="Equation" r:id="rId8" imgW="990360" imgH="190440" progId="Equation.DSMT4">
                  <p:embed/>
                  <p:pic>
                    <p:nvPicPr>
                      <p:cNvPr id="106" name="Object 105">
                        <a:extLst>
                          <a:ext uri="{FF2B5EF4-FFF2-40B4-BE49-F238E27FC236}">
                            <a16:creationId xmlns:a16="http://schemas.microsoft.com/office/drawing/2014/main" id="{E1A6111B-167D-49FC-BA9E-FC47D14E6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3232" y="4910006"/>
                        <a:ext cx="990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" name="Object 206">
            <a:extLst>
              <a:ext uri="{FF2B5EF4-FFF2-40B4-BE49-F238E27FC236}">
                <a16:creationId xmlns:a16="http://schemas.microsoft.com/office/drawing/2014/main" id="{388EB7E8-7DD8-478B-B046-D62CFE8A00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3193" y="4910006"/>
          <a:ext cx="977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10" imgW="977760" imgH="190440" progId="Equation.DSMT4">
                  <p:embed/>
                </p:oleObj>
              </mc:Choice>
              <mc:Fallback>
                <p:oleObj name="Equation" r:id="rId10" imgW="977760" imgH="190440" progId="Equation.DSMT4">
                  <p:embed/>
                  <p:pic>
                    <p:nvPicPr>
                      <p:cNvPr id="107" name="Object 106">
                        <a:extLst>
                          <a:ext uri="{FF2B5EF4-FFF2-40B4-BE49-F238E27FC236}">
                            <a16:creationId xmlns:a16="http://schemas.microsoft.com/office/drawing/2014/main" id="{DDD1A20B-CA2D-4335-B869-53893E8BBF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43193" y="4910006"/>
                        <a:ext cx="977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" name="Object 207">
            <a:extLst>
              <a:ext uri="{FF2B5EF4-FFF2-40B4-BE49-F238E27FC236}">
                <a16:creationId xmlns:a16="http://schemas.microsoft.com/office/drawing/2014/main" id="{D94A05CE-BE99-4E7E-91F4-AD8852947E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608" y="6475589"/>
          <a:ext cx="1333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Equation" r:id="rId12" imgW="1333440" imgH="190440" progId="Equation.DSMT4">
                  <p:embed/>
                </p:oleObj>
              </mc:Choice>
              <mc:Fallback>
                <p:oleObj name="Equation" r:id="rId12" imgW="1333440" imgH="190440" progId="Equation.DSMT4">
                  <p:embed/>
                  <p:pic>
                    <p:nvPicPr>
                      <p:cNvPr id="108" name="Object 107">
                        <a:extLst>
                          <a:ext uri="{FF2B5EF4-FFF2-40B4-BE49-F238E27FC236}">
                            <a16:creationId xmlns:a16="http://schemas.microsoft.com/office/drawing/2014/main" id="{7302FDE0-8E17-4DD1-9550-A08571602E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3608" y="6475589"/>
                        <a:ext cx="1333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" name="Object 208">
            <a:extLst>
              <a:ext uri="{FF2B5EF4-FFF2-40B4-BE49-F238E27FC236}">
                <a16:creationId xmlns:a16="http://schemas.microsoft.com/office/drawing/2014/main" id="{0A71E1AF-0E31-46B7-B412-773D863886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3569" y="6475589"/>
          <a:ext cx="1054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Equation" r:id="rId14" imgW="1054080" imgH="190440" progId="Equation.DSMT4">
                  <p:embed/>
                </p:oleObj>
              </mc:Choice>
              <mc:Fallback>
                <p:oleObj name="Equation" r:id="rId14" imgW="1054080" imgH="190440" progId="Equation.DSMT4">
                  <p:embed/>
                  <p:pic>
                    <p:nvPicPr>
                      <p:cNvPr id="109" name="Object 108">
                        <a:extLst>
                          <a:ext uri="{FF2B5EF4-FFF2-40B4-BE49-F238E27FC236}">
                            <a16:creationId xmlns:a16="http://schemas.microsoft.com/office/drawing/2014/main" id="{0C2A1081-C672-412F-92F9-8CF7D4412F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33569" y="6475589"/>
                        <a:ext cx="1054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" name="Object 209">
            <a:extLst>
              <a:ext uri="{FF2B5EF4-FFF2-40B4-BE49-F238E27FC236}">
                <a16:creationId xmlns:a16="http://schemas.microsoft.com/office/drawing/2014/main" id="{F3206C5E-21B4-44C9-B61F-12A6223289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0400" y="8059914"/>
          <a:ext cx="9017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r:id="rId16" imgW="901440" imgH="190440" progId="Equation.DSMT4">
                  <p:embed/>
                </p:oleObj>
              </mc:Choice>
              <mc:Fallback>
                <p:oleObj name="Equation" r:id="rId16" imgW="901440" imgH="190440" progId="Equation.DSMT4">
                  <p:embed/>
                  <p:pic>
                    <p:nvPicPr>
                      <p:cNvPr id="110" name="Object 109">
                        <a:extLst>
                          <a:ext uri="{FF2B5EF4-FFF2-40B4-BE49-F238E27FC236}">
                            <a16:creationId xmlns:a16="http://schemas.microsoft.com/office/drawing/2014/main" id="{82D3FDC8-3D65-497B-BB07-65755CBE5D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20400" y="8059914"/>
                        <a:ext cx="9017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" name="Object 210">
            <a:extLst>
              <a:ext uri="{FF2B5EF4-FFF2-40B4-BE49-F238E27FC236}">
                <a16:creationId xmlns:a16="http://schemas.microsoft.com/office/drawing/2014/main" id="{87D32745-3F2E-4582-ADD1-CC2860F87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0361" y="8059914"/>
          <a:ext cx="927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Equation" r:id="rId18" imgW="927000" imgH="190440" progId="Equation.DSMT4">
                  <p:embed/>
                </p:oleObj>
              </mc:Choice>
              <mc:Fallback>
                <p:oleObj name="Equation" r:id="rId18" imgW="927000" imgH="190440" progId="Equation.DSMT4">
                  <p:embed/>
                  <p:pic>
                    <p:nvPicPr>
                      <p:cNvPr id="111" name="Object 110">
                        <a:extLst>
                          <a:ext uri="{FF2B5EF4-FFF2-40B4-BE49-F238E27FC236}">
                            <a16:creationId xmlns:a16="http://schemas.microsoft.com/office/drawing/2014/main" id="{B77B00A4-025E-4459-82FD-A073BC638F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30361" y="8059914"/>
                        <a:ext cx="927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E0F52FA-0156-46BD-96F8-D2E731E6CED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10932" y="2155387"/>
            <a:ext cx="2420322" cy="24203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C63DC3-5FDF-4AB4-A6DC-6FF38092490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1986" y="2145924"/>
            <a:ext cx="2420322" cy="242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2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4A7BAEF-DBF0-4FFF-BFD8-FBE096F56A81}"/>
              </a:ext>
            </a:extLst>
          </p:cNvPr>
          <p:cNvSpPr/>
          <p:nvPr/>
        </p:nvSpPr>
        <p:spPr>
          <a:xfrm>
            <a:off x="549961" y="576022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62341A-91FC-4759-9C2F-8455CCA2F8F6}"/>
              </a:ext>
            </a:extLst>
          </p:cNvPr>
          <p:cNvSpPr/>
          <p:nvPr/>
        </p:nvSpPr>
        <p:spPr>
          <a:xfrm>
            <a:off x="3150466" y="576022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4252E5-E34B-4500-B783-70A394F2AB97}"/>
              </a:ext>
            </a:extLst>
          </p:cNvPr>
          <p:cNvSpPr/>
          <p:nvPr/>
        </p:nvSpPr>
        <p:spPr>
          <a:xfrm>
            <a:off x="549961" y="1747433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C36446-07F0-4C91-A4EB-F81448FB270C}"/>
              </a:ext>
            </a:extLst>
          </p:cNvPr>
          <p:cNvSpPr/>
          <p:nvPr/>
        </p:nvSpPr>
        <p:spPr>
          <a:xfrm>
            <a:off x="3150466" y="1747433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47A85C7C-AB6D-4D8B-99AB-AC920BFB7C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4913" y="614251"/>
          <a:ext cx="698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Equation" r:id="rId4" imgW="698400" imgH="190440" progId="Equation.DSMT4">
                  <p:embed/>
                </p:oleObj>
              </mc:Choice>
              <mc:Fallback>
                <p:oleObj name="Equation" r:id="rId4" imgW="698400" imgH="1904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ED9048E2-6E03-4082-913E-864BC1E6AA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4913" y="614251"/>
                        <a:ext cx="698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69E8AF0A-DFDD-49FD-B92E-399268594C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9753" y="614251"/>
          <a:ext cx="927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6" imgW="927000" imgH="190440" progId="Equation.DSMT4">
                  <p:embed/>
                </p:oleObj>
              </mc:Choice>
              <mc:Fallback>
                <p:oleObj name="Equation" r:id="rId6" imgW="927000" imgH="19044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6E2B3F2A-5154-41C2-881C-C7D89C2A78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39753" y="614251"/>
                        <a:ext cx="927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C7153B72-E27A-42B2-BEB5-B0F6320E66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4913" y="1784018"/>
          <a:ext cx="546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Equation" r:id="rId8" imgW="545760" imgH="190440" progId="Equation.DSMT4">
                  <p:embed/>
                </p:oleObj>
              </mc:Choice>
              <mc:Fallback>
                <p:oleObj name="Equation" r:id="rId8" imgW="545760" imgH="1904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A66F82BA-7647-49A0-AC95-27C715F50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94913" y="1784018"/>
                        <a:ext cx="546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551907E0-ADF0-40E8-B338-08017B8205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9753" y="1782430"/>
          <a:ext cx="749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Equation" r:id="rId10" imgW="749160" imgH="190440" progId="Equation.DSMT4">
                  <p:embed/>
                </p:oleObj>
              </mc:Choice>
              <mc:Fallback>
                <p:oleObj name="Equation" r:id="rId10" imgW="749160" imgH="19044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3434D6A-D520-4531-B299-E3F1D502C9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39753" y="1782430"/>
                        <a:ext cx="749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C0C5C09B-960A-4D47-9186-6F5061136A75}"/>
              </a:ext>
            </a:extLst>
          </p:cNvPr>
          <p:cNvSpPr/>
          <p:nvPr/>
        </p:nvSpPr>
        <p:spPr>
          <a:xfrm>
            <a:off x="551246" y="3000597"/>
            <a:ext cx="685228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For questions 13-16, solve using the square roots method. 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Write answers in simplest radical form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42F8C4C-688D-40F8-BC58-FE115C363A6F}"/>
              </a:ext>
            </a:extLst>
          </p:cNvPr>
          <p:cNvSpPr/>
          <p:nvPr/>
        </p:nvSpPr>
        <p:spPr>
          <a:xfrm>
            <a:off x="549961" y="3256101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701A0D-F079-4B40-ABAB-A9A3B6EFFD07}"/>
              </a:ext>
            </a:extLst>
          </p:cNvPr>
          <p:cNvSpPr/>
          <p:nvPr/>
        </p:nvSpPr>
        <p:spPr>
          <a:xfrm>
            <a:off x="3150466" y="3256101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3BEDDD-2886-4FCA-98A0-78B8FC1F3365}"/>
              </a:ext>
            </a:extLst>
          </p:cNvPr>
          <p:cNvSpPr/>
          <p:nvPr/>
        </p:nvSpPr>
        <p:spPr>
          <a:xfrm>
            <a:off x="549961" y="4573385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A37EDAA-5285-470A-A02C-B174AC0BE471}"/>
              </a:ext>
            </a:extLst>
          </p:cNvPr>
          <p:cNvSpPr/>
          <p:nvPr/>
        </p:nvSpPr>
        <p:spPr>
          <a:xfrm>
            <a:off x="3150466" y="4573385"/>
            <a:ext cx="43884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16.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5058C496-DE9C-4796-B7D0-189F27C632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469" y="3285156"/>
          <a:ext cx="736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Equation" r:id="rId12" imgW="736560" imgH="190440" progId="Equation.DSMT4">
                  <p:embed/>
                </p:oleObj>
              </mc:Choice>
              <mc:Fallback>
                <p:oleObj name="Equation" r:id="rId12" imgW="736560" imgH="19044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F3910BE2-89E1-4B3C-98C0-5751DA6EA0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15469" y="3285156"/>
                        <a:ext cx="736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B30C4CAF-127E-49B4-8E9A-D7E9EE2CDD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7406" y="3285156"/>
          <a:ext cx="838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Equation" r:id="rId14" imgW="838080" imgH="190440" progId="Equation.DSMT4">
                  <p:embed/>
                </p:oleObj>
              </mc:Choice>
              <mc:Fallback>
                <p:oleObj name="Equation" r:id="rId14" imgW="838080" imgH="19044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A02B1F9E-AB22-419C-BEC5-D404996963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77406" y="3285156"/>
                        <a:ext cx="838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B7F0D6B9-BD75-4AAA-8EAB-91B9B4AA3A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" y="4597112"/>
          <a:ext cx="800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Equation" r:id="rId16" imgW="799920" imgH="215640" progId="Equation.DSMT4">
                  <p:embed/>
                </p:oleObj>
              </mc:Choice>
              <mc:Fallback>
                <p:oleObj name="Equation" r:id="rId16" imgW="799920" imgH="21564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B9D6A6BB-4DAE-452B-B937-3ED2305291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76300" y="4597112"/>
                        <a:ext cx="800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CB315EDA-E144-465F-8985-67D0946246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8845" y="4516246"/>
          <a:ext cx="927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Equation" r:id="rId18" imgW="927000" imgH="368280" progId="Equation.DSMT4">
                  <p:embed/>
                </p:oleObj>
              </mc:Choice>
              <mc:Fallback>
                <p:oleObj name="Equation" r:id="rId18" imgW="927000" imgH="36828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06B6AE8C-D0CF-45C1-BDEB-C350C6307D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88845" y="4516246"/>
                        <a:ext cx="927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EF3B7E09-3389-49CF-9098-C12625DD6BFD}"/>
              </a:ext>
            </a:extLst>
          </p:cNvPr>
          <p:cNvSpPr/>
          <p:nvPr/>
        </p:nvSpPr>
        <p:spPr>
          <a:xfrm>
            <a:off x="549961" y="5956321"/>
            <a:ext cx="6853566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17.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the function below in factored form and identify the axis of symmetry, vertex, and roots.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5FB0C40-974B-4E25-BD16-DE17B02D891C}"/>
              </a:ext>
            </a:extLst>
          </p:cNvPr>
          <p:cNvSpPr/>
          <p:nvPr/>
        </p:nvSpPr>
        <p:spPr>
          <a:xfrm>
            <a:off x="549960" y="7849701"/>
            <a:ext cx="6773949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18.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the function below in vertex form and identify the axis of symmetry, vertex, and roots.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9FEFB681-68AD-46DF-9418-8636D6B6C0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1263" y="6294371"/>
          <a:ext cx="138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Equation" r:id="rId20" imgW="1384200" imgH="215640" progId="Equation.DSMT4">
                  <p:embed/>
                </p:oleObj>
              </mc:Choice>
              <mc:Fallback>
                <p:oleObj name="Equation" r:id="rId20" imgW="1384200" imgH="215640" progId="Equation.DSMT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A8042FF4-1D62-4737-BE4D-B22A14CFD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01263" y="6294371"/>
                        <a:ext cx="138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23D806F8-B226-46F7-9289-AFC02D4AE6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0489" y="8215170"/>
          <a:ext cx="147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Equation" r:id="rId22" imgW="1473120" imgH="203040" progId="Equation.DSMT4">
                  <p:embed/>
                </p:oleObj>
              </mc:Choice>
              <mc:Fallback>
                <p:oleObj name="Equation" r:id="rId22" imgW="1473120" imgH="20304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FA03B1A8-E6EB-46BC-AA89-6001C5957A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10489" y="8215170"/>
                        <a:ext cx="1473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Table 45">
            <a:extLst>
              <a:ext uri="{FF2B5EF4-FFF2-40B4-BE49-F238E27FC236}">
                <a16:creationId xmlns:a16="http://schemas.microsoft.com/office/drawing/2014/main" id="{822745B4-A2C1-4A50-AF10-06B0B7366D95}"/>
              </a:ext>
            </a:extLst>
          </p:cNvPr>
          <p:cNvGraphicFramePr>
            <a:graphicFrameLocks noGrp="1"/>
          </p:cNvGraphicFramePr>
          <p:nvPr/>
        </p:nvGraphicFramePr>
        <p:xfrm>
          <a:off x="3654205" y="6469952"/>
          <a:ext cx="374932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031">
                  <a:extLst>
                    <a:ext uri="{9D8B030D-6E8A-4147-A177-3AD203B41FA5}">
                      <a16:colId xmlns:a16="http://schemas.microsoft.com/office/drawing/2014/main" val="664138977"/>
                    </a:ext>
                  </a:extLst>
                </a:gridCol>
                <a:gridCol w="1468290">
                  <a:extLst>
                    <a:ext uri="{9D8B030D-6E8A-4147-A177-3AD203B41FA5}">
                      <a16:colId xmlns:a16="http://schemas.microsoft.com/office/drawing/2014/main" val="17532634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Factored Form: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61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Axis of Symmetry: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Vertex: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49292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Roots: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171889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F715D749-9CDD-4107-B60C-F5AA7A13551C}"/>
              </a:ext>
            </a:extLst>
          </p:cNvPr>
          <p:cNvGraphicFramePr>
            <a:graphicFrameLocks noGrp="1"/>
          </p:cNvGraphicFramePr>
          <p:nvPr/>
        </p:nvGraphicFramePr>
        <p:xfrm>
          <a:off x="3654205" y="8410006"/>
          <a:ext cx="374932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031">
                  <a:extLst>
                    <a:ext uri="{9D8B030D-6E8A-4147-A177-3AD203B41FA5}">
                      <a16:colId xmlns:a16="http://schemas.microsoft.com/office/drawing/2014/main" val="664138977"/>
                    </a:ext>
                  </a:extLst>
                </a:gridCol>
                <a:gridCol w="1468290">
                  <a:extLst>
                    <a:ext uri="{9D8B030D-6E8A-4147-A177-3AD203B41FA5}">
                      <a16:colId xmlns:a16="http://schemas.microsoft.com/office/drawing/2014/main" val="17532634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Vertex Form: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61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Axis of Symmetry: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Vertex: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49292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Roots: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171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15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135</Words>
  <Application>Microsoft Office PowerPoint</Application>
  <PresentationFormat>Custom</PresentationFormat>
  <Paragraphs>29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Office Theme</vt:lpstr>
      <vt:lpstr>Equation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5</cp:revision>
  <dcterms:created xsi:type="dcterms:W3CDTF">2022-04-11T18:40:22Z</dcterms:created>
  <dcterms:modified xsi:type="dcterms:W3CDTF">2022-04-25T20:05:21Z</dcterms:modified>
</cp:coreProperties>
</file>