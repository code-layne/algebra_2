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0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4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0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8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9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6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4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0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FE247-46B7-4B39-A0E0-6DD1A7DCBB49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466D4-8EAB-4562-B77E-A89FAF1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3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image" Target="../media/image13.JPG"/><Relationship Id="rId21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20.bin"/><Relationship Id="rId3" Type="http://schemas.openxmlformats.org/officeDocument/2006/relationships/image" Target="../media/image22.JPG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0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9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6E7A683-1E73-4884-B4D8-F760986FB031}"/>
              </a:ext>
            </a:extLst>
          </p:cNvPr>
          <p:cNvSpPr/>
          <p:nvPr/>
        </p:nvSpPr>
        <p:spPr>
          <a:xfrm>
            <a:off x="542590" y="1560255"/>
            <a:ext cx="38862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 each expression.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CF912B-81E2-4841-ABBD-FB5BF8A263C8}"/>
              </a:ext>
            </a:extLst>
          </p:cNvPr>
          <p:cNvSpPr/>
          <p:nvPr/>
        </p:nvSpPr>
        <p:spPr>
          <a:xfrm>
            <a:off x="533400" y="1822304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7968A499-9C2B-417F-BD50-E1B4FD52BA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552" y="1830262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Equation" r:id="rId4" imgW="380880" imgH="228600" progId="Equation.DSMT4">
                  <p:embed/>
                </p:oleObj>
              </mc:Choice>
              <mc:Fallback>
                <p:oleObj name="Equation" r:id="rId4" imgW="380880" imgH="228600" progId="Equation.DSMT4">
                  <p:embed/>
                  <p:pic>
                    <p:nvPicPr>
                      <p:cNvPr id="116" name="Object 115">
                        <a:extLst>
                          <a:ext uri="{FF2B5EF4-FFF2-40B4-BE49-F238E27FC236}">
                            <a16:creationId xmlns:a16="http://schemas.microsoft.com/office/drawing/2014/main" id="{E983BE48-F7A2-41F2-BD20-E0433CB8EE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5552" y="1830262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E520B906-1719-4457-89EA-98B89C049082}"/>
              </a:ext>
            </a:extLst>
          </p:cNvPr>
          <p:cNvSpPr/>
          <p:nvPr/>
        </p:nvSpPr>
        <p:spPr>
          <a:xfrm>
            <a:off x="3055824" y="1812472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2. </a:t>
            </a:r>
          </a:p>
        </p:txBody>
      </p:sp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9CA82B3F-D1FB-4E9F-A39E-73BDAF4205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2955" y="1827087"/>
          <a:ext cx="546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Equation" r:id="rId6" imgW="545760" imgH="228600" progId="Equation.DSMT4">
                  <p:embed/>
                </p:oleObj>
              </mc:Choice>
              <mc:Fallback>
                <p:oleObj name="Equation" r:id="rId6" imgW="545760" imgH="228600" progId="Equation.DSMT4">
                  <p:embed/>
                  <p:pic>
                    <p:nvPicPr>
                      <p:cNvPr id="118" name="Object 117">
                        <a:extLst>
                          <a:ext uri="{FF2B5EF4-FFF2-40B4-BE49-F238E27FC236}">
                            <a16:creationId xmlns:a16="http://schemas.microsoft.com/office/drawing/2014/main" id="{12BC6D1C-C778-4A80-BC08-234E352B67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32955" y="1827087"/>
                        <a:ext cx="546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A293D67C-AB5B-4FDC-8E92-94D631025D8F}"/>
              </a:ext>
            </a:extLst>
          </p:cNvPr>
          <p:cNvSpPr/>
          <p:nvPr/>
        </p:nvSpPr>
        <p:spPr>
          <a:xfrm>
            <a:off x="543232" y="297513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3.</a:t>
            </a:r>
          </a:p>
        </p:txBody>
      </p:sp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0F852138-D96A-4338-8259-A8EEC3C10E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552" y="3016441"/>
          <a:ext cx="660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" name="Equation" r:id="rId8" imgW="660240" imgH="203040" progId="Equation.DSMT4">
                  <p:embed/>
                </p:oleObj>
              </mc:Choice>
              <mc:Fallback>
                <p:oleObj name="Equation" r:id="rId8" imgW="660240" imgH="203040" progId="Equation.DSMT4">
                  <p:embed/>
                  <p:pic>
                    <p:nvPicPr>
                      <p:cNvPr id="120" name="Object 119">
                        <a:extLst>
                          <a:ext uri="{FF2B5EF4-FFF2-40B4-BE49-F238E27FC236}">
                            <a16:creationId xmlns:a16="http://schemas.microsoft.com/office/drawing/2014/main" id="{360D9886-9301-4986-AAA4-116548F7B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5552" y="3016441"/>
                        <a:ext cx="660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584029F2-3628-4332-AF15-F2623946C10C}"/>
              </a:ext>
            </a:extLst>
          </p:cNvPr>
          <p:cNvSpPr/>
          <p:nvPr/>
        </p:nvSpPr>
        <p:spPr>
          <a:xfrm>
            <a:off x="3038616" y="301200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8056AAEC-EF82-484C-83DB-FD75F75C82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2955" y="2983740"/>
          <a:ext cx="635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" name="Equation" r:id="rId10" imgW="634680" imgH="279360" progId="Equation.DSMT4">
                  <p:embed/>
                </p:oleObj>
              </mc:Choice>
              <mc:Fallback>
                <p:oleObj name="Equation" r:id="rId10" imgW="634680" imgH="279360" progId="Equation.DSMT4">
                  <p:embed/>
                  <p:pic>
                    <p:nvPicPr>
                      <p:cNvPr id="122" name="Object 121">
                        <a:extLst>
                          <a:ext uri="{FF2B5EF4-FFF2-40B4-BE49-F238E27FC236}">
                            <a16:creationId xmlns:a16="http://schemas.microsoft.com/office/drawing/2014/main" id="{481C6655-B8CD-4C09-BF11-D509155393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32955" y="2983740"/>
                        <a:ext cx="635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45">
            <a:extLst>
              <a:ext uri="{FF2B5EF4-FFF2-40B4-BE49-F238E27FC236}">
                <a16:creationId xmlns:a16="http://schemas.microsoft.com/office/drawing/2014/main" id="{FF2B4EA0-178C-45F9-8CD6-1022FFB4F9C7}"/>
              </a:ext>
            </a:extLst>
          </p:cNvPr>
          <p:cNvSpPr/>
          <p:nvPr/>
        </p:nvSpPr>
        <p:spPr>
          <a:xfrm>
            <a:off x="533400" y="416484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6032953-FAE5-4B36-9C2A-DAD816FA0C3E}"/>
              </a:ext>
            </a:extLst>
          </p:cNvPr>
          <p:cNvSpPr/>
          <p:nvPr/>
        </p:nvSpPr>
        <p:spPr>
          <a:xfrm>
            <a:off x="3048448" y="416484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F1115E-1005-42AD-97BC-6D24EFB7C99D}"/>
              </a:ext>
            </a:extLst>
          </p:cNvPr>
          <p:cNvSpPr/>
          <p:nvPr/>
        </p:nvSpPr>
        <p:spPr>
          <a:xfrm>
            <a:off x="533400" y="5364376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26E516-7309-465D-ACD5-B3768D8E7D9B}"/>
              </a:ext>
            </a:extLst>
          </p:cNvPr>
          <p:cNvSpPr/>
          <p:nvPr/>
        </p:nvSpPr>
        <p:spPr>
          <a:xfrm>
            <a:off x="3055824" y="537420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C38C78-CFF7-4354-A63B-FB729E1106C6}"/>
              </a:ext>
            </a:extLst>
          </p:cNvPr>
          <p:cNvSpPr/>
          <p:nvPr/>
        </p:nvSpPr>
        <p:spPr>
          <a:xfrm>
            <a:off x="533400" y="660324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61ECA1-2468-4C62-93BB-399D77E4563E}"/>
              </a:ext>
            </a:extLst>
          </p:cNvPr>
          <p:cNvSpPr/>
          <p:nvPr/>
        </p:nvSpPr>
        <p:spPr>
          <a:xfrm>
            <a:off x="3009120" y="6603240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6798ED8F-588B-4326-A4C3-779AAC12A6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552" y="4199311"/>
          <a:ext cx="1206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" name="Equation" r:id="rId12" imgW="1206360" imgH="203040" progId="Equation.DSMT4">
                  <p:embed/>
                </p:oleObj>
              </mc:Choice>
              <mc:Fallback>
                <p:oleObj name="Equation" r:id="rId12" imgW="1206360" imgH="203040" progId="Equation.DSMT4">
                  <p:embed/>
                  <p:pic>
                    <p:nvPicPr>
                      <p:cNvPr id="129" name="Object 128">
                        <a:extLst>
                          <a:ext uri="{FF2B5EF4-FFF2-40B4-BE49-F238E27FC236}">
                            <a16:creationId xmlns:a16="http://schemas.microsoft.com/office/drawing/2014/main" id="{FA9F7278-4F9E-4796-B5C6-285B266E64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05552" y="4199311"/>
                        <a:ext cx="1206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139F58CA-3BC7-46C0-83B3-121DF435F7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2955" y="4191877"/>
          <a:ext cx="1016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" name="Equation" r:id="rId14" imgW="1015920" imgH="203040" progId="Equation.DSMT4">
                  <p:embed/>
                </p:oleObj>
              </mc:Choice>
              <mc:Fallback>
                <p:oleObj name="Equation" r:id="rId14" imgW="1015920" imgH="203040" progId="Equation.DSMT4">
                  <p:embed/>
                  <p:pic>
                    <p:nvPicPr>
                      <p:cNvPr id="130" name="Object 129">
                        <a:extLst>
                          <a:ext uri="{FF2B5EF4-FFF2-40B4-BE49-F238E27FC236}">
                            <a16:creationId xmlns:a16="http://schemas.microsoft.com/office/drawing/2014/main" id="{3AAAD570-58F1-40E1-B552-4702336F12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32955" y="4191877"/>
                        <a:ext cx="1016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BF6DF1E1-FD28-4878-9FB2-A85BDEA5F5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552" y="5397691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" name="Equation" r:id="rId16" imgW="914400" imgH="203040" progId="Equation.DSMT4">
                  <p:embed/>
                </p:oleObj>
              </mc:Choice>
              <mc:Fallback>
                <p:oleObj name="Equation" r:id="rId16" imgW="914400" imgH="203040" progId="Equation.DSMT4">
                  <p:embed/>
                  <p:pic>
                    <p:nvPicPr>
                      <p:cNvPr id="131" name="Object 130">
                        <a:extLst>
                          <a:ext uri="{FF2B5EF4-FFF2-40B4-BE49-F238E27FC236}">
                            <a16:creationId xmlns:a16="http://schemas.microsoft.com/office/drawing/2014/main" id="{BB295D67-9731-4DD1-A185-6A0B51E75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5552" y="5397691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0200549C-60B8-4217-9DE9-9268E1CBBF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2955" y="5396740"/>
          <a:ext cx="584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" name="Equation" r:id="rId18" imgW="583920" imgH="228600" progId="Equation.DSMT4">
                  <p:embed/>
                </p:oleObj>
              </mc:Choice>
              <mc:Fallback>
                <p:oleObj name="Equation" r:id="rId18" imgW="583920" imgH="228600" progId="Equation.DSMT4">
                  <p:embed/>
                  <p:pic>
                    <p:nvPicPr>
                      <p:cNvPr id="132" name="Object 131">
                        <a:extLst>
                          <a:ext uri="{FF2B5EF4-FFF2-40B4-BE49-F238E27FC236}">
                            <a16:creationId xmlns:a16="http://schemas.microsoft.com/office/drawing/2014/main" id="{DC48302C-CA3B-41F2-B6EE-EFF0999393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332955" y="5396740"/>
                        <a:ext cx="584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26004A5E-DD0F-4851-8431-B4F1DC0F64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4550" y="6563912"/>
          <a:ext cx="482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" name="Equation" r:id="rId20" imgW="482400" imgH="368280" progId="Equation.DSMT4">
                  <p:embed/>
                </p:oleObj>
              </mc:Choice>
              <mc:Fallback>
                <p:oleObj name="Equation" r:id="rId20" imgW="482400" imgH="368280" progId="Equation.DSMT4">
                  <p:embed/>
                  <p:pic>
                    <p:nvPicPr>
                      <p:cNvPr id="133" name="Object 132">
                        <a:extLst>
                          <a:ext uri="{FF2B5EF4-FFF2-40B4-BE49-F238E27FC236}">
                            <a16:creationId xmlns:a16="http://schemas.microsoft.com/office/drawing/2014/main" id="{A2AD4263-6ED7-491C-9D05-87A93B9D1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44550" y="6563912"/>
                        <a:ext cx="482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7BA6E66D-24F3-4A11-A1C7-96145B525F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9188" y="6518129"/>
          <a:ext cx="482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" name="Equation" r:id="rId22" imgW="482400" imgH="368280" progId="Equation.DSMT4">
                  <p:embed/>
                </p:oleObj>
              </mc:Choice>
              <mc:Fallback>
                <p:oleObj name="Equation" r:id="rId22" imgW="482400" imgH="368280" progId="Equation.DSMT4">
                  <p:embed/>
                  <p:pic>
                    <p:nvPicPr>
                      <p:cNvPr id="134" name="Object 133">
                        <a:extLst>
                          <a:ext uri="{FF2B5EF4-FFF2-40B4-BE49-F238E27FC236}">
                            <a16:creationId xmlns:a16="http://schemas.microsoft.com/office/drawing/2014/main" id="{4F85F108-B753-4540-AAFC-3447B47B31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399188" y="6518129"/>
                        <a:ext cx="482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object 33">
            <a:extLst>
              <a:ext uri="{FF2B5EF4-FFF2-40B4-BE49-F238E27FC236}">
                <a16:creationId xmlns:a16="http://schemas.microsoft.com/office/drawing/2014/main" id="{7B52A48C-4D22-4526-B000-0B831C768C64}"/>
              </a:ext>
            </a:extLst>
          </p:cNvPr>
          <p:cNvSpPr txBox="1"/>
          <p:nvPr/>
        </p:nvSpPr>
        <p:spPr>
          <a:xfrm>
            <a:off x="627380" y="8210021"/>
            <a:ext cx="24765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5" dirty="0">
                <a:latin typeface="Century Gothic" panose="020B0502020202020204" pitchFamily="34" charset="0"/>
                <a:cs typeface="Tahoma"/>
              </a:rPr>
              <a:t>1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1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E8788625-B6EA-4E90-9DB2-27B3186912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3925" y="8176295"/>
          <a:ext cx="177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" name="Equation" r:id="rId24" imgW="177480" imgH="203040" progId="Equation.DSMT4">
                  <p:embed/>
                </p:oleObj>
              </mc:Choice>
              <mc:Fallback>
                <p:oleObj name="Equation" r:id="rId24" imgW="177480" imgH="203040" progId="Equation.DSMT4">
                  <p:embed/>
                  <p:pic>
                    <p:nvPicPr>
                      <p:cNvPr id="142" name="Object 141">
                        <a:extLst>
                          <a:ext uri="{FF2B5EF4-FFF2-40B4-BE49-F238E27FC236}">
                            <a16:creationId xmlns:a16="http://schemas.microsoft.com/office/drawing/2014/main" id="{0D2E1F6C-71A5-4B11-8F48-57C68A8925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23925" y="8176295"/>
                        <a:ext cx="177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59">
            <a:extLst>
              <a:ext uri="{FF2B5EF4-FFF2-40B4-BE49-F238E27FC236}">
                <a16:creationId xmlns:a16="http://schemas.microsoft.com/office/drawing/2014/main" id="{D3CB989D-FA25-45C3-952F-45B77AD9A232}"/>
              </a:ext>
            </a:extLst>
          </p:cNvPr>
          <p:cNvSpPr/>
          <p:nvPr/>
        </p:nvSpPr>
        <p:spPr>
          <a:xfrm>
            <a:off x="2991464" y="8134986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0F7BD57C-7584-444F-A6F9-003CC6BB30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6898" y="8167480"/>
          <a:ext cx="762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name="Equation" r:id="rId26" imgW="761760" imgH="203040" progId="Equation.DSMT4">
                  <p:embed/>
                </p:oleObj>
              </mc:Choice>
              <mc:Fallback>
                <p:oleObj name="Equation" r:id="rId26" imgW="761760" imgH="203040" progId="Equation.DSMT4">
                  <p:embed/>
                  <p:pic>
                    <p:nvPicPr>
                      <p:cNvPr id="144" name="Object 143">
                        <a:extLst>
                          <a:ext uri="{FF2B5EF4-FFF2-40B4-BE49-F238E27FC236}">
                            <a16:creationId xmlns:a16="http://schemas.microsoft.com/office/drawing/2014/main" id="{E177D8D7-3B30-46F2-AEDB-BCEF8C1691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336898" y="8167480"/>
                        <a:ext cx="762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object 32">
            <a:extLst>
              <a:ext uri="{FF2B5EF4-FFF2-40B4-BE49-F238E27FC236}">
                <a16:creationId xmlns:a16="http://schemas.microsoft.com/office/drawing/2014/main" id="{8928595C-11A2-45AB-83AB-4FEEE5B4D788}"/>
              </a:ext>
            </a:extLst>
          </p:cNvPr>
          <p:cNvSpPr txBox="1"/>
          <p:nvPr/>
        </p:nvSpPr>
        <p:spPr>
          <a:xfrm>
            <a:off x="619429" y="7948425"/>
            <a:ext cx="436308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Simplify, then name all sets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which each value</a:t>
            </a:r>
            <a:r>
              <a:rPr sz="1100" b="1" spc="10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belongs.</a:t>
            </a:r>
            <a:endParaRPr sz="1100" b="1" dirty="0">
              <a:latin typeface="Century Gothic" panose="020B0502020202020204" pitchFamily="34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9172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">
            <a:extLst>
              <a:ext uri="{FF2B5EF4-FFF2-40B4-BE49-F238E27FC236}">
                <a16:creationId xmlns:a16="http://schemas.microsoft.com/office/drawing/2014/main" id="{100857BF-9B17-4416-A401-D8B94FB09D4A}"/>
              </a:ext>
            </a:extLst>
          </p:cNvPr>
          <p:cNvSpPr txBox="1"/>
          <p:nvPr/>
        </p:nvSpPr>
        <p:spPr>
          <a:xfrm>
            <a:off x="634204" y="596778"/>
            <a:ext cx="592455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Solve using the square root property. 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Give all solutions in simplest form.</a:t>
            </a:r>
            <a:endParaRPr sz="1100" b="1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18BA41-08F8-467A-8890-DAE66BDA1F99}"/>
              </a:ext>
            </a:extLst>
          </p:cNvPr>
          <p:cNvSpPr/>
          <p:nvPr/>
        </p:nvSpPr>
        <p:spPr>
          <a:xfrm>
            <a:off x="533400" y="798208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CCEC36-3AF9-4ACD-8540-4E23BC803F8F}"/>
              </a:ext>
            </a:extLst>
          </p:cNvPr>
          <p:cNvSpPr/>
          <p:nvPr/>
        </p:nvSpPr>
        <p:spPr>
          <a:xfrm>
            <a:off x="3048000" y="808040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F83A9EA0-21F5-4466-A09F-7A0018720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6415" y="811591"/>
          <a:ext cx="774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" name="Equation" r:id="rId4" imgW="774360" imgH="203040" progId="Equation.DSMT4">
                  <p:embed/>
                </p:oleObj>
              </mc:Choice>
              <mc:Fallback>
                <p:oleObj name="Equation" r:id="rId4" imgW="774360" imgH="20304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BADBB694-F866-4130-BFA3-AED6CD6673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6415" y="811591"/>
                        <a:ext cx="774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C78AB496-BAA1-4A6F-8CAF-3CE0AE0FC5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7099" y="822212"/>
          <a:ext cx="939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" name="Equation" r:id="rId6" imgW="939600" imgH="203040" progId="Equation.DSMT4">
                  <p:embed/>
                </p:oleObj>
              </mc:Choice>
              <mc:Fallback>
                <p:oleObj name="Equation" r:id="rId6" imgW="939600" imgH="20304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6A6B9E02-99D0-4369-BDD4-70EBFD4B2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07099" y="822212"/>
                        <a:ext cx="939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9701F134-30DE-4A6E-B6A8-550F5AEA5818}"/>
              </a:ext>
            </a:extLst>
          </p:cNvPr>
          <p:cNvSpPr/>
          <p:nvPr/>
        </p:nvSpPr>
        <p:spPr>
          <a:xfrm>
            <a:off x="533400" y="3139000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4A78D9-3685-4BC8-AF73-AFC8E1C64034}"/>
              </a:ext>
            </a:extLst>
          </p:cNvPr>
          <p:cNvSpPr/>
          <p:nvPr/>
        </p:nvSpPr>
        <p:spPr>
          <a:xfrm>
            <a:off x="3057832" y="313900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16.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440BC602-DC1A-4919-84A4-C35B06DE87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2705" y="3160227"/>
          <a:ext cx="876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4" name="Equation" r:id="rId8" imgW="876240" imgH="203040" progId="Equation.DSMT4">
                  <p:embed/>
                </p:oleObj>
              </mc:Choice>
              <mc:Fallback>
                <p:oleObj name="Equation" r:id="rId8" imgW="876240" imgH="20304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760684E0-3545-4606-A8C3-ED70F8328A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02705" y="3160227"/>
                        <a:ext cx="876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34D20B37-CE1F-4846-BF41-EB17F988E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2232" y="3072915"/>
          <a:ext cx="901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Equation" r:id="rId10" imgW="901440" imgH="368280" progId="Equation.DSMT4">
                  <p:embed/>
                </p:oleObj>
              </mc:Choice>
              <mc:Fallback>
                <p:oleObj name="Equation" r:id="rId10" imgW="901440" imgH="36828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0C79EA19-779D-4DA5-A2AC-D7A052589B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22232" y="3072915"/>
                        <a:ext cx="901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AF83A509-72BF-4AE4-A2C0-511C2912CE60}"/>
              </a:ext>
            </a:extLst>
          </p:cNvPr>
          <p:cNvSpPr/>
          <p:nvPr/>
        </p:nvSpPr>
        <p:spPr>
          <a:xfrm>
            <a:off x="533400" y="5481482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17.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633637-6A59-450D-954C-1F887116CFA7}"/>
              </a:ext>
            </a:extLst>
          </p:cNvPr>
          <p:cNvSpPr/>
          <p:nvPr/>
        </p:nvSpPr>
        <p:spPr>
          <a:xfrm>
            <a:off x="3057832" y="5474106"/>
            <a:ext cx="4267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18.</a:t>
            </a:r>
            <a:r>
              <a:rPr lang="en-US" sz="12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0CF7CAED-182E-4A76-A99C-160BDDDDDB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912" y="5494692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Equation" r:id="rId12" imgW="888840" imgH="228600" progId="Equation.DSMT4">
                  <p:embed/>
                </p:oleObj>
              </mc:Choice>
              <mc:Fallback>
                <p:oleObj name="Equation" r:id="rId12" imgW="888840" imgH="22860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0537CA9B-C58D-42F9-89C6-C3BDFEB86A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11912" y="5494692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2A3AAFE1-8BE8-407A-9E50-78FAA51620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2627" y="5487576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7" name="Equation" r:id="rId14" imgW="888840" imgH="228600" progId="Equation.DSMT4">
                  <p:embed/>
                </p:oleObj>
              </mc:Choice>
              <mc:Fallback>
                <p:oleObj name="Equation" r:id="rId14" imgW="888840" imgH="22860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E8687EFF-AE29-462D-B866-7B2DA6558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42627" y="5487576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EA18A2F0-E7CD-4110-B406-DC42E0F1E22C}"/>
              </a:ext>
            </a:extLst>
          </p:cNvPr>
          <p:cNvSpPr/>
          <p:nvPr/>
        </p:nvSpPr>
        <p:spPr>
          <a:xfrm>
            <a:off x="533400" y="7822529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A3CFC6-ECA5-4DAC-AC08-579378D4DFE7}"/>
              </a:ext>
            </a:extLst>
          </p:cNvPr>
          <p:cNvSpPr/>
          <p:nvPr/>
        </p:nvSpPr>
        <p:spPr>
          <a:xfrm>
            <a:off x="3057832" y="7822529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20.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B39B8414-C0B4-4BF5-B978-FA0F0C6D6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2996" y="7837800"/>
          <a:ext cx="1003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Equation" r:id="rId16" imgW="1002960" imgH="228600" progId="Equation.DSMT4">
                  <p:embed/>
                </p:oleObj>
              </mc:Choice>
              <mc:Fallback>
                <p:oleObj name="Equation" r:id="rId16" imgW="1002960" imgH="22860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33ACCA17-4A2E-4E81-B0D9-C4CF4F857C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82996" y="7837800"/>
                        <a:ext cx="1003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8BD69161-C01C-43C1-83BF-F79AC197E6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0328" y="7758113"/>
          <a:ext cx="101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Equation" r:id="rId18" imgW="1015920" imgH="368280" progId="Equation.DSMT4">
                  <p:embed/>
                </p:oleObj>
              </mc:Choice>
              <mc:Fallback>
                <p:oleObj name="Equation" r:id="rId18" imgW="1015920" imgH="36828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35EA9655-B6FD-4F3D-B71F-0E523F6C5F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00328" y="7758113"/>
                        <a:ext cx="1016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515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70</Words>
  <Application>Microsoft Office PowerPoint</Application>
  <PresentationFormat>Custom</PresentationFormat>
  <Paragraphs>23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Century Gothic</vt:lpstr>
      <vt:lpstr>Tahoma</vt:lpstr>
      <vt:lpstr>Office Theme</vt:lpstr>
      <vt:lpstr>Equation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11</cp:revision>
  <dcterms:created xsi:type="dcterms:W3CDTF">2022-04-11T18:40:22Z</dcterms:created>
  <dcterms:modified xsi:type="dcterms:W3CDTF">2022-04-25T20:06:58Z</dcterms:modified>
</cp:coreProperties>
</file>