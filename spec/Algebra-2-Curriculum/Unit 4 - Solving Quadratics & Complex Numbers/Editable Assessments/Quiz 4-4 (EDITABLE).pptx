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0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4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0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8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9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4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E247-46B7-4B39-A0E0-6DD1A7DCBB49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JPG"/><Relationship Id="rId7" Type="http://schemas.openxmlformats.org/officeDocument/2006/relationships/image" Target="../media/image2.wmf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1.JP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233">
            <a:extLst>
              <a:ext uri="{FF2B5EF4-FFF2-40B4-BE49-F238E27FC236}">
                <a16:creationId xmlns:a16="http://schemas.microsoft.com/office/drawing/2014/main" id="{240B0E99-21A4-6F16-2A8F-6A946CB9AA67}"/>
              </a:ext>
            </a:extLst>
          </p:cNvPr>
          <p:cNvSpPr/>
          <p:nvPr/>
        </p:nvSpPr>
        <p:spPr>
          <a:xfrm>
            <a:off x="553496" y="1508928"/>
            <a:ext cx="146546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by graphing: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C4D9DE9-A04D-7D6A-7D54-7EFCB3FB8A44}"/>
              </a:ext>
            </a:extLst>
          </p:cNvPr>
          <p:cNvSpPr/>
          <p:nvPr/>
        </p:nvSpPr>
        <p:spPr>
          <a:xfrm>
            <a:off x="563380" y="184308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36" name="Object 235">
            <a:extLst>
              <a:ext uri="{FF2B5EF4-FFF2-40B4-BE49-F238E27FC236}">
                <a16:creationId xmlns:a16="http://schemas.microsoft.com/office/drawing/2014/main" id="{1243FC50-2651-945E-4BFF-A5260B8F85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680" y="1761845"/>
          <a:ext cx="111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4" imgW="1117440" imgH="431640" progId="Equation.DSMT4">
                  <p:embed/>
                </p:oleObj>
              </mc:Choice>
              <mc:Fallback>
                <p:oleObj name="Equation" r:id="rId4" imgW="1117440" imgH="4316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57A6326-FCA2-4EEC-9708-C0BC89DB4C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4680" y="1761845"/>
                        <a:ext cx="1117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" name="Rectangle 236">
            <a:extLst>
              <a:ext uri="{FF2B5EF4-FFF2-40B4-BE49-F238E27FC236}">
                <a16:creationId xmlns:a16="http://schemas.microsoft.com/office/drawing/2014/main" id="{ECC2CC9C-4383-E145-96CF-E1F93B1053ED}"/>
              </a:ext>
            </a:extLst>
          </p:cNvPr>
          <p:cNvSpPr/>
          <p:nvPr/>
        </p:nvSpPr>
        <p:spPr>
          <a:xfrm>
            <a:off x="3889305" y="1861554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38" name="Object 237">
            <a:extLst>
              <a:ext uri="{FF2B5EF4-FFF2-40B4-BE49-F238E27FC236}">
                <a16:creationId xmlns:a16="http://schemas.microsoft.com/office/drawing/2014/main" id="{CE401756-DF80-56E5-4C1D-93AF01D3E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5172" y="1749145"/>
          <a:ext cx="114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6" imgW="1143000" imgH="457200" progId="Equation.DSMT4">
                  <p:embed/>
                </p:oleObj>
              </mc:Choice>
              <mc:Fallback>
                <p:oleObj name="Equation" r:id="rId6" imgW="1143000" imgH="4572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3AA5DD4-1067-4B64-A43E-277DC28B4A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5172" y="1749145"/>
                        <a:ext cx="11430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" name="Table 106">
            <a:extLst>
              <a:ext uri="{FF2B5EF4-FFF2-40B4-BE49-F238E27FC236}">
                <a16:creationId xmlns:a16="http://schemas.microsoft.com/office/drawing/2014/main" id="{793A27ED-C1D1-85A5-2D7C-4230305ED2BA}"/>
              </a:ext>
            </a:extLst>
          </p:cNvPr>
          <p:cNvGraphicFramePr>
            <a:graphicFrameLocks noGrp="1"/>
          </p:cNvGraphicFramePr>
          <p:nvPr/>
        </p:nvGraphicFramePr>
        <p:xfrm>
          <a:off x="4262164" y="5211105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graphicFrame>
        <p:nvGraphicFramePr>
          <p:cNvPr id="320" name="Table 106">
            <a:extLst>
              <a:ext uri="{FF2B5EF4-FFF2-40B4-BE49-F238E27FC236}">
                <a16:creationId xmlns:a16="http://schemas.microsoft.com/office/drawing/2014/main" id="{C2492B8C-5343-74C5-4602-4C3F003FFACB}"/>
              </a:ext>
            </a:extLst>
          </p:cNvPr>
          <p:cNvGraphicFramePr>
            <a:graphicFrameLocks noGrp="1"/>
          </p:cNvGraphicFramePr>
          <p:nvPr/>
        </p:nvGraphicFramePr>
        <p:xfrm>
          <a:off x="892710" y="5214466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sp>
        <p:nvSpPr>
          <p:cNvPr id="321" name="Rectangle 320">
            <a:extLst>
              <a:ext uri="{FF2B5EF4-FFF2-40B4-BE49-F238E27FC236}">
                <a16:creationId xmlns:a16="http://schemas.microsoft.com/office/drawing/2014/main" id="{257831D0-37A8-8248-04E0-329EB9C2E139}"/>
              </a:ext>
            </a:extLst>
          </p:cNvPr>
          <p:cNvSpPr/>
          <p:nvPr/>
        </p:nvSpPr>
        <p:spPr>
          <a:xfrm>
            <a:off x="563380" y="5804065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8E6D068B-2D17-9F04-B78E-DE0B6BCD3A7C}"/>
              </a:ext>
            </a:extLst>
          </p:cNvPr>
          <p:cNvSpPr/>
          <p:nvPr/>
        </p:nvSpPr>
        <p:spPr>
          <a:xfrm>
            <a:off x="3889305" y="5822537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4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23" name="Object 322">
            <a:extLst>
              <a:ext uri="{FF2B5EF4-FFF2-40B4-BE49-F238E27FC236}">
                <a16:creationId xmlns:a16="http://schemas.microsoft.com/office/drawing/2014/main" id="{CC58EF33-47CB-5D26-5883-B03F9BA0B9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5172" y="5708650"/>
          <a:ext cx="113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8" imgW="1130040" imgH="457200" progId="Equation.DSMT4">
                  <p:embed/>
                </p:oleObj>
              </mc:Choice>
              <mc:Fallback>
                <p:oleObj name="Equation" r:id="rId8" imgW="1130040" imgH="457200" progId="Equation.DSMT4">
                  <p:embed/>
                  <p:pic>
                    <p:nvPicPr>
                      <p:cNvPr id="150" name="Object 149">
                        <a:extLst>
                          <a:ext uri="{FF2B5EF4-FFF2-40B4-BE49-F238E27FC236}">
                            <a16:creationId xmlns:a16="http://schemas.microsoft.com/office/drawing/2014/main" id="{EC7BE403-15F0-47AD-8C57-272136C786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95172" y="5708650"/>
                        <a:ext cx="1130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" name="Table 106">
            <a:extLst>
              <a:ext uri="{FF2B5EF4-FFF2-40B4-BE49-F238E27FC236}">
                <a16:creationId xmlns:a16="http://schemas.microsoft.com/office/drawing/2014/main" id="{73F1F0A1-9127-0C25-C121-8FD5400D0133}"/>
              </a:ext>
            </a:extLst>
          </p:cNvPr>
          <p:cNvGraphicFramePr>
            <a:graphicFrameLocks noGrp="1"/>
          </p:cNvGraphicFramePr>
          <p:nvPr/>
        </p:nvGraphicFramePr>
        <p:xfrm>
          <a:off x="4262164" y="9197208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graphicFrame>
        <p:nvGraphicFramePr>
          <p:cNvPr id="405" name="Table 106">
            <a:extLst>
              <a:ext uri="{FF2B5EF4-FFF2-40B4-BE49-F238E27FC236}">
                <a16:creationId xmlns:a16="http://schemas.microsoft.com/office/drawing/2014/main" id="{CCDC4B02-68AB-CFB7-43FC-FD3AAB9D1724}"/>
              </a:ext>
            </a:extLst>
          </p:cNvPr>
          <p:cNvGraphicFramePr>
            <a:graphicFrameLocks noGrp="1"/>
          </p:cNvGraphicFramePr>
          <p:nvPr/>
        </p:nvGraphicFramePr>
        <p:xfrm>
          <a:off x="892710" y="9200569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graphicFrame>
        <p:nvGraphicFramePr>
          <p:cNvPr id="406" name="Object 405">
            <a:extLst>
              <a:ext uri="{FF2B5EF4-FFF2-40B4-BE49-F238E27FC236}">
                <a16:creationId xmlns:a16="http://schemas.microsoft.com/office/drawing/2014/main" id="{22901C34-D54F-6029-CE9F-71C309F01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680" y="5694363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10" imgW="799920" imgH="431640" progId="Equation.DSMT4">
                  <p:embed/>
                </p:oleObj>
              </mc:Choice>
              <mc:Fallback>
                <p:oleObj name="Equation" r:id="rId10" imgW="799920" imgH="431640" progId="Equation.DSMT4">
                  <p:embed/>
                  <p:pic>
                    <p:nvPicPr>
                      <p:cNvPr id="233" name="Object 232">
                        <a:extLst>
                          <a:ext uri="{FF2B5EF4-FFF2-40B4-BE49-F238E27FC236}">
                            <a16:creationId xmlns:a16="http://schemas.microsoft.com/office/drawing/2014/main" id="{59335E51-4AD5-4B47-A8A5-1D1F4E66B2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4680" y="5694363"/>
                        <a:ext cx="8001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F4DDF92E-5088-0DCD-773C-18BEF441AF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328" y="2106881"/>
            <a:ext cx="3109229" cy="31092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2F045E-A565-8392-B730-35C0DD4D7C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7569" y="2106881"/>
            <a:ext cx="3109229" cy="31092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D44AD9-4C6A-5E6E-A64D-D94C05FB36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328" y="6141191"/>
            <a:ext cx="3109229" cy="31092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BDC493-9846-3B94-12B2-ED01D70136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7569" y="6141191"/>
            <a:ext cx="3109229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2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F6EB3D-0CFF-F9C0-A544-A80FB27B32B0}"/>
              </a:ext>
            </a:extLst>
          </p:cNvPr>
          <p:cNvSpPr/>
          <p:nvPr/>
        </p:nvSpPr>
        <p:spPr>
          <a:xfrm>
            <a:off x="523973" y="633762"/>
            <a:ext cx="153599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algebraically: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7C10B-3635-BA34-4941-465A7B2FCE4B}"/>
              </a:ext>
            </a:extLst>
          </p:cNvPr>
          <p:cNvSpPr/>
          <p:nvPr/>
        </p:nvSpPr>
        <p:spPr>
          <a:xfrm>
            <a:off x="553953" y="1007469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5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DC7AC9CA-D013-21E4-E6E1-6631F0969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231" y="925513"/>
          <a:ext cx="99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Equation" r:id="rId4" imgW="990360" imgH="431640" progId="Equation.DSMT4">
                  <p:embed/>
                </p:oleObj>
              </mc:Choice>
              <mc:Fallback>
                <p:oleObj name="Equation" r:id="rId4" imgW="990360" imgH="43164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AC4B0622-7AED-4B38-BEE1-397628A0C2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5231" y="925513"/>
                        <a:ext cx="990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7DF0EF8-2EF8-791E-E5F6-5DCF864F9E17}"/>
              </a:ext>
            </a:extLst>
          </p:cNvPr>
          <p:cNvSpPr/>
          <p:nvPr/>
        </p:nvSpPr>
        <p:spPr>
          <a:xfrm>
            <a:off x="3964721" y="1025941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6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EB17F4C7-8D74-3FA4-EA64-E82969471A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4666" y="912813"/>
          <a:ext cx="120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6" imgW="1206360" imgH="457200" progId="Equation.DSMT4">
                  <p:embed/>
                </p:oleObj>
              </mc:Choice>
              <mc:Fallback>
                <p:oleObj name="Equation" r:id="rId6" imgW="1206360" imgH="4572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51FAD297-A68E-4EA3-84D6-F98DD49B3B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34666" y="912813"/>
                        <a:ext cx="1206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le 106">
            <a:extLst>
              <a:ext uri="{FF2B5EF4-FFF2-40B4-BE49-F238E27FC236}">
                <a16:creationId xmlns:a16="http://schemas.microsoft.com/office/drawing/2014/main" id="{420AFAA5-852A-66EB-D132-17E1DDC60FB3}"/>
              </a:ext>
            </a:extLst>
          </p:cNvPr>
          <p:cNvGraphicFramePr>
            <a:graphicFrameLocks noGrp="1"/>
          </p:cNvGraphicFramePr>
          <p:nvPr/>
        </p:nvGraphicFramePr>
        <p:xfrm>
          <a:off x="4337580" y="5120800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graphicFrame>
        <p:nvGraphicFramePr>
          <p:cNvPr id="37" name="Table 106">
            <a:extLst>
              <a:ext uri="{FF2B5EF4-FFF2-40B4-BE49-F238E27FC236}">
                <a16:creationId xmlns:a16="http://schemas.microsoft.com/office/drawing/2014/main" id="{6EAC10F9-C639-CBEE-A79F-32740B4B3D3A}"/>
              </a:ext>
            </a:extLst>
          </p:cNvPr>
          <p:cNvGraphicFramePr>
            <a:graphicFrameLocks noGrp="1"/>
          </p:cNvGraphicFramePr>
          <p:nvPr/>
        </p:nvGraphicFramePr>
        <p:xfrm>
          <a:off x="883283" y="5124161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E22502DE-2561-0636-EF66-8D3905B009A1}"/>
              </a:ext>
            </a:extLst>
          </p:cNvPr>
          <p:cNvSpPr/>
          <p:nvPr/>
        </p:nvSpPr>
        <p:spPr>
          <a:xfrm>
            <a:off x="553953" y="571376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84608C-9839-1199-795F-BFB8436CBB55}"/>
              </a:ext>
            </a:extLst>
          </p:cNvPr>
          <p:cNvSpPr/>
          <p:nvPr/>
        </p:nvSpPr>
        <p:spPr>
          <a:xfrm>
            <a:off x="3964721" y="573223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8D950ED8-12BA-BA81-056C-2C792416D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4666" y="5630863"/>
          <a:ext cx="110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r:id="rId8" imgW="1104840" imgH="431640" progId="Equation.DSMT4">
                  <p:embed/>
                </p:oleObj>
              </mc:Choice>
              <mc:Fallback>
                <p:oleObj name="Equation" r:id="rId8" imgW="1104840" imgH="43164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D0F9AAD9-38A7-4B73-80DC-282861BA54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34666" y="5630863"/>
                        <a:ext cx="1104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Table 106">
            <a:extLst>
              <a:ext uri="{FF2B5EF4-FFF2-40B4-BE49-F238E27FC236}">
                <a16:creationId xmlns:a16="http://schemas.microsoft.com/office/drawing/2014/main" id="{5228E212-AF5E-4889-0952-B7B4350ECC16}"/>
              </a:ext>
            </a:extLst>
          </p:cNvPr>
          <p:cNvGraphicFramePr>
            <a:graphicFrameLocks noGrp="1"/>
          </p:cNvGraphicFramePr>
          <p:nvPr/>
        </p:nvGraphicFramePr>
        <p:xfrm>
          <a:off x="4337580" y="9106903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graphicFrame>
        <p:nvGraphicFramePr>
          <p:cNvPr id="43" name="Table 106">
            <a:extLst>
              <a:ext uri="{FF2B5EF4-FFF2-40B4-BE49-F238E27FC236}">
                <a16:creationId xmlns:a16="http://schemas.microsoft.com/office/drawing/2014/main" id="{8C5807AF-DAEF-834B-C31C-44872DEA3DE5}"/>
              </a:ext>
            </a:extLst>
          </p:cNvPr>
          <p:cNvGraphicFramePr>
            <a:graphicFrameLocks noGrp="1"/>
          </p:cNvGraphicFramePr>
          <p:nvPr/>
        </p:nvGraphicFramePr>
        <p:xfrm>
          <a:off x="883283" y="9110264"/>
          <a:ext cx="2720041" cy="34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041">
                  <a:extLst>
                    <a:ext uri="{9D8B030D-6E8A-4147-A177-3AD203B41FA5}">
                      <a16:colId xmlns:a16="http://schemas.microsoft.com/office/drawing/2014/main" val="3107710866"/>
                    </a:ext>
                  </a:extLst>
                </a:gridCol>
              </a:tblGrid>
              <a:tr h="3492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Solution(s):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27"/>
                  </a:ext>
                </a:extLst>
              </a:tr>
            </a:tbl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B9714305-322C-7A31-3965-E969046B9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231" y="5591175"/>
          <a:ext cx="120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Equation" r:id="rId10" imgW="1206360" imgH="457200" progId="Equation.DSMT4">
                  <p:embed/>
                </p:oleObj>
              </mc:Choice>
              <mc:Fallback>
                <p:oleObj name="Equation" r:id="rId10" imgW="1206360" imgH="45720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23631949-606E-4F40-B09D-3486158377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5231" y="5591175"/>
                        <a:ext cx="1206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515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1066</TotalTime>
  <Words>55</Words>
  <Application>Microsoft Office PowerPoint</Application>
  <PresentationFormat>Custom</PresentationFormat>
  <Paragraphs>18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Equation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22</cp:revision>
  <dcterms:created xsi:type="dcterms:W3CDTF">2022-04-11T18:40:22Z</dcterms:created>
  <dcterms:modified xsi:type="dcterms:W3CDTF">2022-05-16T15:28:20Z</dcterms:modified>
</cp:coreProperties>
</file>