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71" d="100"/>
          <a:sy n="171" d="100"/>
        </p:scale>
        <p:origin x="-657" y="-348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DF26D-6936-4C29-ABFC-87822F46E6BA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B9C84-746A-4E05-AAF4-DF11CFA90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8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BB9C84-746A-4E05-AAF4-DF11CFA908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20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BB9C84-746A-4E05-AAF4-DF11CFA908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68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3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3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35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35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35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87720" y="9804001"/>
            <a:ext cx="1412240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Wilson (All Things </a:t>
            </a:r>
            <a:r>
              <a:rPr dirty="0"/>
              <a:t>Algebra),</a:t>
            </a:r>
            <a:r>
              <a:rPr spc="3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20.wmf"/><Relationship Id="rId21" Type="http://schemas.openxmlformats.org/officeDocument/2006/relationships/image" Target="../media/image11.wmf"/><Relationship Id="rId34" Type="http://schemas.openxmlformats.org/officeDocument/2006/relationships/oleObject" Target="../embeddings/oleObject16.bin"/><Relationship Id="rId42" Type="http://schemas.openxmlformats.org/officeDocument/2006/relationships/oleObject" Target="../embeddings/oleObject20.bin"/><Relationship Id="rId7" Type="http://schemas.openxmlformats.org/officeDocument/2006/relationships/image" Target="../media/image4.wmf"/><Relationship Id="rId2" Type="http://schemas.openxmlformats.org/officeDocument/2006/relationships/image" Target="../media/image1.JPG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5.wmf"/><Relationship Id="rId41" Type="http://schemas.openxmlformats.org/officeDocument/2006/relationships/image" Target="../media/image21.w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9.wmf"/><Relationship Id="rId40" Type="http://schemas.openxmlformats.org/officeDocument/2006/relationships/oleObject" Target="../embeddings/oleObject19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0.wmf"/><Relationship Id="rId31" Type="http://schemas.openxmlformats.org/officeDocument/2006/relationships/image" Target="../media/image16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4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8.wmf"/><Relationship Id="rId43" Type="http://schemas.openxmlformats.org/officeDocument/2006/relationships/image" Target="../media/image22.wmf"/><Relationship Id="rId8" Type="http://schemas.openxmlformats.org/officeDocument/2006/relationships/oleObject" Target="../embeddings/oleObject3.bin"/><Relationship Id="rId3" Type="http://schemas.openxmlformats.org/officeDocument/2006/relationships/image" Target="../media/image2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9.wmf"/><Relationship Id="rId25" Type="http://schemas.openxmlformats.org/officeDocument/2006/relationships/image" Target="../media/image13.wmf"/><Relationship Id="rId33" Type="http://schemas.openxmlformats.org/officeDocument/2006/relationships/image" Target="../media/image17.wmf"/><Relationship Id="rId38" Type="http://schemas.openxmlformats.org/officeDocument/2006/relationships/oleObject" Target="../embeddings/oleObject18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wmf"/><Relationship Id="rId18" Type="http://schemas.openxmlformats.org/officeDocument/2006/relationships/oleObject" Target="../embeddings/oleObject28.bin"/><Relationship Id="rId26" Type="http://schemas.openxmlformats.org/officeDocument/2006/relationships/oleObject" Target="../embeddings/oleObject32.bin"/><Relationship Id="rId39" Type="http://schemas.openxmlformats.org/officeDocument/2006/relationships/image" Target="../media/image41.wmf"/><Relationship Id="rId21" Type="http://schemas.openxmlformats.org/officeDocument/2006/relationships/image" Target="../media/image32.wmf"/><Relationship Id="rId34" Type="http://schemas.openxmlformats.org/officeDocument/2006/relationships/oleObject" Target="../embeddings/oleObject36.bin"/><Relationship Id="rId42" Type="http://schemas.openxmlformats.org/officeDocument/2006/relationships/oleObject" Target="../embeddings/oleObject40.bin"/><Relationship Id="rId7" Type="http://schemas.openxmlformats.org/officeDocument/2006/relationships/image" Target="../media/image25.w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29" Type="http://schemas.openxmlformats.org/officeDocument/2006/relationships/image" Target="../media/image36.wmf"/><Relationship Id="rId41" Type="http://schemas.openxmlformats.org/officeDocument/2006/relationships/image" Target="../media/image42.w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7.wmf"/><Relationship Id="rId24" Type="http://schemas.openxmlformats.org/officeDocument/2006/relationships/oleObject" Target="../embeddings/oleObject31.bin"/><Relationship Id="rId32" Type="http://schemas.openxmlformats.org/officeDocument/2006/relationships/oleObject" Target="../embeddings/oleObject35.bin"/><Relationship Id="rId37" Type="http://schemas.openxmlformats.org/officeDocument/2006/relationships/image" Target="../media/image40.wmf"/><Relationship Id="rId40" Type="http://schemas.openxmlformats.org/officeDocument/2006/relationships/oleObject" Target="../embeddings/oleObject39.bin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23" Type="http://schemas.openxmlformats.org/officeDocument/2006/relationships/image" Target="../media/image33.wmf"/><Relationship Id="rId28" Type="http://schemas.openxmlformats.org/officeDocument/2006/relationships/oleObject" Target="../embeddings/oleObject33.bin"/><Relationship Id="rId36" Type="http://schemas.openxmlformats.org/officeDocument/2006/relationships/oleObject" Target="../embeddings/oleObject37.bin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31.wmf"/><Relationship Id="rId31" Type="http://schemas.openxmlformats.org/officeDocument/2006/relationships/image" Target="../media/image37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6.bin"/><Relationship Id="rId22" Type="http://schemas.openxmlformats.org/officeDocument/2006/relationships/oleObject" Target="../embeddings/oleObject30.bin"/><Relationship Id="rId27" Type="http://schemas.openxmlformats.org/officeDocument/2006/relationships/image" Target="../media/image35.wmf"/><Relationship Id="rId30" Type="http://schemas.openxmlformats.org/officeDocument/2006/relationships/oleObject" Target="../embeddings/oleObject34.bin"/><Relationship Id="rId35" Type="http://schemas.openxmlformats.org/officeDocument/2006/relationships/image" Target="../media/image39.wmf"/><Relationship Id="rId43" Type="http://schemas.openxmlformats.org/officeDocument/2006/relationships/image" Target="../media/image43.wmf"/><Relationship Id="rId8" Type="http://schemas.openxmlformats.org/officeDocument/2006/relationships/oleObject" Target="../embeddings/oleObject23.bin"/><Relationship Id="rId3" Type="http://schemas.openxmlformats.org/officeDocument/2006/relationships/image" Target="../media/image23.JPG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30.wmf"/><Relationship Id="rId25" Type="http://schemas.openxmlformats.org/officeDocument/2006/relationships/image" Target="../media/image34.wmf"/><Relationship Id="rId33" Type="http://schemas.openxmlformats.org/officeDocument/2006/relationships/image" Target="../media/image38.wmf"/><Relationship Id="rId38" Type="http://schemas.openxmlformats.org/officeDocument/2006/relationships/oleObject" Target="../embeddings/oleObject38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6.bin"/><Relationship Id="rId18" Type="http://schemas.openxmlformats.org/officeDocument/2006/relationships/image" Target="../media/image52.wmf"/><Relationship Id="rId26" Type="http://schemas.openxmlformats.org/officeDocument/2006/relationships/image" Target="../media/image56.wmf"/><Relationship Id="rId39" Type="http://schemas.openxmlformats.org/officeDocument/2006/relationships/oleObject" Target="../embeddings/oleObject59.bin"/><Relationship Id="rId21" Type="http://schemas.openxmlformats.org/officeDocument/2006/relationships/oleObject" Target="../embeddings/oleObject50.bin"/><Relationship Id="rId34" Type="http://schemas.openxmlformats.org/officeDocument/2006/relationships/image" Target="../media/image60.wmf"/><Relationship Id="rId42" Type="http://schemas.openxmlformats.org/officeDocument/2006/relationships/image" Target="../media/image64.wmf"/><Relationship Id="rId47" Type="http://schemas.openxmlformats.org/officeDocument/2006/relationships/oleObject" Target="../embeddings/oleObject63.bin"/><Relationship Id="rId50" Type="http://schemas.openxmlformats.org/officeDocument/2006/relationships/image" Target="../media/image68.wmf"/><Relationship Id="rId7" Type="http://schemas.openxmlformats.org/officeDocument/2006/relationships/oleObject" Target="../embeddings/oleObject43.bin"/><Relationship Id="rId2" Type="http://schemas.openxmlformats.org/officeDocument/2006/relationships/image" Target="../media/image44.JPG"/><Relationship Id="rId16" Type="http://schemas.openxmlformats.org/officeDocument/2006/relationships/image" Target="../media/image51.wmf"/><Relationship Id="rId29" Type="http://schemas.openxmlformats.org/officeDocument/2006/relationships/oleObject" Target="../embeddings/oleObject54.bin"/><Relationship Id="rId11" Type="http://schemas.openxmlformats.org/officeDocument/2006/relationships/oleObject" Target="../embeddings/oleObject45.bin"/><Relationship Id="rId24" Type="http://schemas.openxmlformats.org/officeDocument/2006/relationships/image" Target="../media/image55.wmf"/><Relationship Id="rId32" Type="http://schemas.openxmlformats.org/officeDocument/2006/relationships/image" Target="../media/image59.wmf"/><Relationship Id="rId37" Type="http://schemas.openxmlformats.org/officeDocument/2006/relationships/oleObject" Target="../embeddings/oleObject58.bin"/><Relationship Id="rId40" Type="http://schemas.openxmlformats.org/officeDocument/2006/relationships/image" Target="../media/image63.wmf"/><Relationship Id="rId45" Type="http://schemas.openxmlformats.org/officeDocument/2006/relationships/oleObject" Target="../embeddings/oleObject62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23" Type="http://schemas.openxmlformats.org/officeDocument/2006/relationships/oleObject" Target="../embeddings/oleObject51.bin"/><Relationship Id="rId28" Type="http://schemas.openxmlformats.org/officeDocument/2006/relationships/image" Target="../media/image57.wmf"/><Relationship Id="rId36" Type="http://schemas.openxmlformats.org/officeDocument/2006/relationships/image" Target="../media/image61.wmf"/><Relationship Id="rId49" Type="http://schemas.openxmlformats.org/officeDocument/2006/relationships/oleObject" Target="../embeddings/oleObject64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49.bin"/><Relationship Id="rId31" Type="http://schemas.openxmlformats.org/officeDocument/2006/relationships/oleObject" Target="../embeddings/oleObject55.bin"/><Relationship Id="rId44" Type="http://schemas.openxmlformats.org/officeDocument/2006/relationships/image" Target="../media/image65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Relationship Id="rId27" Type="http://schemas.openxmlformats.org/officeDocument/2006/relationships/oleObject" Target="../embeddings/oleObject53.bin"/><Relationship Id="rId30" Type="http://schemas.openxmlformats.org/officeDocument/2006/relationships/image" Target="../media/image58.wmf"/><Relationship Id="rId35" Type="http://schemas.openxmlformats.org/officeDocument/2006/relationships/oleObject" Target="../embeddings/oleObject57.bin"/><Relationship Id="rId43" Type="http://schemas.openxmlformats.org/officeDocument/2006/relationships/oleObject" Target="../embeddings/oleObject61.bin"/><Relationship Id="rId48" Type="http://schemas.openxmlformats.org/officeDocument/2006/relationships/image" Target="../media/image67.wmf"/><Relationship Id="rId8" Type="http://schemas.openxmlformats.org/officeDocument/2006/relationships/image" Target="../media/image47.wmf"/><Relationship Id="rId3" Type="http://schemas.openxmlformats.org/officeDocument/2006/relationships/oleObject" Target="../embeddings/oleObject41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48.bin"/><Relationship Id="rId25" Type="http://schemas.openxmlformats.org/officeDocument/2006/relationships/oleObject" Target="../embeddings/oleObject52.bin"/><Relationship Id="rId33" Type="http://schemas.openxmlformats.org/officeDocument/2006/relationships/oleObject" Target="../embeddings/oleObject56.bin"/><Relationship Id="rId38" Type="http://schemas.openxmlformats.org/officeDocument/2006/relationships/image" Target="../media/image62.wmf"/><Relationship Id="rId46" Type="http://schemas.openxmlformats.org/officeDocument/2006/relationships/image" Target="../media/image66.wmf"/><Relationship Id="rId20" Type="http://schemas.openxmlformats.org/officeDocument/2006/relationships/image" Target="../media/image53.wmf"/><Relationship Id="rId41" Type="http://schemas.openxmlformats.org/officeDocument/2006/relationships/oleObject" Target="../embeddings/oleObject60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75.wmf"/><Relationship Id="rId3" Type="http://schemas.openxmlformats.org/officeDocument/2006/relationships/image" Target="../media/image70.png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69.bin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0" Type="http://schemas.openxmlformats.org/officeDocument/2006/relationships/oleObject" Target="../embeddings/oleObject68.bin"/><Relationship Id="rId4" Type="http://schemas.openxmlformats.org/officeDocument/2006/relationships/oleObject" Target="../embeddings/oleObject65.bin"/><Relationship Id="rId9" Type="http://schemas.openxmlformats.org/officeDocument/2006/relationships/image" Target="../media/image7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81.wmf"/><Relationship Id="rId18" Type="http://schemas.openxmlformats.org/officeDocument/2006/relationships/image" Target="../media/image84.png"/><Relationship Id="rId3" Type="http://schemas.openxmlformats.org/officeDocument/2006/relationships/image" Target="../media/image76.JPG"/><Relationship Id="rId21" Type="http://schemas.openxmlformats.org/officeDocument/2006/relationships/image" Target="../media/image87.png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83.w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76.bin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5" Type="http://schemas.openxmlformats.org/officeDocument/2006/relationships/image" Target="../media/image82.wmf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85.png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7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94.wmf"/><Relationship Id="rId3" Type="http://schemas.openxmlformats.org/officeDocument/2006/relationships/image" Target="../media/image89.png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81.bin"/><Relationship Id="rId2" Type="http://schemas.openxmlformats.org/officeDocument/2006/relationships/image" Target="../media/image88.JPG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93.wmf"/><Relationship Id="rId5" Type="http://schemas.openxmlformats.org/officeDocument/2006/relationships/image" Target="../media/image90.wmf"/><Relationship Id="rId15" Type="http://schemas.openxmlformats.org/officeDocument/2006/relationships/image" Target="../media/image95.w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92.wmf"/><Relationship Id="rId14" Type="http://schemas.openxmlformats.org/officeDocument/2006/relationships/oleObject" Target="../embeddings/oleObject8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07379492-3FEC-4F0F-BFDC-AD1C46E7E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00600"/>
            <a:ext cx="1091279" cy="963251"/>
          </a:xfrm>
          <a:prstGeom prst="rect">
            <a:avLst/>
          </a:prstGeom>
        </p:spPr>
      </p:pic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A325E18A-058C-47EA-A41B-319FAEF0B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644059"/>
              </p:ext>
            </p:extLst>
          </p:nvPr>
        </p:nvGraphicFramePr>
        <p:xfrm>
          <a:off x="405492" y="1219200"/>
          <a:ext cx="3040062" cy="175451"/>
        </p:xfrm>
        <a:graphic>
          <a:graphicData uri="http://schemas.openxmlformats.org/drawingml/2006/table">
            <a:tbl>
              <a:tblPr/>
              <a:tblGrid>
                <a:gridCol w="304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" name="Text Box 807">
            <a:extLst>
              <a:ext uri="{FF2B5EF4-FFF2-40B4-BE49-F238E27FC236}">
                <a16:creationId xmlns:a16="http://schemas.microsoft.com/office/drawing/2014/main" id="{AF3EF0B1-E61F-41F4-BDE7-52F9F346C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649320"/>
            <a:ext cx="1271270" cy="1325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AFBDAD74-2A1C-4F98-94F8-7809C976BF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147687"/>
              </p:ext>
            </p:extLst>
          </p:nvPr>
        </p:nvGraphicFramePr>
        <p:xfrm>
          <a:off x="928751" y="2693150"/>
          <a:ext cx="533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0" imgH="228600" progId="Equation.DSMT4">
                  <p:embed/>
                </p:oleObj>
              </mc:Choice>
              <mc:Fallback>
                <p:oleObj name="Equation" r:id="rId4" imgW="533160" imgH="228600" progId="Equation.DSMT4">
                  <p:embed/>
                  <p:pic>
                    <p:nvPicPr>
                      <p:cNvPr id="131" name="Object 13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8751" y="2693150"/>
                        <a:ext cx="533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FC0CDDD0-AE35-4DF7-A781-563AE9783E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549486"/>
              </p:ext>
            </p:extLst>
          </p:nvPr>
        </p:nvGraphicFramePr>
        <p:xfrm>
          <a:off x="927100" y="2998670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400" imgH="241200" progId="Equation.DSMT4">
                  <p:embed/>
                </p:oleObj>
              </mc:Choice>
              <mc:Fallback>
                <p:oleObj name="Equation" r:id="rId6" imgW="698400" imgH="241200" progId="Equation.DSMT4">
                  <p:embed/>
                  <p:pic>
                    <p:nvPicPr>
                      <p:cNvPr id="132" name="Object 13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7100" y="2998670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94D6D244-541A-484B-B539-24660B35F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723338"/>
              </p:ext>
            </p:extLst>
          </p:nvPr>
        </p:nvGraphicFramePr>
        <p:xfrm>
          <a:off x="923036" y="3340100"/>
          <a:ext cx="622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228600" progId="Equation.DSMT4">
                  <p:embed/>
                </p:oleObj>
              </mc:Choice>
              <mc:Fallback>
                <p:oleObj name="Equation" r:id="rId8" imgW="622080" imgH="228600" progId="Equation.DSMT4">
                  <p:embed/>
                  <p:pic>
                    <p:nvPicPr>
                      <p:cNvPr id="133" name="Object 13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23036" y="3340100"/>
                        <a:ext cx="622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BB6A0C31-14C6-4C9C-B1D6-94794E7F44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860416"/>
              </p:ext>
            </p:extLst>
          </p:nvPr>
        </p:nvGraphicFramePr>
        <p:xfrm>
          <a:off x="910737" y="3638487"/>
          <a:ext cx="774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241200" progId="Equation.DSMT4">
                  <p:embed/>
                </p:oleObj>
              </mc:Choice>
              <mc:Fallback>
                <p:oleObj name="Equation" r:id="rId10" imgW="774360" imgH="241200" progId="Equation.DSMT4">
                  <p:embed/>
                  <p:pic>
                    <p:nvPicPr>
                      <p:cNvPr id="134" name="Object 13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10737" y="3638487"/>
                        <a:ext cx="774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83D35406-DBB6-46AC-AB33-C14DB04783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000825"/>
              </p:ext>
            </p:extLst>
          </p:nvPr>
        </p:nvGraphicFramePr>
        <p:xfrm>
          <a:off x="1854200" y="1593850"/>
          <a:ext cx="609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09480" imgH="241200" progId="Equation.DSMT4">
                  <p:embed/>
                </p:oleObj>
              </mc:Choice>
              <mc:Fallback>
                <p:oleObj name="Equation" r:id="rId12" imgW="609480" imgH="241200" progId="Equation.DSMT4">
                  <p:embed/>
                  <p:pic>
                    <p:nvPicPr>
                      <p:cNvPr id="135" name="Object 13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54200" y="1593850"/>
                        <a:ext cx="609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6">
            <a:extLst>
              <a:ext uri="{FF2B5EF4-FFF2-40B4-BE49-F238E27FC236}">
                <a16:creationId xmlns:a16="http://schemas.microsoft.com/office/drawing/2014/main" id="{11A8EAF1-1C27-42BC-91E1-A49010ECD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935" y="3588715"/>
            <a:ext cx="522605" cy="35877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4" name="Text Box 6">
            <a:extLst>
              <a:ext uri="{FF2B5EF4-FFF2-40B4-BE49-F238E27FC236}">
                <a16:creationId xmlns:a16="http://schemas.microsoft.com/office/drawing/2014/main" id="{40E1AE7A-3DB8-49CC-BF51-1C277E0F0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9983" y="3596030"/>
            <a:ext cx="522605" cy="35877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5" name="Text Box 6">
            <a:extLst>
              <a:ext uri="{FF2B5EF4-FFF2-40B4-BE49-F238E27FC236}">
                <a16:creationId xmlns:a16="http://schemas.microsoft.com/office/drawing/2014/main" id="{982CEA70-D2CB-4AE4-A044-131759FAA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9983" y="6434869"/>
            <a:ext cx="522605" cy="35877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AEA3AF4B-EE3F-4429-B698-5366D1C31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554406"/>
              </p:ext>
            </p:extLst>
          </p:nvPr>
        </p:nvGraphicFramePr>
        <p:xfrm>
          <a:off x="3834492" y="1235528"/>
          <a:ext cx="3040062" cy="175451"/>
        </p:xfrm>
        <a:graphic>
          <a:graphicData uri="http://schemas.openxmlformats.org/drawingml/2006/table">
            <a:tbl>
              <a:tblPr/>
              <a:tblGrid>
                <a:gridCol w="304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892020D-7D30-4236-A3B0-E7BEE2469A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278140"/>
              </p:ext>
            </p:extLst>
          </p:nvPr>
        </p:nvGraphicFramePr>
        <p:xfrm>
          <a:off x="4813300" y="1593850"/>
          <a:ext cx="1346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46040" imgH="266400" progId="Equation.DSMT4">
                  <p:embed/>
                </p:oleObj>
              </mc:Choice>
              <mc:Fallback>
                <p:oleObj name="Equation" r:id="rId14" imgW="1346040" imgH="266400" progId="Equation.DSMT4">
                  <p:embed/>
                  <p:pic>
                    <p:nvPicPr>
                      <p:cNvPr id="140" name="Object 13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13300" y="1593850"/>
                        <a:ext cx="13462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807">
            <a:extLst>
              <a:ext uri="{FF2B5EF4-FFF2-40B4-BE49-F238E27FC236}">
                <a16:creationId xmlns:a16="http://schemas.microsoft.com/office/drawing/2014/main" id="{A6C13A74-39FB-4C0D-A4DA-89AC390DA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663950"/>
            <a:ext cx="1325245" cy="1390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D991BD21-BA4E-43DD-83C6-C47690B16F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929046"/>
              </p:ext>
            </p:extLst>
          </p:nvPr>
        </p:nvGraphicFramePr>
        <p:xfrm>
          <a:off x="4343400" y="2724150"/>
          <a:ext cx="571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1320" imgH="241200" progId="Equation.DSMT4">
                  <p:embed/>
                </p:oleObj>
              </mc:Choice>
              <mc:Fallback>
                <p:oleObj name="Equation" r:id="rId16" imgW="571320" imgH="241200" progId="Equation.DSMT4">
                  <p:embed/>
                  <p:pic>
                    <p:nvPicPr>
                      <p:cNvPr id="142" name="Object 14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343400" y="2724150"/>
                        <a:ext cx="571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7E013F80-5643-4C36-AC74-DC6B201D07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668578"/>
              </p:ext>
            </p:extLst>
          </p:nvPr>
        </p:nvGraphicFramePr>
        <p:xfrm>
          <a:off x="4343400" y="3038475"/>
          <a:ext cx="711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11000" imgH="241200" progId="Equation.DSMT4">
                  <p:embed/>
                </p:oleObj>
              </mc:Choice>
              <mc:Fallback>
                <p:oleObj name="Equation" r:id="rId18" imgW="711000" imgH="241200" progId="Equation.DSMT4">
                  <p:embed/>
                  <p:pic>
                    <p:nvPicPr>
                      <p:cNvPr id="143" name="Object 14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343400" y="3038475"/>
                        <a:ext cx="711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72051B11-0FF3-4AB9-8E55-20E6383E4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890310"/>
              </p:ext>
            </p:extLst>
          </p:nvPr>
        </p:nvGraphicFramePr>
        <p:xfrm>
          <a:off x="4349750" y="3343275"/>
          <a:ext cx="584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83920" imgH="241200" progId="Equation.DSMT4">
                  <p:embed/>
                </p:oleObj>
              </mc:Choice>
              <mc:Fallback>
                <p:oleObj name="Equation" r:id="rId20" imgW="583920" imgH="241200" progId="Equation.DSMT4">
                  <p:embed/>
                  <p:pic>
                    <p:nvPicPr>
                      <p:cNvPr id="144" name="Object 14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349750" y="3343275"/>
                        <a:ext cx="584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E082E9B0-E812-428C-B04B-408DB52DAF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356717"/>
              </p:ext>
            </p:extLst>
          </p:nvPr>
        </p:nvGraphicFramePr>
        <p:xfrm>
          <a:off x="4343400" y="3648075"/>
          <a:ext cx="723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23600" imgH="241200" progId="Equation.DSMT4">
                  <p:embed/>
                </p:oleObj>
              </mc:Choice>
              <mc:Fallback>
                <p:oleObj name="Equation" r:id="rId22" imgW="723600" imgH="241200" progId="Equation.DSMT4">
                  <p:embed/>
                  <p:pic>
                    <p:nvPicPr>
                      <p:cNvPr id="145" name="Object 14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343400" y="3648075"/>
                        <a:ext cx="723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Rectangle 62">
            <a:extLst>
              <a:ext uri="{FF2B5EF4-FFF2-40B4-BE49-F238E27FC236}">
                <a16:creationId xmlns:a16="http://schemas.microsoft.com/office/drawing/2014/main" id="{9C9A850A-C816-4392-A7C8-599ECD15D9E3}"/>
              </a:ext>
            </a:extLst>
          </p:cNvPr>
          <p:cNvSpPr/>
          <p:nvPr/>
        </p:nvSpPr>
        <p:spPr>
          <a:xfrm>
            <a:off x="415540" y="4038600"/>
            <a:ext cx="3505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Find the perimeter of the triangle below.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Write your answer in simplest radical form.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64" name="Text Box 452">
            <a:extLst>
              <a:ext uri="{FF2B5EF4-FFF2-40B4-BE49-F238E27FC236}">
                <a16:creationId xmlns:a16="http://schemas.microsoft.com/office/drawing/2014/main" id="{B65B25D5-20DC-4267-80C2-D08D408A7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060" y="6382372"/>
            <a:ext cx="1554480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5" name="Text Box 452">
            <a:extLst>
              <a:ext uri="{FF2B5EF4-FFF2-40B4-BE49-F238E27FC236}">
                <a16:creationId xmlns:a16="http://schemas.microsoft.com/office/drawing/2014/main" id="{2BDDC25D-90FF-4035-BC1A-87C2E462D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060" y="9213769"/>
            <a:ext cx="1554480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6" name="Text Box 452">
            <a:extLst>
              <a:ext uri="{FF2B5EF4-FFF2-40B4-BE49-F238E27FC236}">
                <a16:creationId xmlns:a16="http://schemas.microsoft.com/office/drawing/2014/main" id="{927A3D06-CFA4-445D-874D-FE8D2123D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8108" y="9219633"/>
            <a:ext cx="1554480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09ABB6DA-9E05-4BF9-B13B-BEBCAF34B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12770"/>
              </p:ext>
            </p:extLst>
          </p:nvPr>
        </p:nvGraphicFramePr>
        <p:xfrm>
          <a:off x="927100" y="4946650"/>
          <a:ext cx="393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93480" imgH="228600" progId="Equation.DSMT4">
                  <p:embed/>
                </p:oleObj>
              </mc:Choice>
              <mc:Fallback>
                <p:oleObj name="Equation" r:id="rId24" imgW="393480" imgH="228600" progId="Equation.DSMT4">
                  <p:embed/>
                  <p:pic>
                    <p:nvPicPr>
                      <p:cNvPr id="150" name="Object 14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27100" y="4946650"/>
                        <a:ext cx="393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BDFC0A83-A116-4B90-AB1D-530BEDEF9A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471829"/>
              </p:ext>
            </p:extLst>
          </p:nvPr>
        </p:nvGraphicFramePr>
        <p:xfrm>
          <a:off x="1631950" y="5327650"/>
          <a:ext cx="317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17160" imgH="228600" progId="Equation.DSMT4">
                  <p:embed/>
                </p:oleObj>
              </mc:Choice>
              <mc:Fallback>
                <p:oleObj name="Equation" r:id="rId26" imgW="317160" imgH="228600" progId="Equation.DSMT4">
                  <p:embed/>
                  <p:pic>
                    <p:nvPicPr>
                      <p:cNvPr id="151" name="Object 15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631950" y="5327650"/>
                        <a:ext cx="317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1C3C0E43-7F57-4FE1-B850-33000F0D1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6179937"/>
              </p:ext>
            </p:extLst>
          </p:nvPr>
        </p:nvGraphicFramePr>
        <p:xfrm>
          <a:off x="768350" y="5632450"/>
          <a:ext cx="317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17160" imgH="215640" progId="Equation.DSMT4">
                  <p:embed/>
                </p:oleObj>
              </mc:Choice>
              <mc:Fallback>
                <p:oleObj name="Equation" r:id="rId28" imgW="317160" imgH="215640" progId="Equation.DSMT4">
                  <p:embed/>
                  <p:pic>
                    <p:nvPicPr>
                      <p:cNvPr id="152" name="Object 15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68350" y="5632450"/>
                        <a:ext cx="317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Rectangle 69">
            <a:extLst>
              <a:ext uri="{FF2B5EF4-FFF2-40B4-BE49-F238E27FC236}">
                <a16:creationId xmlns:a16="http://schemas.microsoft.com/office/drawing/2014/main" id="{275EAD82-CE63-4644-9A3E-5E100411A906}"/>
              </a:ext>
            </a:extLst>
          </p:cNvPr>
          <p:cNvSpPr/>
          <p:nvPr/>
        </p:nvSpPr>
        <p:spPr>
          <a:xfrm>
            <a:off x="3887245" y="4028552"/>
            <a:ext cx="27051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Simplify the expression below.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1" name="Text Box 807">
            <a:extLst>
              <a:ext uri="{FF2B5EF4-FFF2-40B4-BE49-F238E27FC236}">
                <a16:creationId xmlns:a16="http://schemas.microsoft.com/office/drawing/2014/main" id="{3F53DDA9-B5F8-49DF-A1A2-C2DED8355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410200"/>
            <a:ext cx="1325245" cy="1390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2B640CAD-A459-4762-9C52-40D30A6A0C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150088"/>
              </p:ext>
            </p:extLst>
          </p:nvPr>
        </p:nvGraphicFramePr>
        <p:xfrm>
          <a:off x="5086650" y="4441216"/>
          <a:ext cx="1092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091880" imgH="241200" progId="Equation.DSMT4">
                  <p:embed/>
                </p:oleObj>
              </mc:Choice>
              <mc:Fallback>
                <p:oleObj name="Equation" r:id="rId30" imgW="1091880" imgH="241200" progId="Equation.DSMT4">
                  <p:embed/>
                  <p:pic>
                    <p:nvPicPr>
                      <p:cNvPr id="156" name="Object 15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086650" y="4441216"/>
                        <a:ext cx="1092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D705C151-838F-4C72-936C-4A16682E9A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838788"/>
              </p:ext>
            </p:extLst>
          </p:nvPr>
        </p:nvGraphicFramePr>
        <p:xfrm>
          <a:off x="1419225" y="7242175"/>
          <a:ext cx="1244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44520" imgH="253800" progId="Equation.DSMT4">
                  <p:embed/>
                </p:oleObj>
              </mc:Choice>
              <mc:Fallback>
                <p:oleObj name="Equation" r:id="rId32" imgW="1244520" imgH="253800" progId="Equation.DSMT4">
                  <p:embed/>
                  <p:pic>
                    <p:nvPicPr>
                      <p:cNvPr id="157" name="Object 156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419225" y="7242175"/>
                        <a:ext cx="1244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58C32692-1CD3-4A71-9FCC-AEA57ACD6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674140"/>
              </p:ext>
            </p:extLst>
          </p:nvPr>
        </p:nvGraphicFramePr>
        <p:xfrm>
          <a:off x="5006975" y="7242175"/>
          <a:ext cx="1155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155600" imgH="253800" progId="Equation.DSMT4">
                  <p:embed/>
                </p:oleObj>
              </mc:Choice>
              <mc:Fallback>
                <p:oleObj name="Equation" r:id="rId34" imgW="1155600" imgH="253800" progId="Equation.DSMT4">
                  <p:embed/>
                  <p:pic>
                    <p:nvPicPr>
                      <p:cNvPr id="158" name="Object 157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006975" y="7242175"/>
                        <a:ext cx="1155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1C782A9C-1CC4-4C22-BC5B-8C6F550CE0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159517"/>
              </p:ext>
            </p:extLst>
          </p:nvPr>
        </p:nvGraphicFramePr>
        <p:xfrm>
          <a:off x="4343400" y="5496448"/>
          <a:ext cx="342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42720" imgH="190440" progId="Equation.DSMT4">
                  <p:embed/>
                </p:oleObj>
              </mc:Choice>
              <mc:Fallback>
                <p:oleObj name="Equation" r:id="rId36" imgW="342720" imgH="190440" progId="Equation.DSMT4">
                  <p:embed/>
                  <p:pic>
                    <p:nvPicPr>
                      <p:cNvPr id="159" name="Object 158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343400" y="5496448"/>
                        <a:ext cx="342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94A56797-A44D-4D4F-9E54-5D7781000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880415"/>
              </p:ext>
            </p:extLst>
          </p:nvPr>
        </p:nvGraphicFramePr>
        <p:xfrm>
          <a:off x="4323304" y="5821344"/>
          <a:ext cx="342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42720" imgH="190440" progId="Equation.DSMT4">
                  <p:embed/>
                </p:oleObj>
              </mc:Choice>
              <mc:Fallback>
                <p:oleObj name="Equation" r:id="rId38" imgW="342720" imgH="190440" progId="Equation.DSMT4">
                  <p:embed/>
                  <p:pic>
                    <p:nvPicPr>
                      <p:cNvPr id="160" name="Object 159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323304" y="5821344"/>
                        <a:ext cx="342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7230B4CD-00EE-44D8-9CFB-C28F86E21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635182"/>
              </p:ext>
            </p:extLst>
          </p:nvPr>
        </p:nvGraphicFramePr>
        <p:xfrm>
          <a:off x="4343400" y="6096000"/>
          <a:ext cx="622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622080" imgH="228600" progId="Equation.DSMT4">
                  <p:embed/>
                </p:oleObj>
              </mc:Choice>
              <mc:Fallback>
                <p:oleObj name="Equation" r:id="rId40" imgW="622080" imgH="228600" progId="Equation.DSMT4">
                  <p:embed/>
                  <p:pic>
                    <p:nvPicPr>
                      <p:cNvPr id="161" name="Object 160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343400" y="6096000"/>
                        <a:ext cx="622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5A65E8E9-2A88-4131-A980-CD669275C9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676968"/>
              </p:ext>
            </p:extLst>
          </p:nvPr>
        </p:nvGraphicFramePr>
        <p:xfrm>
          <a:off x="4343400" y="6400800"/>
          <a:ext cx="622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622080" imgH="228600" progId="Equation.DSMT4">
                  <p:embed/>
                </p:oleObj>
              </mc:Choice>
              <mc:Fallback>
                <p:oleObj name="Equation" r:id="rId42" imgW="622080" imgH="228600" progId="Equation.DSMT4">
                  <p:embed/>
                  <p:pic>
                    <p:nvPicPr>
                      <p:cNvPr id="162" name="Object 161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343400" y="6400800"/>
                        <a:ext cx="622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Rectangle 78">
            <a:extLst>
              <a:ext uri="{FF2B5EF4-FFF2-40B4-BE49-F238E27FC236}">
                <a16:creationId xmlns:a16="http://schemas.microsoft.com/office/drawing/2014/main" id="{F6EE05BA-35B5-433D-B58E-B8FAC90AD3E6}"/>
              </a:ext>
            </a:extLst>
          </p:cNvPr>
          <p:cNvSpPr/>
          <p:nvPr/>
        </p:nvSpPr>
        <p:spPr>
          <a:xfrm>
            <a:off x="425940" y="6856325"/>
            <a:ext cx="249619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Simplify the expression below.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73BD6D1-EDF8-43BB-AB26-3A07E7C60036}"/>
              </a:ext>
            </a:extLst>
          </p:cNvPr>
          <p:cNvSpPr/>
          <p:nvPr/>
        </p:nvSpPr>
        <p:spPr>
          <a:xfrm>
            <a:off x="3873568" y="6866373"/>
            <a:ext cx="25527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Simplify the expression below.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3ED6A649-2721-44ED-9C5C-7BC0BCB3C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77104"/>
              </p:ext>
            </p:extLst>
          </p:nvPr>
        </p:nvGraphicFramePr>
        <p:xfrm>
          <a:off x="405066" y="480781"/>
          <a:ext cx="3048000" cy="175451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" name="Text Box 30">
            <a:extLst>
              <a:ext uri="{FF2B5EF4-FFF2-40B4-BE49-F238E27FC236}">
                <a16:creationId xmlns:a16="http://schemas.microsoft.com/office/drawing/2014/main" id="{E2E7568B-3F32-4651-9948-3D9F05283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556" y="2286000"/>
            <a:ext cx="1554480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8" name="Text Box 30">
            <a:extLst>
              <a:ext uri="{FF2B5EF4-FFF2-40B4-BE49-F238E27FC236}">
                <a16:creationId xmlns:a16="http://schemas.microsoft.com/office/drawing/2014/main" id="{EAD38C60-64F0-4287-8051-83FF2BC33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665" y="2286000"/>
            <a:ext cx="1554480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DD42D962-3FA7-4986-BA4F-FC5BCDD782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851553"/>
              </p:ext>
            </p:extLst>
          </p:nvPr>
        </p:nvGraphicFramePr>
        <p:xfrm>
          <a:off x="1244600" y="863600"/>
          <a:ext cx="1625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253800" progId="Equation.DSMT4">
                  <p:embed/>
                </p:oleObj>
              </mc:Choice>
              <mc:Fallback>
                <p:oleObj name="Equation" r:id="rId4" imgW="1625400" imgH="253800" progId="Equation.DSMT4">
                  <p:embed/>
                  <p:pic>
                    <p:nvPicPr>
                      <p:cNvPr id="151" name="Object 15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44600" y="863600"/>
                        <a:ext cx="1625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404503C2-0290-414F-9C13-2FE79E624FD1}"/>
              </a:ext>
            </a:extLst>
          </p:cNvPr>
          <p:cNvGrpSpPr/>
          <p:nvPr/>
        </p:nvGrpSpPr>
        <p:grpSpPr>
          <a:xfrm>
            <a:off x="3805626" y="435445"/>
            <a:ext cx="3553692" cy="687881"/>
            <a:chOff x="3761508" y="435445"/>
            <a:chExt cx="3553692" cy="68788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6C4410-F116-4373-B489-E49FCDEA19D2}"/>
                </a:ext>
              </a:extLst>
            </p:cNvPr>
            <p:cNvSpPr/>
            <p:nvPr/>
          </p:nvSpPr>
          <p:spPr>
            <a:xfrm>
              <a:off x="3761508" y="435445"/>
              <a:ext cx="3553692" cy="6878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5405" lvl="0">
                <a:lnSpc>
                  <a:spcPts val="1560"/>
                </a:lnSpc>
              </a:pPr>
              <a:r>
                <a:rPr lang="en-US" sz="1100" b="1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8.  </a:t>
              </a:r>
              <a:r>
                <a:rPr lang="en-US" sz="1100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The </a:t>
              </a:r>
              <a: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side length of a square is </a:t>
              </a:r>
              <a:br>
                <a:rPr lang="en-US" sz="1100" kern="0" baseline="3703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</a:br>
              <a:r>
                <a:rPr lang="en-US" sz="1100" kern="0" baseline="3703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       </a:t>
              </a:r>
              <a: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meters. Find the area </a:t>
              </a:r>
              <a:r>
                <a:rPr lang="en-US" sz="1100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of </a:t>
              </a:r>
              <a: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the square and write  </a:t>
              </a:r>
              <a:b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</a:br>
              <a: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     your answer </a:t>
              </a:r>
              <a:r>
                <a:rPr lang="en-US" sz="1100" kern="0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in </a:t>
              </a:r>
              <a: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simplest radical</a:t>
              </a:r>
              <a:r>
                <a:rPr lang="en-US" sz="1100" kern="0" spc="-1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 </a:t>
              </a:r>
              <a:r>
                <a:rPr lang="en-US" sz="1100" kern="0" spc="-5" dirty="0">
                  <a:solidFill>
                    <a:prstClr val="black"/>
                  </a:solidFill>
                  <a:latin typeface="Century Gothic" panose="020B0502020202020204" pitchFamily="34" charset="0"/>
                  <a:cs typeface="Tahoma"/>
                </a:rPr>
                <a:t>form.</a:t>
              </a:r>
              <a:endParaRPr lang="en-US" sz="1100" kern="0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endParaRPr>
            </a:p>
          </p:txBody>
        </p:sp>
        <p:graphicFrame>
          <p:nvGraphicFramePr>
            <p:cNvPr id="52" name="Object 51">
              <a:extLst>
                <a:ext uri="{FF2B5EF4-FFF2-40B4-BE49-F238E27FC236}">
                  <a16:creationId xmlns:a16="http://schemas.microsoft.com/office/drawing/2014/main" id="{DBCB9CE9-BCE8-43FF-B6DC-14891A11B4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80760" y="451004"/>
            <a:ext cx="7620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61760" imgH="253800" progId="Equation.DSMT4">
                    <p:embed/>
                  </p:oleObj>
                </mc:Choice>
                <mc:Fallback>
                  <p:oleObj name="Equation" r:id="rId6" imgW="761760" imgH="253800" progId="Equation.DSMT4">
                    <p:embed/>
                    <p:pic>
                      <p:nvPicPr>
                        <p:cNvPr id="152" name="Object 151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080760" y="451004"/>
                          <a:ext cx="7620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DD594896-C70E-47EA-8B70-2F3A95E01538}"/>
              </a:ext>
            </a:extLst>
          </p:cNvPr>
          <p:cNvSpPr/>
          <p:nvPr/>
        </p:nvSpPr>
        <p:spPr>
          <a:xfrm>
            <a:off x="425970" y="2758190"/>
            <a:ext cx="249619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9.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Simplify the expression below.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C1B76FA-15C9-4B2C-AFC2-9AE493AA98D9}"/>
              </a:ext>
            </a:extLst>
          </p:cNvPr>
          <p:cNvSpPr/>
          <p:nvPr/>
        </p:nvSpPr>
        <p:spPr>
          <a:xfrm>
            <a:off x="3854970" y="2758190"/>
            <a:ext cx="2584362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10.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Simplify the expression below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DFC32D55-AE44-45F6-A733-3CD6DA338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431" y="4618220"/>
            <a:ext cx="522605" cy="35877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6" name="Text Box 17">
            <a:extLst>
              <a:ext uri="{FF2B5EF4-FFF2-40B4-BE49-F238E27FC236}">
                <a16:creationId xmlns:a16="http://schemas.microsoft.com/office/drawing/2014/main" id="{0F5959C2-406F-4349-AA25-9E97BDB71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6540" y="4603230"/>
            <a:ext cx="522605" cy="35877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7" name="Text Box 807">
            <a:extLst>
              <a:ext uri="{FF2B5EF4-FFF2-40B4-BE49-F238E27FC236}">
                <a16:creationId xmlns:a16="http://schemas.microsoft.com/office/drawing/2014/main" id="{A082CE21-7A6B-43FA-AE8F-10DFF0AB0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657600"/>
            <a:ext cx="966470" cy="122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8" name="Text Box 807">
            <a:extLst>
              <a:ext uri="{FF2B5EF4-FFF2-40B4-BE49-F238E27FC236}">
                <a16:creationId xmlns:a16="http://schemas.microsoft.com/office/drawing/2014/main" id="{83E0E1FE-F9AA-45AF-9DFC-514834027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962400"/>
            <a:ext cx="1813560" cy="89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C. </a:t>
            </a: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D.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C71E94F8-28AE-448B-96F4-0B7B9CEF24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756579"/>
              </p:ext>
            </p:extLst>
          </p:nvPr>
        </p:nvGraphicFramePr>
        <p:xfrm>
          <a:off x="1987550" y="3111500"/>
          <a:ext cx="622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482400" progId="Equation.DSMT4">
                  <p:embed/>
                </p:oleObj>
              </mc:Choice>
              <mc:Fallback>
                <p:oleObj name="Equation" r:id="rId8" imgW="622080" imgH="482400" progId="Equation.DSMT4">
                  <p:embed/>
                  <p:pic>
                    <p:nvPicPr>
                      <p:cNvPr id="159" name="Object 15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87550" y="3111500"/>
                        <a:ext cx="6223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6268D862-0269-4EDD-B9A8-D6929349A8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001330"/>
              </p:ext>
            </p:extLst>
          </p:nvPr>
        </p:nvGraphicFramePr>
        <p:xfrm>
          <a:off x="5276850" y="3124200"/>
          <a:ext cx="57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1320" imgH="431640" progId="Equation.DSMT4">
                  <p:embed/>
                </p:oleObj>
              </mc:Choice>
              <mc:Fallback>
                <p:oleObj name="Equation" r:id="rId10" imgW="571320" imgH="431640" progId="Equation.DSMT4">
                  <p:embed/>
                  <p:pic>
                    <p:nvPicPr>
                      <p:cNvPr id="160" name="Object 15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76850" y="3124200"/>
                        <a:ext cx="571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1AEA8A9C-0265-41FA-9BCA-F02FD62D7C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772944"/>
              </p:ext>
            </p:extLst>
          </p:nvPr>
        </p:nvGraphicFramePr>
        <p:xfrm>
          <a:off x="895350" y="3704604"/>
          <a:ext cx="444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240" imgH="215640" progId="Equation.DSMT4">
                  <p:embed/>
                </p:oleObj>
              </mc:Choice>
              <mc:Fallback>
                <p:oleObj name="Equation" r:id="rId12" imgW="444240" imgH="215640" progId="Equation.DSMT4">
                  <p:embed/>
                  <p:pic>
                    <p:nvPicPr>
                      <p:cNvPr id="161" name="Object 16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95350" y="3704604"/>
                        <a:ext cx="444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4935C97B-BF51-44FE-90FC-CDB1535547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476661"/>
              </p:ext>
            </p:extLst>
          </p:nvPr>
        </p:nvGraphicFramePr>
        <p:xfrm>
          <a:off x="889000" y="3992697"/>
          <a:ext cx="444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44240" imgH="215640" progId="Equation.DSMT4">
                  <p:embed/>
                </p:oleObj>
              </mc:Choice>
              <mc:Fallback>
                <p:oleObj name="Equation" r:id="rId14" imgW="444240" imgH="215640" progId="Equation.DSMT4">
                  <p:embed/>
                  <p:pic>
                    <p:nvPicPr>
                      <p:cNvPr id="162" name="Object 16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89000" y="3992697"/>
                        <a:ext cx="444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D99460F8-8F1F-49D4-AC2B-62938F11BE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305035"/>
              </p:ext>
            </p:extLst>
          </p:nvPr>
        </p:nvGraphicFramePr>
        <p:xfrm>
          <a:off x="908636" y="4302358"/>
          <a:ext cx="444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44240" imgH="215640" progId="Equation.DSMT4">
                  <p:embed/>
                </p:oleObj>
              </mc:Choice>
              <mc:Fallback>
                <p:oleObj name="Equation" r:id="rId16" imgW="444240" imgH="215640" progId="Equation.DSMT4">
                  <p:embed/>
                  <p:pic>
                    <p:nvPicPr>
                      <p:cNvPr id="163" name="Object 16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08636" y="4302358"/>
                        <a:ext cx="444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573DBFE0-8D99-40A0-AA8D-E47B8A1D3D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097965"/>
              </p:ext>
            </p:extLst>
          </p:nvPr>
        </p:nvGraphicFramePr>
        <p:xfrm>
          <a:off x="889000" y="4605338"/>
          <a:ext cx="558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58720" imgH="228600" progId="Equation.DSMT4">
                  <p:embed/>
                </p:oleObj>
              </mc:Choice>
              <mc:Fallback>
                <p:oleObj name="Equation" r:id="rId18" imgW="558720" imgH="228600" progId="Equation.DSMT4">
                  <p:embed/>
                  <p:pic>
                    <p:nvPicPr>
                      <p:cNvPr id="164" name="Object 16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89000" y="4605338"/>
                        <a:ext cx="558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35857B06-D1A7-4A09-8EC6-0CB7AF1692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792409"/>
              </p:ext>
            </p:extLst>
          </p:nvPr>
        </p:nvGraphicFramePr>
        <p:xfrm>
          <a:off x="4616450" y="4045316"/>
          <a:ext cx="190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440" imgH="177480" progId="Equation.DSMT4">
                  <p:embed/>
                </p:oleObj>
              </mc:Choice>
              <mc:Fallback>
                <p:oleObj name="Equation" r:id="rId20" imgW="190440" imgH="177480" progId="Equation.DSMT4">
                  <p:embed/>
                  <p:pic>
                    <p:nvPicPr>
                      <p:cNvPr id="165" name="Object 16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16450" y="4045316"/>
                        <a:ext cx="190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517A1E05-1DC2-4041-A377-1779DC246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470260"/>
              </p:ext>
            </p:extLst>
          </p:nvPr>
        </p:nvGraphicFramePr>
        <p:xfrm>
          <a:off x="4552191" y="4554106"/>
          <a:ext cx="279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360" imgH="177480" progId="Equation.DSMT4">
                  <p:embed/>
                </p:oleObj>
              </mc:Choice>
              <mc:Fallback>
                <p:oleObj name="Equation" r:id="rId22" imgW="279360" imgH="177480" progId="Equation.DSMT4">
                  <p:embed/>
                  <p:pic>
                    <p:nvPicPr>
                      <p:cNvPr id="166" name="Object 16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552191" y="4554106"/>
                        <a:ext cx="279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775ED596-C28D-4E19-AA28-B7FAE1C9DD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816465"/>
              </p:ext>
            </p:extLst>
          </p:nvPr>
        </p:nvGraphicFramePr>
        <p:xfrm>
          <a:off x="5664778" y="3934692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15640" imgH="368280" progId="Equation.DSMT4">
                  <p:embed/>
                </p:oleObj>
              </mc:Choice>
              <mc:Fallback>
                <p:oleObj name="Equation" r:id="rId24" imgW="215640" imgH="368280" progId="Equation.DSMT4">
                  <p:embed/>
                  <p:pic>
                    <p:nvPicPr>
                      <p:cNvPr id="167" name="Object 16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664778" y="3934692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93449171-5EB8-47D2-B71B-894BBAA992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362234"/>
              </p:ext>
            </p:extLst>
          </p:nvPr>
        </p:nvGraphicFramePr>
        <p:xfrm>
          <a:off x="5620328" y="4458856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04560" imgH="368280" progId="Equation.DSMT4">
                  <p:embed/>
                </p:oleObj>
              </mc:Choice>
              <mc:Fallback>
                <p:oleObj name="Equation" r:id="rId26" imgW="304560" imgH="368280" progId="Equation.DSMT4">
                  <p:embed/>
                  <p:pic>
                    <p:nvPicPr>
                      <p:cNvPr id="168" name="Object 167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620328" y="4458856"/>
                        <a:ext cx="30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68">
            <a:extLst>
              <a:ext uri="{FF2B5EF4-FFF2-40B4-BE49-F238E27FC236}">
                <a16:creationId xmlns:a16="http://schemas.microsoft.com/office/drawing/2014/main" id="{F26EEF1D-6AEF-4CE5-BBBF-63F8F9F3C3A2}"/>
              </a:ext>
            </a:extLst>
          </p:cNvPr>
          <p:cNvSpPr/>
          <p:nvPr/>
        </p:nvSpPr>
        <p:spPr>
          <a:xfrm>
            <a:off x="410980" y="5077692"/>
            <a:ext cx="248016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11.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Simplify the expression below.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0" name="Text Box 21">
            <a:extLst>
              <a:ext uri="{FF2B5EF4-FFF2-40B4-BE49-F238E27FC236}">
                <a16:creationId xmlns:a16="http://schemas.microsoft.com/office/drawing/2014/main" id="{D8851131-F797-42EA-80D4-804427B9E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7670" y="9220200"/>
            <a:ext cx="164147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1" name="Text Box 21">
            <a:extLst>
              <a:ext uri="{FF2B5EF4-FFF2-40B4-BE49-F238E27FC236}">
                <a16:creationId xmlns:a16="http://schemas.microsoft.com/office/drawing/2014/main" id="{701BE037-B216-4EFD-AC7D-653178C3A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561" y="9220200"/>
            <a:ext cx="164147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2" name="Text Box 21">
            <a:extLst>
              <a:ext uri="{FF2B5EF4-FFF2-40B4-BE49-F238E27FC236}">
                <a16:creationId xmlns:a16="http://schemas.microsoft.com/office/drawing/2014/main" id="{E3086E52-5323-40C0-9506-8DAADE843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4761" y="6874240"/>
            <a:ext cx="80327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3" name="Text Box 345">
            <a:extLst>
              <a:ext uri="{FF2B5EF4-FFF2-40B4-BE49-F238E27FC236}">
                <a16:creationId xmlns:a16="http://schemas.microsoft.com/office/drawing/2014/main" id="{380D012D-229D-406D-A68C-A4066F6EB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6540" y="6941164"/>
            <a:ext cx="522605" cy="35877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AFF8D6F9-731D-4C82-B2F2-BCF7DE5443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322280"/>
              </p:ext>
            </p:extLst>
          </p:nvPr>
        </p:nvGraphicFramePr>
        <p:xfrm>
          <a:off x="1841500" y="5410200"/>
          <a:ext cx="40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06080" imgH="431640" progId="Equation.DSMT4">
                  <p:embed/>
                </p:oleObj>
              </mc:Choice>
              <mc:Fallback>
                <p:oleObj name="Equation" r:id="rId28" imgW="406080" imgH="431640" progId="Equation.DSMT4">
                  <p:embed/>
                  <p:pic>
                    <p:nvPicPr>
                      <p:cNvPr id="174" name="Object 173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841500" y="5410200"/>
                        <a:ext cx="406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1F50286A-54F0-4DD2-87AA-07BE9D653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062244"/>
              </p:ext>
            </p:extLst>
          </p:nvPr>
        </p:nvGraphicFramePr>
        <p:xfrm>
          <a:off x="392508" y="7400676"/>
          <a:ext cx="3421062" cy="175451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78AADDED-F14F-4F15-AF72-88077F260DA1}"/>
              </a:ext>
            </a:extLst>
          </p:cNvPr>
          <p:cNvSpPr/>
          <p:nvPr/>
        </p:nvSpPr>
        <p:spPr>
          <a:xfrm>
            <a:off x="3839980" y="7361420"/>
            <a:ext cx="248016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14.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Simplify the expression below.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4D153E1C-F110-44DD-8F35-6F49531DA3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824109"/>
              </p:ext>
            </p:extLst>
          </p:nvPr>
        </p:nvGraphicFramePr>
        <p:xfrm>
          <a:off x="1789113" y="7742238"/>
          <a:ext cx="57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71320" imgH="431640" progId="Equation.DSMT4">
                  <p:embed/>
                </p:oleObj>
              </mc:Choice>
              <mc:Fallback>
                <p:oleObj name="Equation" r:id="rId30" imgW="571320" imgH="431640" progId="Equation.DSMT4">
                  <p:embed/>
                  <p:pic>
                    <p:nvPicPr>
                      <p:cNvPr id="177" name="Object 176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789113" y="7742238"/>
                        <a:ext cx="571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37F790F3-0637-44B6-8B01-24DB2ABA76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798672"/>
              </p:ext>
            </p:extLst>
          </p:nvPr>
        </p:nvGraphicFramePr>
        <p:xfrm>
          <a:off x="5211580" y="7742420"/>
          <a:ext cx="558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58720" imgH="431640" progId="Equation.DSMT4">
                  <p:embed/>
                </p:oleObj>
              </mc:Choice>
              <mc:Fallback>
                <p:oleObj name="Equation" r:id="rId32" imgW="558720" imgH="431640" progId="Equation.DSMT4">
                  <p:embed/>
                  <p:pic>
                    <p:nvPicPr>
                      <p:cNvPr id="178" name="Object 177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211580" y="7742420"/>
                        <a:ext cx="558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DF2D8A7C-1932-4738-ABD3-FF07FFAA1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787611"/>
              </p:ext>
            </p:extLst>
          </p:nvPr>
        </p:nvGraphicFramePr>
        <p:xfrm>
          <a:off x="3810000" y="5105400"/>
          <a:ext cx="2963862" cy="175451"/>
        </p:xfrm>
        <a:graphic>
          <a:graphicData uri="http://schemas.openxmlformats.org/drawingml/2006/table">
            <a:tbl>
              <a:tblPr/>
              <a:tblGrid>
                <a:gridCol w="296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396B8299-B9E1-4F12-A4FF-D8A1EA4F8C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625446"/>
              </p:ext>
            </p:extLst>
          </p:nvPr>
        </p:nvGraphicFramePr>
        <p:xfrm>
          <a:off x="5403850" y="5410200"/>
          <a:ext cx="35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55320" imgH="419040" progId="Equation.DSMT4">
                  <p:embed/>
                </p:oleObj>
              </mc:Choice>
              <mc:Fallback>
                <p:oleObj name="Equation" r:id="rId34" imgW="355320" imgH="419040" progId="Equation.DSMT4">
                  <p:embed/>
                  <p:pic>
                    <p:nvPicPr>
                      <p:cNvPr id="180" name="Object 179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403850" y="5410200"/>
                        <a:ext cx="355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Text Box 807">
            <a:extLst>
              <a:ext uri="{FF2B5EF4-FFF2-40B4-BE49-F238E27FC236}">
                <a16:creationId xmlns:a16="http://schemas.microsoft.com/office/drawing/2014/main" id="{BCAB0052-40EB-4CF2-92D3-3C4781CF2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324600"/>
            <a:ext cx="2129155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C. </a:t>
            </a: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4C8CE3A0-604A-4761-8E28-93525474DB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08021"/>
              </p:ext>
            </p:extLst>
          </p:nvPr>
        </p:nvGraphicFramePr>
        <p:xfrm>
          <a:off x="4413250" y="6318250"/>
          <a:ext cx="33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30120" imgH="406080" progId="Equation.DSMT4">
                  <p:embed/>
                </p:oleObj>
              </mc:Choice>
              <mc:Fallback>
                <p:oleObj name="Equation" r:id="rId36" imgW="330120" imgH="406080" progId="Equation.DSMT4">
                  <p:embed/>
                  <p:pic>
                    <p:nvPicPr>
                      <p:cNvPr id="182" name="Object 181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413250" y="6318250"/>
                        <a:ext cx="330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09120434-917E-4E6E-84BF-7300598AAE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72432"/>
              </p:ext>
            </p:extLst>
          </p:nvPr>
        </p:nvGraphicFramePr>
        <p:xfrm>
          <a:off x="4419600" y="6775450"/>
          <a:ext cx="39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93480" imgH="406080" progId="Equation.DSMT4">
                  <p:embed/>
                </p:oleObj>
              </mc:Choice>
              <mc:Fallback>
                <p:oleObj name="Equation" r:id="rId38" imgW="393480" imgH="406080" progId="Equation.DSMT4">
                  <p:embed/>
                  <p:pic>
                    <p:nvPicPr>
                      <p:cNvPr id="183" name="Object 182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419600" y="6775450"/>
                        <a:ext cx="393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4BF3BE74-9556-4B36-84CA-E7E10FDE7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211724"/>
              </p:ext>
            </p:extLst>
          </p:nvPr>
        </p:nvGraphicFramePr>
        <p:xfrm>
          <a:off x="5580063" y="6375400"/>
          <a:ext cx="444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444240" imgH="228600" progId="Equation.DSMT4">
                  <p:embed/>
                </p:oleObj>
              </mc:Choice>
              <mc:Fallback>
                <p:oleObj name="Equation" r:id="rId40" imgW="444240" imgH="228600" progId="Equation.DSMT4">
                  <p:embed/>
                  <p:pic>
                    <p:nvPicPr>
                      <p:cNvPr id="184" name="Object 183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580063" y="6375400"/>
                        <a:ext cx="444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887A4CD9-00DF-4158-897A-B82A3C1FE8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175926"/>
              </p:ext>
            </p:extLst>
          </p:nvPr>
        </p:nvGraphicFramePr>
        <p:xfrm>
          <a:off x="5562600" y="6775450"/>
          <a:ext cx="39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393480" imgH="406080" progId="Equation.DSMT4">
                  <p:embed/>
                </p:oleObj>
              </mc:Choice>
              <mc:Fallback>
                <p:oleObj name="Equation" r:id="rId42" imgW="393480" imgH="406080" progId="Equation.DSMT4">
                  <p:embed/>
                  <p:pic>
                    <p:nvPicPr>
                      <p:cNvPr id="185" name="Object 184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562600" y="6775450"/>
                        <a:ext cx="393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DBC61A5E-8031-4616-8835-6A14D98FF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555370"/>
              </p:ext>
            </p:extLst>
          </p:nvPr>
        </p:nvGraphicFramePr>
        <p:xfrm>
          <a:off x="381000" y="452488"/>
          <a:ext cx="3581400" cy="175451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is equivalent to the expression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6" name="Group 55">
            <a:extLst>
              <a:ext uri="{FF2B5EF4-FFF2-40B4-BE49-F238E27FC236}">
                <a16:creationId xmlns:a16="http://schemas.microsoft.com/office/drawing/2014/main" id="{36013C81-4EEC-416B-9A9C-CC1DFB7D9464}"/>
              </a:ext>
            </a:extLst>
          </p:cNvPr>
          <p:cNvGrpSpPr/>
          <p:nvPr/>
        </p:nvGrpSpPr>
        <p:grpSpPr>
          <a:xfrm>
            <a:off x="685800" y="1722620"/>
            <a:ext cx="2565401" cy="975995"/>
            <a:chOff x="0" y="0"/>
            <a:chExt cx="2565646" cy="976543"/>
          </a:xfrm>
        </p:grpSpPr>
        <p:sp>
          <p:nvSpPr>
            <p:cNvPr id="57" name="Text Box 807">
              <a:extLst>
                <a:ext uri="{FF2B5EF4-FFF2-40B4-BE49-F238E27FC236}">
                  <a16:creationId xmlns:a16="http://schemas.microsoft.com/office/drawing/2014/main" id="{37E51C0B-3367-40B3-A55C-653A2C036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8877"/>
              <a:ext cx="1047115" cy="869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</a:t>
              </a: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 Box 807">
              <a:extLst>
                <a:ext uri="{FF2B5EF4-FFF2-40B4-BE49-F238E27FC236}">
                  <a16:creationId xmlns:a16="http://schemas.microsoft.com/office/drawing/2014/main" id="{937BFDD9-03BA-4560-8896-680B475FCE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8384" y="0"/>
              <a:ext cx="1287262" cy="976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9" name="Text Box 464">
            <a:extLst>
              <a:ext uri="{FF2B5EF4-FFF2-40B4-BE49-F238E27FC236}">
                <a16:creationId xmlns:a16="http://schemas.microsoft.com/office/drawing/2014/main" id="{50303FAD-724C-43CA-9271-9E2468EDF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7710" y="2302240"/>
            <a:ext cx="522605" cy="35877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0" name="Text Box 464">
            <a:extLst>
              <a:ext uri="{FF2B5EF4-FFF2-40B4-BE49-F238E27FC236}">
                <a16:creationId xmlns:a16="http://schemas.microsoft.com/office/drawing/2014/main" id="{AB4D08A3-D036-4E75-805C-0B512B1C0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562" y="2302240"/>
            <a:ext cx="522605" cy="35877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1" name="Text Box 464">
            <a:extLst>
              <a:ext uri="{FF2B5EF4-FFF2-40B4-BE49-F238E27FC236}">
                <a16:creationId xmlns:a16="http://schemas.microsoft.com/office/drawing/2014/main" id="{433512EF-D132-4E86-B80D-947C77FAF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7710" y="6911184"/>
            <a:ext cx="522605" cy="35877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C5D297B-8C10-48F2-A8BE-12CA8C3517FD}"/>
              </a:ext>
            </a:extLst>
          </p:cNvPr>
          <p:cNvGrpSpPr/>
          <p:nvPr/>
        </p:nvGrpSpPr>
        <p:grpSpPr>
          <a:xfrm>
            <a:off x="4114800" y="1722620"/>
            <a:ext cx="2565401" cy="975995"/>
            <a:chOff x="0" y="0"/>
            <a:chExt cx="2565646" cy="976543"/>
          </a:xfrm>
        </p:grpSpPr>
        <p:sp>
          <p:nvSpPr>
            <p:cNvPr id="63" name="Text Box 807">
              <a:extLst>
                <a:ext uri="{FF2B5EF4-FFF2-40B4-BE49-F238E27FC236}">
                  <a16:creationId xmlns:a16="http://schemas.microsoft.com/office/drawing/2014/main" id="{6F74C2FC-8BCC-4AFC-9BC4-40C3D8C2B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8877"/>
              <a:ext cx="1047115" cy="869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</a:t>
              </a: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</a:t>
              </a:r>
              <a:b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 Box 807">
              <a:extLst>
                <a:ext uri="{FF2B5EF4-FFF2-40B4-BE49-F238E27FC236}">
                  <a16:creationId xmlns:a16="http://schemas.microsoft.com/office/drawing/2014/main" id="{76903FEF-8AD2-4189-BB80-B3D0F5A6D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8384" y="0"/>
              <a:ext cx="1287262" cy="976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3152E311-F91C-4F38-A5FC-A35ACD3EC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457004"/>
              </p:ext>
            </p:extLst>
          </p:nvPr>
        </p:nvGraphicFramePr>
        <p:xfrm>
          <a:off x="3830315" y="460340"/>
          <a:ext cx="3573462" cy="175451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is equivalent to the expression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1F7EF2A8-C59D-4B19-B38D-69E29DC0B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451437"/>
              </p:ext>
            </p:extLst>
          </p:nvPr>
        </p:nvGraphicFramePr>
        <p:xfrm>
          <a:off x="411043" y="2786532"/>
          <a:ext cx="3497262" cy="175451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5235A24C-FF36-4C23-81EF-C0A617161E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059440"/>
              </p:ext>
            </p:extLst>
          </p:nvPr>
        </p:nvGraphicFramePr>
        <p:xfrm>
          <a:off x="971550" y="1709738"/>
          <a:ext cx="419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9040" imgH="330120" progId="Equation.DSMT4">
                  <p:embed/>
                </p:oleObj>
              </mc:Choice>
              <mc:Fallback>
                <p:oleObj name="Equation" r:id="rId3" imgW="419040" imgH="330120" progId="Equation.DSMT4">
                  <p:embed/>
                  <p:pic>
                    <p:nvPicPr>
                      <p:cNvPr id="108" name="Object 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550" y="1709738"/>
                        <a:ext cx="419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C2B25387-0353-4CA6-8B48-445748FD0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093490"/>
              </p:ext>
            </p:extLst>
          </p:nvPr>
        </p:nvGraphicFramePr>
        <p:xfrm>
          <a:off x="2251075" y="1708150"/>
          <a:ext cx="419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9040" imgH="330120" progId="Equation.DSMT4">
                  <p:embed/>
                </p:oleObj>
              </mc:Choice>
              <mc:Fallback>
                <p:oleObj name="Equation" r:id="rId5" imgW="419040" imgH="330120" progId="Equation.DSMT4">
                  <p:embed/>
                  <p:pic>
                    <p:nvPicPr>
                      <p:cNvPr id="109" name="Object 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51075" y="1708150"/>
                        <a:ext cx="419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89C865CE-1FDF-428A-B30C-0C9ED6D6ED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919550"/>
              </p:ext>
            </p:extLst>
          </p:nvPr>
        </p:nvGraphicFramePr>
        <p:xfrm>
          <a:off x="971550" y="2119313"/>
          <a:ext cx="406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080" imgH="330120" progId="Equation.DSMT4">
                  <p:embed/>
                </p:oleObj>
              </mc:Choice>
              <mc:Fallback>
                <p:oleObj name="Equation" r:id="rId7" imgW="406080" imgH="330120" progId="Equation.DSMT4">
                  <p:embed/>
                  <p:pic>
                    <p:nvPicPr>
                      <p:cNvPr id="110" name="Object 10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1550" y="2119313"/>
                        <a:ext cx="406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2AF2C110-26F5-4D68-B6CE-E5E9892B86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26688"/>
              </p:ext>
            </p:extLst>
          </p:nvPr>
        </p:nvGraphicFramePr>
        <p:xfrm>
          <a:off x="2260600" y="2109788"/>
          <a:ext cx="406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6080" imgH="330120" progId="Equation.DSMT4">
                  <p:embed/>
                </p:oleObj>
              </mc:Choice>
              <mc:Fallback>
                <p:oleObj name="Equation" r:id="rId9" imgW="406080" imgH="330120" progId="Equation.DSMT4">
                  <p:embed/>
                  <p:pic>
                    <p:nvPicPr>
                      <p:cNvPr id="111" name="Object 1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60600" y="2109788"/>
                        <a:ext cx="406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00D23BAF-CA9E-49A9-A279-70C4550EA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955732"/>
              </p:ext>
            </p:extLst>
          </p:nvPr>
        </p:nvGraphicFramePr>
        <p:xfrm>
          <a:off x="4406900" y="1722438"/>
          <a:ext cx="584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83920" imgH="368280" progId="Equation.DSMT4">
                  <p:embed/>
                </p:oleObj>
              </mc:Choice>
              <mc:Fallback>
                <p:oleObj name="Equation" r:id="rId11" imgW="583920" imgH="368280" progId="Equation.DSMT4">
                  <p:embed/>
                  <p:pic>
                    <p:nvPicPr>
                      <p:cNvPr id="112" name="Object 1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06900" y="1722438"/>
                        <a:ext cx="584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8E7ECB20-B018-477B-A139-059541593D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445643"/>
              </p:ext>
            </p:extLst>
          </p:nvPr>
        </p:nvGraphicFramePr>
        <p:xfrm>
          <a:off x="5691188" y="1762125"/>
          <a:ext cx="558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58720" imgH="228600" progId="Equation.DSMT4">
                  <p:embed/>
                </p:oleObj>
              </mc:Choice>
              <mc:Fallback>
                <p:oleObj name="Equation" r:id="rId13" imgW="558720" imgH="228600" progId="Equation.DSMT4">
                  <p:embed/>
                  <p:pic>
                    <p:nvPicPr>
                      <p:cNvPr id="113" name="Object 11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91188" y="1762125"/>
                        <a:ext cx="558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70D36B0B-3ECC-4900-A1AE-34EFDED317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315649"/>
              </p:ext>
            </p:extLst>
          </p:nvPr>
        </p:nvGraphicFramePr>
        <p:xfrm>
          <a:off x="4413250" y="2192338"/>
          <a:ext cx="571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228600" progId="Equation.DSMT4">
                  <p:embed/>
                </p:oleObj>
              </mc:Choice>
              <mc:Fallback>
                <p:oleObj name="Equation" r:id="rId15" imgW="571320" imgH="228600" progId="Equation.DSMT4">
                  <p:embed/>
                  <p:pic>
                    <p:nvPicPr>
                      <p:cNvPr id="114" name="Object 11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13250" y="2192338"/>
                        <a:ext cx="571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816E8E79-36C1-418D-9D96-28C64BA981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307793"/>
              </p:ext>
            </p:extLst>
          </p:nvPr>
        </p:nvGraphicFramePr>
        <p:xfrm>
          <a:off x="5708650" y="2192338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07960" imgH="228600" progId="Equation.DSMT4">
                  <p:embed/>
                </p:oleObj>
              </mc:Choice>
              <mc:Fallback>
                <p:oleObj name="Equation" r:id="rId17" imgW="507960" imgH="228600" progId="Equation.DSMT4">
                  <p:embed/>
                  <p:pic>
                    <p:nvPicPr>
                      <p:cNvPr id="115" name="Object 11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08650" y="2192338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8759FDBD-D7CE-4CEF-AC73-71C76C8C3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146324"/>
              </p:ext>
            </p:extLst>
          </p:nvPr>
        </p:nvGraphicFramePr>
        <p:xfrm>
          <a:off x="1765300" y="801688"/>
          <a:ext cx="596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96880" imgH="266400" progId="Equation.DSMT4">
                  <p:embed/>
                </p:oleObj>
              </mc:Choice>
              <mc:Fallback>
                <p:oleObj name="Equation" r:id="rId19" imgW="596880" imgH="266400" progId="Equation.DSMT4">
                  <p:embed/>
                  <p:pic>
                    <p:nvPicPr>
                      <p:cNvPr id="116" name="Object 11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765300" y="801688"/>
                        <a:ext cx="596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5CBB7962-D851-4BD8-8FA2-F08B982ADF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569578"/>
              </p:ext>
            </p:extLst>
          </p:nvPr>
        </p:nvGraphicFramePr>
        <p:xfrm>
          <a:off x="5435600" y="715963"/>
          <a:ext cx="381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80880" imgH="304560" progId="Equation.DSMT4">
                  <p:embed/>
                </p:oleObj>
              </mc:Choice>
              <mc:Fallback>
                <p:oleObj name="Equation" r:id="rId21" imgW="380880" imgH="304560" progId="Equation.DSMT4">
                  <p:embed/>
                  <p:pic>
                    <p:nvPicPr>
                      <p:cNvPr id="117" name="Object 11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35600" y="715963"/>
                        <a:ext cx="381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Text Box 807">
            <a:extLst>
              <a:ext uri="{FF2B5EF4-FFF2-40B4-BE49-F238E27FC236}">
                <a16:creationId xmlns:a16="http://schemas.microsoft.com/office/drawing/2014/main" id="{FF67E99B-65F2-47AB-8E23-1CB96A655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17" y="3680325"/>
            <a:ext cx="124206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8D64F54F-421A-4892-8191-A5854FCEB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420428"/>
              </p:ext>
            </p:extLst>
          </p:nvPr>
        </p:nvGraphicFramePr>
        <p:xfrm>
          <a:off x="1659731" y="3075605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863280" imgH="342720" progId="Equation.DSMT4">
                  <p:embed/>
                </p:oleObj>
              </mc:Choice>
              <mc:Fallback>
                <p:oleObj name="Equation" r:id="rId23" imgW="863280" imgH="342720" progId="Equation.DSMT4">
                  <p:embed/>
                  <p:pic>
                    <p:nvPicPr>
                      <p:cNvPr id="119" name="Object 11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659731" y="3075605"/>
                        <a:ext cx="863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ADFF9751-7AE1-4AA8-AAF1-D53430473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666662"/>
              </p:ext>
            </p:extLst>
          </p:nvPr>
        </p:nvGraphicFramePr>
        <p:xfrm>
          <a:off x="3856948" y="2777457"/>
          <a:ext cx="3268662" cy="175451"/>
        </p:xfrm>
        <a:graphic>
          <a:graphicData uri="http://schemas.openxmlformats.org/drawingml/2006/table">
            <a:tbl>
              <a:tblPr/>
              <a:tblGrid>
                <a:gridCol w="326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5A465DB0-B00B-49FF-8D17-83FE00CEDB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713872"/>
              </p:ext>
            </p:extLst>
          </p:nvPr>
        </p:nvGraphicFramePr>
        <p:xfrm>
          <a:off x="5630636" y="3072191"/>
          <a:ext cx="228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28600" imgH="609480" progId="Equation.DSMT4">
                  <p:embed/>
                </p:oleObj>
              </mc:Choice>
              <mc:Fallback>
                <p:oleObj name="Equation" r:id="rId25" imgW="228600" imgH="609480" progId="Equation.DSMT4">
                  <p:embed/>
                  <p:pic>
                    <p:nvPicPr>
                      <p:cNvPr id="121" name="Object 120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630636" y="3072191"/>
                        <a:ext cx="2286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Text Box 67">
            <a:extLst>
              <a:ext uri="{FF2B5EF4-FFF2-40B4-BE49-F238E27FC236}">
                <a16:creationId xmlns:a16="http://schemas.microsoft.com/office/drawing/2014/main" id="{F7670787-5966-48E0-AF1F-6F6C2A042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272" y="9190220"/>
            <a:ext cx="119189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2" name="Text Box 67">
            <a:extLst>
              <a:ext uri="{FF2B5EF4-FFF2-40B4-BE49-F238E27FC236}">
                <a16:creationId xmlns:a16="http://schemas.microsoft.com/office/drawing/2014/main" id="{0853730F-3C9D-4F82-BF82-3005A496D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272" y="4560532"/>
            <a:ext cx="119189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9585D6FD-4442-4421-BE1E-7CF13AA1A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498995"/>
              </p:ext>
            </p:extLst>
          </p:nvPr>
        </p:nvGraphicFramePr>
        <p:xfrm>
          <a:off x="3810000" y="5075420"/>
          <a:ext cx="3116262" cy="175451"/>
        </p:xfrm>
        <a:graphic>
          <a:graphicData uri="http://schemas.openxmlformats.org/drawingml/2006/table">
            <a:tbl>
              <a:tblPr/>
              <a:tblGrid>
                <a:gridCol w="311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0B7813D0-6366-4F73-A149-5AB5A1B21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38821"/>
              </p:ext>
            </p:extLst>
          </p:nvPr>
        </p:nvGraphicFramePr>
        <p:xfrm>
          <a:off x="3830315" y="7381536"/>
          <a:ext cx="3040062" cy="175451"/>
        </p:xfrm>
        <a:graphic>
          <a:graphicData uri="http://schemas.openxmlformats.org/drawingml/2006/table">
            <a:tbl>
              <a:tblPr/>
              <a:tblGrid>
                <a:gridCol w="304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the equation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95645E6D-F0AB-4C53-A192-71854ADBE2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771004"/>
              </p:ext>
            </p:extLst>
          </p:nvPr>
        </p:nvGraphicFramePr>
        <p:xfrm>
          <a:off x="5327650" y="5343525"/>
          <a:ext cx="596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96880" imgH="571320" progId="Equation.DSMT4">
                  <p:embed/>
                </p:oleObj>
              </mc:Choice>
              <mc:Fallback>
                <p:oleObj name="Equation" r:id="rId27" imgW="596880" imgH="571320" progId="Equation.DSMT4">
                  <p:embed/>
                  <p:pic>
                    <p:nvPicPr>
                      <p:cNvPr id="127" name="Object 12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327650" y="5343525"/>
                        <a:ext cx="5969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Text Box 68">
            <a:extLst>
              <a:ext uri="{FF2B5EF4-FFF2-40B4-BE49-F238E27FC236}">
                <a16:creationId xmlns:a16="http://schemas.microsoft.com/office/drawing/2014/main" id="{1ECF8139-0F80-415F-B33B-A962BF68A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272" y="6874240"/>
            <a:ext cx="119189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7" name="Text Box 68">
            <a:extLst>
              <a:ext uri="{FF2B5EF4-FFF2-40B4-BE49-F238E27FC236}">
                <a16:creationId xmlns:a16="http://schemas.microsoft.com/office/drawing/2014/main" id="{A61B8DB2-03C2-4BBE-9ACF-A1871F14A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420" y="9190220"/>
            <a:ext cx="119189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591C068E-103D-4BAC-9138-760B74D7A5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749645"/>
              </p:ext>
            </p:extLst>
          </p:nvPr>
        </p:nvGraphicFramePr>
        <p:xfrm>
          <a:off x="5187151" y="7743561"/>
          <a:ext cx="1092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091880" imgH="228600" progId="Equation.DSMT4">
                  <p:embed/>
                </p:oleObj>
              </mc:Choice>
              <mc:Fallback>
                <p:oleObj name="Equation" r:id="rId29" imgW="1091880" imgH="228600" progId="Equation.DSMT4">
                  <p:embed/>
                  <p:pic>
                    <p:nvPicPr>
                      <p:cNvPr id="130" name="Object 129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187151" y="7743561"/>
                        <a:ext cx="1092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160B81BE-8841-42A8-8EAC-4DA6C1612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780035"/>
              </p:ext>
            </p:extLst>
          </p:nvPr>
        </p:nvGraphicFramePr>
        <p:xfrm>
          <a:off x="411043" y="7381536"/>
          <a:ext cx="3040062" cy="175451"/>
        </p:xfrm>
        <a:graphic>
          <a:graphicData uri="http://schemas.openxmlformats.org/drawingml/2006/table">
            <a:tbl>
              <a:tblPr/>
              <a:tblGrid>
                <a:gridCol w="304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the equation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F4659713-467B-4125-A12B-2D77D977C7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505897"/>
              </p:ext>
            </p:extLst>
          </p:nvPr>
        </p:nvGraphicFramePr>
        <p:xfrm>
          <a:off x="1644650" y="7720012"/>
          <a:ext cx="952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952200" imgH="228600" progId="Equation.DSMT4">
                  <p:embed/>
                </p:oleObj>
              </mc:Choice>
              <mc:Fallback>
                <p:oleObj name="Equation" r:id="rId31" imgW="952200" imgH="228600" progId="Equation.DSMT4">
                  <p:embed/>
                  <p:pic>
                    <p:nvPicPr>
                      <p:cNvPr id="132" name="Object 13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644650" y="7720012"/>
                        <a:ext cx="952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08A67B42-45B2-47E0-928E-FF5B89D45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443413"/>
              </p:ext>
            </p:extLst>
          </p:nvPr>
        </p:nvGraphicFramePr>
        <p:xfrm>
          <a:off x="381000" y="5075420"/>
          <a:ext cx="3421062" cy="175451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Text Box 64">
            <a:extLst>
              <a:ext uri="{FF2B5EF4-FFF2-40B4-BE49-F238E27FC236}">
                <a16:creationId xmlns:a16="http://schemas.microsoft.com/office/drawing/2014/main" id="{A04D1C1F-F2E3-44A9-A94D-4F4419E81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7710" y="4626757"/>
            <a:ext cx="522605" cy="35877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3" name="Text Box 807">
            <a:extLst>
              <a:ext uri="{FF2B5EF4-FFF2-40B4-BE49-F238E27FC236}">
                <a16:creationId xmlns:a16="http://schemas.microsoft.com/office/drawing/2014/main" id="{4D35D820-6C94-4AFC-98BC-2CE08890B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913620"/>
            <a:ext cx="124206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3262BDD7-DB14-4DE5-9F4C-964FC9D590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6561"/>
              </p:ext>
            </p:extLst>
          </p:nvPr>
        </p:nvGraphicFramePr>
        <p:xfrm>
          <a:off x="1911350" y="5394325"/>
          <a:ext cx="419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19040" imgH="444240" progId="Equation.DSMT4">
                  <p:embed/>
                </p:oleObj>
              </mc:Choice>
              <mc:Fallback>
                <p:oleObj name="Equation" r:id="rId33" imgW="419040" imgH="444240" progId="Equation.DSMT4">
                  <p:embed/>
                  <p:pic>
                    <p:nvPicPr>
                      <p:cNvPr id="136" name="Object 135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911350" y="5394325"/>
                        <a:ext cx="4191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Object 123">
            <a:extLst>
              <a:ext uri="{FF2B5EF4-FFF2-40B4-BE49-F238E27FC236}">
                <a16:creationId xmlns:a16="http://schemas.microsoft.com/office/drawing/2014/main" id="{0E409520-B738-4B58-A737-429D87F5E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894914"/>
              </p:ext>
            </p:extLst>
          </p:nvPr>
        </p:nvGraphicFramePr>
        <p:xfrm>
          <a:off x="1003300" y="3713163"/>
          <a:ext cx="520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520560" imgH="241200" progId="Equation.DSMT4">
                  <p:embed/>
                </p:oleObj>
              </mc:Choice>
              <mc:Fallback>
                <p:oleObj name="Equation" r:id="rId35" imgW="520560" imgH="241200" progId="Equation.DSMT4">
                  <p:embed/>
                  <p:pic>
                    <p:nvPicPr>
                      <p:cNvPr id="137" name="Object 136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03300" y="3713163"/>
                        <a:ext cx="520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Object 144">
            <a:extLst>
              <a:ext uri="{FF2B5EF4-FFF2-40B4-BE49-F238E27FC236}">
                <a16:creationId xmlns:a16="http://schemas.microsoft.com/office/drawing/2014/main" id="{59821D9D-D2B9-4F6B-9DFC-2C1AD8C152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764520"/>
              </p:ext>
            </p:extLst>
          </p:nvPr>
        </p:nvGraphicFramePr>
        <p:xfrm>
          <a:off x="996950" y="4054475"/>
          <a:ext cx="457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57200" imgH="228600" progId="Equation.DSMT4">
                  <p:embed/>
                </p:oleObj>
              </mc:Choice>
              <mc:Fallback>
                <p:oleObj name="Equation" r:id="rId37" imgW="457200" imgH="228600" progId="Equation.DSMT4">
                  <p:embed/>
                  <p:pic>
                    <p:nvPicPr>
                      <p:cNvPr id="138" name="Object 137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996950" y="4054475"/>
                        <a:ext cx="457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" name="Object 145">
            <a:extLst>
              <a:ext uri="{FF2B5EF4-FFF2-40B4-BE49-F238E27FC236}">
                <a16:creationId xmlns:a16="http://schemas.microsoft.com/office/drawing/2014/main" id="{7A5B17D6-76E6-4C42-B68F-1C70A3704B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605335"/>
              </p:ext>
            </p:extLst>
          </p:nvPr>
        </p:nvGraphicFramePr>
        <p:xfrm>
          <a:off x="995363" y="4368800"/>
          <a:ext cx="520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520560" imgH="241200" progId="Equation.DSMT4">
                  <p:embed/>
                </p:oleObj>
              </mc:Choice>
              <mc:Fallback>
                <p:oleObj name="Equation" r:id="rId39" imgW="520560" imgH="241200" progId="Equation.DSMT4">
                  <p:embed/>
                  <p:pic>
                    <p:nvPicPr>
                      <p:cNvPr id="139" name="Object 138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995363" y="4368800"/>
                        <a:ext cx="520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" name="Object 146">
            <a:extLst>
              <a:ext uri="{FF2B5EF4-FFF2-40B4-BE49-F238E27FC236}">
                <a16:creationId xmlns:a16="http://schemas.microsoft.com/office/drawing/2014/main" id="{7DD11BA1-6C3F-4BA2-82D7-7DC14739FE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269246"/>
              </p:ext>
            </p:extLst>
          </p:nvPr>
        </p:nvGraphicFramePr>
        <p:xfrm>
          <a:off x="1003300" y="4700770"/>
          <a:ext cx="457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457200" imgH="228600" progId="Equation.DSMT4">
                  <p:embed/>
                </p:oleObj>
              </mc:Choice>
              <mc:Fallback>
                <p:oleObj name="Equation" r:id="rId41" imgW="457200" imgH="228600" progId="Equation.DSMT4">
                  <p:embed/>
                  <p:pic>
                    <p:nvPicPr>
                      <p:cNvPr id="140" name="Object 139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003300" y="4700770"/>
                        <a:ext cx="457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147">
            <a:extLst>
              <a:ext uri="{FF2B5EF4-FFF2-40B4-BE49-F238E27FC236}">
                <a16:creationId xmlns:a16="http://schemas.microsoft.com/office/drawing/2014/main" id="{7A442A58-9353-4525-85E9-060FDA2DF3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941990"/>
              </p:ext>
            </p:extLst>
          </p:nvPr>
        </p:nvGraphicFramePr>
        <p:xfrm>
          <a:off x="1066800" y="5989820"/>
          <a:ext cx="177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77480" imgH="215640" progId="Equation.DSMT4">
                  <p:embed/>
                </p:oleObj>
              </mc:Choice>
              <mc:Fallback>
                <p:oleObj name="Equation" r:id="rId43" imgW="177480" imgH="215640" progId="Equation.DSMT4">
                  <p:embed/>
                  <p:pic>
                    <p:nvPicPr>
                      <p:cNvPr id="141" name="Object 140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066800" y="5989820"/>
                        <a:ext cx="177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Object 148">
            <a:extLst>
              <a:ext uri="{FF2B5EF4-FFF2-40B4-BE49-F238E27FC236}">
                <a16:creationId xmlns:a16="http://schemas.microsoft.com/office/drawing/2014/main" id="{2C600E36-6598-4844-9416-D2A7AC8BF1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530433"/>
              </p:ext>
            </p:extLst>
          </p:nvPr>
        </p:nvGraphicFramePr>
        <p:xfrm>
          <a:off x="1057564" y="6285384"/>
          <a:ext cx="39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393480" imgH="241200" progId="Equation.DSMT4">
                  <p:embed/>
                </p:oleObj>
              </mc:Choice>
              <mc:Fallback>
                <p:oleObj name="Equation" r:id="rId45" imgW="393480" imgH="241200" progId="Equation.DSMT4">
                  <p:embed/>
                  <p:pic>
                    <p:nvPicPr>
                      <p:cNvPr id="142" name="Object 141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057564" y="6285384"/>
                        <a:ext cx="393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" name="Object 149">
            <a:extLst>
              <a:ext uri="{FF2B5EF4-FFF2-40B4-BE49-F238E27FC236}">
                <a16:creationId xmlns:a16="http://schemas.microsoft.com/office/drawing/2014/main" id="{7D02E5A8-4BCE-431E-AEE2-63AF25D1F2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741674"/>
              </p:ext>
            </p:extLst>
          </p:nvPr>
        </p:nvGraphicFramePr>
        <p:xfrm>
          <a:off x="1066800" y="6599420"/>
          <a:ext cx="39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393480" imgH="241200" progId="Equation.DSMT4">
                  <p:embed/>
                </p:oleObj>
              </mc:Choice>
              <mc:Fallback>
                <p:oleObj name="Equation" r:id="rId47" imgW="393480" imgH="241200" progId="Equation.DSMT4">
                  <p:embed/>
                  <p:pic>
                    <p:nvPicPr>
                      <p:cNvPr id="143" name="Object 142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066800" y="6599420"/>
                        <a:ext cx="393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" name="Object 150">
            <a:extLst>
              <a:ext uri="{FF2B5EF4-FFF2-40B4-BE49-F238E27FC236}">
                <a16:creationId xmlns:a16="http://schemas.microsoft.com/office/drawing/2014/main" id="{7EC8F330-1630-4C05-B056-2D6725749F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364830"/>
              </p:ext>
            </p:extLst>
          </p:nvPr>
        </p:nvGraphicFramePr>
        <p:xfrm>
          <a:off x="1066800" y="6904220"/>
          <a:ext cx="431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431640" imgH="241200" progId="Equation.DSMT4">
                  <p:embed/>
                </p:oleObj>
              </mc:Choice>
              <mc:Fallback>
                <p:oleObj name="Equation" r:id="rId49" imgW="431640" imgH="241200" progId="Equation.DSMT4">
                  <p:embed/>
                  <p:pic>
                    <p:nvPicPr>
                      <p:cNvPr id="144" name="Object 143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066800" y="6904220"/>
                        <a:ext cx="431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10030B-E3A8-435E-9E8B-E9D9DB8A8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457" y="7953677"/>
            <a:ext cx="4968671" cy="1627773"/>
          </a:xfrm>
          <a:prstGeom prst="rect">
            <a:avLst/>
          </a:prstGeom>
        </p:spPr>
      </p:pic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id="{DCF6271F-85D3-4E35-8128-0FB9CA885485}"/>
              </a:ext>
            </a:extLst>
          </p:cNvPr>
          <p:cNvGraphicFramePr>
            <a:graphicFrameLocks noGrp="1"/>
          </p:cNvGraphicFramePr>
          <p:nvPr/>
        </p:nvGraphicFramePr>
        <p:xfrm>
          <a:off x="400346" y="483326"/>
          <a:ext cx="2590800" cy="175451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the equation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id="{80E91E46-D4EF-4A5A-8778-ABABFE8E2D94}"/>
              </a:ext>
            </a:extLst>
          </p:cNvPr>
          <p:cNvGraphicFramePr>
            <a:graphicFrameLocks noGrp="1"/>
          </p:cNvGraphicFramePr>
          <p:nvPr/>
        </p:nvGraphicFramePr>
        <p:xfrm>
          <a:off x="3848100" y="474742"/>
          <a:ext cx="2362200" cy="175451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the equation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" name="Text Box 71">
            <a:extLst>
              <a:ext uri="{FF2B5EF4-FFF2-40B4-BE49-F238E27FC236}">
                <a16:creationId xmlns:a16="http://schemas.microsoft.com/office/drawing/2014/main" id="{4372416D-1B3C-4318-8EC6-CB6F06344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743200"/>
            <a:ext cx="119189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8" name="Text Box 71">
            <a:extLst>
              <a:ext uri="{FF2B5EF4-FFF2-40B4-BE49-F238E27FC236}">
                <a16:creationId xmlns:a16="http://schemas.microsoft.com/office/drawing/2014/main" id="{D98AEFA2-37F0-4DCA-8882-BE80A1C56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743200"/>
            <a:ext cx="119189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9" name="Text Box 71">
            <a:extLst>
              <a:ext uri="{FF2B5EF4-FFF2-40B4-BE49-F238E27FC236}">
                <a16:creationId xmlns:a16="http://schemas.microsoft.com/office/drawing/2014/main" id="{C9E840AC-F0EC-41BE-9186-F131325DA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486400"/>
            <a:ext cx="119189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0" name="Text Box 71">
            <a:extLst>
              <a:ext uri="{FF2B5EF4-FFF2-40B4-BE49-F238E27FC236}">
                <a16:creationId xmlns:a16="http://schemas.microsoft.com/office/drawing/2014/main" id="{74A5E3DE-1173-4469-BD37-83C2845D4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486400"/>
            <a:ext cx="119189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BD930CD9-409A-4986-BFBF-922B84F65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6700" y="735610"/>
          <a:ext cx="1155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600" imgH="304560" progId="Equation.DSMT4">
                  <p:embed/>
                </p:oleObj>
              </mc:Choice>
              <mc:Fallback>
                <p:oleObj name="Equation" r:id="rId4" imgW="1155600" imgH="304560" progId="Equation.DSMT4">
                  <p:embed/>
                  <p:pic>
                    <p:nvPicPr>
                      <p:cNvPr id="84" name="Object 8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36700" y="735610"/>
                        <a:ext cx="11557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B9000DD0-D285-4727-B8AD-4456154983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762000"/>
          <a:ext cx="1282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304560" progId="Equation.DSMT4">
                  <p:embed/>
                </p:oleObj>
              </mc:Choice>
              <mc:Fallback>
                <p:oleObj name="Equation" r:id="rId6" imgW="1282680" imgH="304560" progId="Equation.DSMT4">
                  <p:embed/>
                  <p:pic>
                    <p:nvPicPr>
                      <p:cNvPr id="85" name="Object 8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53000" y="762000"/>
                        <a:ext cx="12827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Table 102">
            <a:extLst>
              <a:ext uri="{FF2B5EF4-FFF2-40B4-BE49-F238E27FC236}">
                <a16:creationId xmlns:a16="http://schemas.microsoft.com/office/drawing/2014/main" id="{50E92BD2-195F-4E32-99DA-E1E3327F46C4}"/>
              </a:ext>
            </a:extLst>
          </p:cNvPr>
          <p:cNvGraphicFramePr>
            <a:graphicFrameLocks noGrp="1"/>
          </p:cNvGraphicFramePr>
          <p:nvPr/>
        </p:nvGraphicFramePr>
        <p:xfrm>
          <a:off x="398287" y="3245982"/>
          <a:ext cx="2735262" cy="175451"/>
        </p:xfrm>
        <a:graphic>
          <a:graphicData uri="http://schemas.openxmlformats.org/drawingml/2006/table">
            <a:tbl>
              <a:tblPr/>
              <a:tblGrid>
                <a:gridCol w="2735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the equation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887B786B-2221-41E8-BA16-5595512598B4}"/>
              </a:ext>
            </a:extLst>
          </p:cNvPr>
          <p:cNvGraphicFramePr>
            <a:graphicFrameLocks noGrp="1"/>
          </p:cNvGraphicFramePr>
          <p:nvPr/>
        </p:nvGraphicFramePr>
        <p:xfrm>
          <a:off x="3845592" y="3236852"/>
          <a:ext cx="2440305" cy="175451"/>
        </p:xfrm>
        <a:graphic>
          <a:graphicData uri="http://schemas.openxmlformats.org/drawingml/2006/table">
            <a:tbl>
              <a:tblPr/>
              <a:tblGrid>
                <a:gridCol w="244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92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Solve the equation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C109F63E-2D8C-431F-8656-53DB10AA57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3606436"/>
          <a:ext cx="927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228600" progId="Equation.DSMT4">
                  <p:embed/>
                </p:oleObj>
              </mc:Choice>
              <mc:Fallback>
                <p:oleObj name="Equation" r:id="rId8" imgW="927000" imgH="228600" progId="Equation.DSMT4">
                  <p:embed/>
                  <p:pic>
                    <p:nvPicPr>
                      <p:cNvPr id="89" name="Object 8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76400" y="3606436"/>
                        <a:ext cx="927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C7599B8C-7B40-4EDB-BD31-05C465B0F7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7950" y="3651250"/>
          <a:ext cx="1066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6680" imgH="253800" progId="Equation.DSMT4">
                  <p:embed/>
                </p:oleObj>
              </mc:Choice>
              <mc:Fallback>
                <p:oleObj name="Equation" r:id="rId10" imgW="1066680" imgH="253800" progId="Equation.DSMT4">
                  <p:embed/>
                  <p:pic>
                    <p:nvPicPr>
                      <p:cNvPr id="90" name="Object 8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187950" y="3651250"/>
                        <a:ext cx="1066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Rectangle 106">
            <a:extLst>
              <a:ext uri="{FF2B5EF4-FFF2-40B4-BE49-F238E27FC236}">
                <a16:creationId xmlns:a16="http://schemas.microsoft.com/office/drawing/2014/main" id="{3270DD5D-ED43-4DA5-9D7E-A2EAD5497555}"/>
              </a:ext>
            </a:extLst>
          </p:cNvPr>
          <p:cNvSpPr/>
          <p:nvPr/>
        </p:nvSpPr>
        <p:spPr>
          <a:xfrm>
            <a:off x="416959" y="5927747"/>
            <a:ext cx="62865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27.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The square root parent function is translated so that the endpoint is located at </a:t>
            </a: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-7, 1</a:t>
            </a: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. 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Write an equation that represents this new function.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08" name="Text Box 75">
            <a:extLst>
              <a:ext uri="{FF2B5EF4-FFF2-40B4-BE49-F238E27FC236}">
                <a16:creationId xmlns:a16="http://schemas.microsoft.com/office/drawing/2014/main" id="{2E630D2D-864B-4183-BA30-AD78584B9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8310" y="6729029"/>
            <a:ext cx="2182495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109" name="Table 108">
            <a:extLst>
              <a:ext uri="{FF2B5EF4-FFF2-40B4-BE49-F238E27FC236}">
                <a16:creationId xmlns:a16="http://schemas.microsoft.com/office/drawing/2014/main" id="{468326BC-9C66-4CFD-9E12-0CFCDC688542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7228775"/>
          <a:ext cx="6994525" cy="335280"/>
        </p:xfrm>
        <a:graphic>
          <a:graphicData uri="http://schemas.openxmlformats.org/drawingml/2006/table">
            <a:tbl>
              <a:tblPr/>
              <a:tblGrid>
                <a:gridCol w="69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28.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What transformations take place by graphing the function below in respect to its parent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function?  Check all that apply.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4B6502EB-5EE1-4170-B3E9-686B524AC6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4373" y="7531658"/>
          <a:ext cx="1384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84200" imgH="368280" progId="Equation.DSMT4">
                  <p:embed/>
                </p:oleObj>
              </mc:Choice>
              <mc:Fallback>
                <p:oleObj name="Equation" r:id="rId12" imgW="1384200" imgH="368280" progId="Equation.DSMT4">
                  <p:embed/>
                  <p:pic>
                    <p:nvPicPr>
                      <p:cNvPr id="94" name="Object 9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14373" y="7531658"/>
                        <a:ext cx="1384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" name="Text Box 30">
            <a:extLst>
              <a:ext uri="{FF2B5EF4-FFF2-40B4-BE49-F238E27FC236}">
                <a16:creationId xmlns:a16="http://schemas.microsoft.com/office/drawing/2014/main" id="{87534EB3-8126-4171-8D72-FC72B5A7C4CE}"/>
              </a:ext>
            </a:extLst>
          </p:cNvPr>
          <p:cNvSpPr txBox="1"/>
          <p:nvPr/>
        </p:nvSpPr>
        <p:spPr>
          <a:xfrm>
            <a:off x="1754642" y="8086763"/>
            <a:ext cx="884766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 9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7" name="Text Box 313">
            <a:extLst>
              <a:ext uri="{FF2B5EF4-FFF2-40B4-BE49-F238E27FC236}">
                <a16:creationId xmlns:a16="http://schemas.microsoft.com/office/drawing/2014/main" id="{CCF5EF16-B926-47D0-A8AB-EF3C65F773CE}"/>
              </a:ext>
            </a:extLst>
          </p:cNvPr>
          <p:cNvSpPr txBox="1"/>
          <p:nvPr/>
        </p:nvSpPr>
        <p:spPr>
          <a:xfrm>
            <a:off x="1754605" y="8458599"/>
            <a:ext cx="1038163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Down 9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8" name="Text Box 67">
            <a:extLst>
              <a:ext uri="{FF2B5EF4-FFF2-40B4-BE49-F238E27FC236}">
                <a16:creationId xmlns:a16="http://schemas.microsoft.com/office/drawing/2014/main" id="{E549E085-79A1-4D07-AC7D-1B2B7BB7F011}"/>
              </a:ext>
            </a:extLst>
          </p:cNvPr>
          <p:cNvSpPr txBox="1"/>
          <p:nvPr/>
        </p:nvSpPr>
        <p:spPr>
          <a:xfrm>
            <a:off x="1762225" y="9180734"/>
            <a:ext cx="1067654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Right 9 units</a:t>
            </a:r>
          </a:p>
        </p:txBody>
      </p:sp>
      <p:sp>
        <p:nvSpPr>
          <p:cNvPr id="209" name="Text Box 71">
            <a:extLst>
              <a:ext uri="{FF2B5EF4-FFF2-40B4-BE49-F238E27FC236}">
                <a16:creationId xmlns:a16="http://schemas.microsoft.com/office/drawing/2014/main" id="{9B2A1082-FB7D-45F0-B191-D52F2567F2C7}"/>
              </a:ext>
            </a:extLst>
          </p:cNvPr>
          <p:cNvSpPr txBox="1"/>
          <p:nvPr/>
        </p:nvSpPr>
        <p:spPr>
          <a:xfrm>
            <a:off x="3194822" y="8091074"/>
            <a:ext cx="884766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 4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0" name="Text Box 76">
            <a:extLst>
              <a:ext uri="{FF2B5EF4-FFF2-40B4-BE49-F238E27FC236}">
                <a16:creationId xmlns:a16="http://schemas.microsoft.com/office/drawing/2014/main" id="{DCE6F44A-D171-4F74-9B28-97D35EFDC42A}"/>
              </a:ext>
            </a:extLst>
          </p:cNvPr>
          <p:cNvSpPr txBox="1"/>
          <p:nvPr/>
        </p:nvSpPr>
        <p:spPr>
          <a:xfrm>
            <a:off x="3194785" y="8465659"/>
            <a:ext cx="1038163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Down 4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1" name="Text Box 84">
            <a:extLst>
              <a:ext uri="{FF2B5EF4-FFF2-40B4-BE49-F238E27FC236}">
                <a16:creationId xmlns:a16="http://schemas.microsoft.com/office/drawing/2014/main" id="{CF028866-AE88-4E99-9204-AFCAD9175B9F}"/>
              </a:ext>
            </a:extLst>
          </p:cNvPr>
          <p:cNvSpPr txBox="1"/>
          <p:nvPr/>
        </p:nvSpPr>
        <p:spPr>
          <a:xfrm>
            <a:off x="3202405" y="9166051"/>
            <a:ext cx="1067654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Right 4 units</a:t>
            </a:r>
          </a:p>
        </p:txBody>
      </p:sp>
      <p:sp>
        <p:nvSpPr>
          <p:cNvPr id="212" name="Text Box 88">
            <a:extLst>
              <a:ext uri="{FF2B5EF4-FFF2-40B4-BE49-F238E27FC236}">
                <a16:creationId xmlns:a16="http://schemas.microsoft.com/office/drawing/2014/main" id="{B5FDC2B2-3FC6-40D4-9AFE-EF6FCD8C482D}"/>
              </a:ext>
            </a:extLst>
          </p:cNvPr>
          <p:cNvSpPr txBox="1"/>
          <p:nvPr/>
        </p:nvSpPr>
        <p:spPr>
          <a:xfrm>
            <a:off x="4607069" y="8084242"/>
            <a:ext cx="1299033" cy="26491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Vertical Stretch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3" name="Text Box 320">
            <a:extLst>
              <a:ext uri="{FF2B5EF4-FFF2-40B4-BE49-F238E27FC236}">
                <a16:creationId xmlns:a16="http://schemas.microsoft.com/office/drawing/2014/main" id="{34A62E4A-E458-4558-AEC0-F17C58E83029}"/>
              </a:ext>
            </a:extLst>
          </p:cNvPr>
          <p:cNvSpPr txBox="1"/>
          <p:nvPr/>
        </p:nvSpPr>
        <p:spPr>
          <a:xfrm>
            <a:off x="4626332" y="8796962"/>
            <a:ext cx="1490581" cy="26491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Reflection in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-axis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4" name="Text Box 324">
            <a:extLst>
              <a:ext uri="{FF2B5EF4-FFF2-40B4-BE49-F238E27FC236}">
                <a16:creationId xmlns:a16="http://schemas.microsoft.com/office/drawing/2014/main" id="{5E308C00-F96E-404F-B8E2-63302E403CB3}"/>
              </a:ext>
            </a:extLst>
          </p:cNvPr>
          <p:cNvSpPr txBox="1"/>
          <p:nvPr/>
        </p:nvSpPr>
        <p:spPr>
          <a:xfrm>
            <a:off x="4640474" y="9160796"/>
            <a:ext cx="1527884" cy="26491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Reflection in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-axis</a:t>
            </a:r>
          </a:p>
        </p:txBody>
      </p:sp>
      <p:sp>
        <p:nvSpPr>
          <p:cNvPr id="216" name="Text Box 319">
            <a:extLst>
              <a:ext uri="{FF2B5EF4-FFF2-40B4-BE49-F238E27FC236}">
                <a16:creationId xmlns:a16="http://schemas.microsoft.com/office/drawing/2014/main" id="{395F19FE-B4BE-4DED-BFEC-B1A73DD5BB7B}"/>
              </a:ext>
            </a:extLst>
          </p:cNvPr>
          <p:cNvSpPr txBox="1"/>
          <p:nvPr/>
        </p:nvSpPr>
        <p:spPr>
          <a:xfrm>
            <a:off x="1762263" y="8814974"/>
            <a:ext cx="884767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 9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7" name="Text Box 80">
            <a:extLst>
              <a:ext uri="{FF2B5EF4-FFF2-40B4-BE49-F238E27FC236}">
                <a16:creationId xmlns:a16="http://schemas.microsoft.com/office/drawing/2014/main" id="{78B3F6D3-21F4-472A-AFE5-5CB28437683D}"/>
              </a:ext>
            </a:extLst>
          </p:cNvPr>
          <p:cNvSpPr txBox="1"/>
          <p:nvPr/>
        </p:nvSpPr>
        <p:spPr>
          <a:xfrm>
            <a:off x="3202442" y="8816739"/>
            <a:ext cx="884766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 4 units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8" name="Text Box 92">
            <a:extLst>
              <a:ext uri="{FF2B5EF4-FFF2-40B4-BE49-F238E27FC236}">
                <a16:creationId xmlns:a16="http://schemas.microsoft.com/office/drawing/2014/main" id="{F84E4EBE-F098-451C-8E06-ECBBFEEB43EC}"/>
              </a:ext>
            </a:extLst>
          </p:cNvPr>
          <p:cNvSpPr txBox="1"/>
          <p:nvPr/>
        </p:nvSpPr>
        <p:spPr>
          <a:xfrm>
            <a:off x="4602062" y="8439700"/>
            <a:ext cx="1768861" cy="26547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Vertical Compression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3">
            <a:extLst>
              <a:ext uri="{FF2B5EF4-FFF2-40B4-BE49-F238E27FC236}">
                <a16:creationId xmlns:a16="http://schemas.microsoft.com/office/drawing/2014/main" id="{99B33F9E-31C2-4D5B-AF48-EA201916F124}"/>
              </a:ext>
            </a:extLst>
          </p:cNvPr>
          <p:cNvSpPr/>
          <p:nvPr/>
        </p:nvSpPr>
        <p:spPr>
          <a:xfrm>
            <a:off x="423996" y="365648"/>
            <a:ext cx="57531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Graph each function and identify its key characteristics.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8D81CB4A-17E7-44E0-A039-6DE0465A9DCA}"/>
              </a:ext>
            </a:extLst>
          </p:cNvPr>
          <p:cNvSpPr/>
          <p:nvPr/>
        </p:nvSpPr>
        <p:spPr>
          <a:xfrm>
            <a:off x="427075" y="629900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29.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16" name="Object 215">
            <a:extLst>
              <a:ext uri="{FF2B5EF4-FFF2-40B4-BE49-F238E27FC236}">
                <a16:creationId xmlns:a16="http://schemas.microsoft.com/office/drawing/2014/main" id="{CEE7A103-D285-40A0-9F75-DEEC64809D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838" y="619125"/>
          <a:ext cx="1079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241200" progId="Equation.DSMT4">
                  <p:embed/>
                </p:oleObj>
              </mc:Choice>
              <mc:Fallback>
                <p:oleObj name="Equation" r:id="rId4" imgW="1079280" imgH="241200" progId="Equation.DSMT4">
                  <p:embed/>
                  <p:pic>
                    <p:nvPicPr>
                      <p:cNvPr id="1375" name="Object 137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1838" y="619125"/>
                        <a:ext cx="1079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" name="Rectangle 216">
            <a:extLst>
              <a:ext uri="{FF2B5EF4-FFF2-40B4-BE49-F238E27FC236}">
                <a16:creationId xmlns:a16="http://schemas.microsoft.com/office/drawing/2014/main" id="{CEA35A2F-7EA0-4AF2-8F4C-8F42159791B5}"/>
              </a:ext>
            </a:extLst>
          </p:cNvPr>
          <p:cNvSpPr/>
          <p:nvPr/>
        </p:nvSpPr>
        <p:spPr>
          <a:xfrm>
            <a:off x="417468" y="3024755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30.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C6BA5F91-3487-4DD7-9E65-6199105976B0}"/>
              </a:ext>
            </a:extLst>
          </p:cNvPr>
          <p:cNvSpPr/>
          <p:nvPr/>
        </p:nvSpPr>
        <p:spPr>
          <a:xfrm>
            <a:off x="417767" y="5500770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20" name="Object 219">
            <a:extLst>
              <a:ext uri="{FF2B5EF4-FFF2-40B4-BE49-F238E27FC236}">
                <a16:creationId xmlns:a16="http://schemas.microsoft.com/office/drawing/2014/main" id="{377CC358-64FE-45BE-96E1-DA554A8AC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3022600"/>
          <a:ext cx="952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200" imgH="241200" progId="Equation.DSMT4">
                  <p:embed/>
                </p:oleObj>
              </mc:Choice>
              <mc:Fallback>
                <p:oleObj name="Equation" r:id="rId6" imgW="952200" imgH="241200" progId="Equation.DSMT4">
                  <p:embed/>
                  <p:pic>
                    <p:nvPicPr>
                      <p:cNvPr id="1405" name="Object 140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5650" y="3022600"/>
                        <a:ext cx="952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" name="Object 220">
            <a:extLst>
              <a:ext uri="{FF2B5EF4-FFF2-40B4-BE49-F238E27FC236}">
                <a16:creationId xmlns:a16="http://schemas.microsoft.com/office/drawing/2014/main" id="{F2F26BEE-10DC-4484-A039-5A56219A75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138" y="5450837"/>
          <a:ext cx="1092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368280" progId="Equation.DSMT4">
                  <p:embed/>
                </p:oleObj>
              </mc:Choice>
              <mc:Fallback>
                <p:oleObj name="Equation" r:id="rId8" imgW="1091880" imgH="368280" progId="Equation.DSMT4">
                  <p:embed/>
                  <p:pic>
                    <p:nvPicPr>
                      <p:cNvPr id="1406" name="Object 140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9138" y="5450837"/>
                        <a:ext cx="1092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" name="Rectangle 221">
            <a:extLst>
              <a:ext uri="{FF2B5EF4-FFF2-40B4-BE49-F238E27FC236}">
                <a16:creationId xmlns:a16="http://schemas.microsoft.com/office/drawing/2014/main" id="{40DBA60B-72F7-46CD-8FB1-7FFE8B3B109E}"/>
              </a:ext>
            </a:extLst>
          </p:cNvPr>
          <p:cNvSpPr/>
          <p:nvPr/>
        </p:nvSpPr>
        <p:spPr>
          <a:xfrm>
            <a:off x="387528" y="7823723"/>
            <a:ext cx="6699072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Century Gothic" panose="020B0502020202020204" pitchFamily="34" charset="0"/>
                <a:ea typeface="Calibri" panose="020F0502020204030204" pitchFamily="34" charset="0"/>
              </a:rPr>
              <a:t>32.  </a:t>
            </a:r>
            <a:r>
              <a:rPr lang="en-US" sz="1150" dirty="0">
                <a:latin typeface="Century Gothic" panose="020B0502020202020204" pitchFamily="34" charset="0"/>
                <a:ea typeface="Calibri" panose="020F0502020204030204" pitchFamily="34" charset="0"/>
              </a:rPr>
              <a:t>Which of the following relations represent a one-to-one function?  Check all that apply.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5EBA0B64-3623-42E7-93D2-17904E52062C}"/>
              </a:ext>
            </a:extLst>
          </p:cNvPr>
          <p:cNvSpPr/>
          <p:nvPr/>
        </p:nvSpPr>
        <p:spPr>
          <a:xfrm>
            <a:off x="3657600" y="8230850"/>
            <a:ext cx="137160" cy="13716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E16065A-5802-4F56-A4BC-1B5B2F439CD6}"/>
              </a:ext>
            </a:extLst>
          </p:cNvPr>
          <p:cNvSpPr/>
          <p:nvPr/>
        </p:nvSpPr>
        <p:spPr>
          <a:xfrm>
            <a:off x="533400" y="8230850"/>
            <a:ext cx="137160" cy="13716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2835FCDA-1912-4F13-967C-3C8552748688}"/>
              </a:ext>
            </a:extLst>
          </p:cNvPr>
          <p:cNvSpPr/>
          <p:nvPr/>
        </p:nvSpPr>
        <p:spPr>
          <a:xfrm>
            <a:off x="5562600" y="8230850"/>
            <a:ext cx="137160" cy="13716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5CC9FD89-F91B-42B5-88DB-E79B36F1AABD}"/>
              </a:ext>
            </a:extLst>
          </p:cNvPr>
          <p:cNvSpPr/>
          <p:nvPr/>
        </p:nvSpPr>
        <p:spPr>
          <a:xfrm>
            <a:off x="1981200" y="8230850"/>
            <a:ext cx="137160" cy="13716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40" name="Table 239">
            <a:extLst>
              <a:ext uri="{FF2B5EF4-FFF2-40B4-BE49-F238E27FC236}">
                <a16:creationId xmlns:a16="http://schemas.microsoft.com/office/drawing/2014/main" id="{27EE7F2F-905C-449B-BFE3-8F49965B9E03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8307050"/>
          <a:ext cx="731520" cy="1089025"/>
        </p:xfrm>
        <a:graphic>
          <a:graphicData uri="http://schemas.openxmlformats.org/drawingml/2006/table">
            <a:tbl>
              <a:tblPr firstRow="1" firstCol="1" bandRow="1"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5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5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-10</a:t>
                      </a:r>
                      <a:endParaRPr lang="en-US" sz="1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S" sz="1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US" sz="1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41" name="Group 240">
            <a:extLst>
              <a:ext uri="{FF2B5EF4-FFF2-40B4-BE49-F238E27FC236}">
                <a16:creationId xmlns:a16="http://schemas.microsoft.com/office/drawing/2014/main" id="{64CAD194-D66D-4476-9DC2-3A60AB0A295E}"/>
              </a:ext>
            </a:extLst>
          </p:cNvPr>
          <p:cNvGrpSpPr/>
          <p:nvPr/>
        </p:nvGrpSpPr>
        <p:grpSpPr>
          <a:xfrm>
            <a:off x="4633912" y="796061"/>
            <a:ext cx="2620344" cy="2113977"/>
            <a:chOff x="4800600" y="808708"/>
            <a:chExt cx="2620344" cy="2113977"/>
          </a:xfrm>
        </p:grpSpPr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E572AD54-7D72-41C9-AD7B-56782EED95B8}"/>
                </a:ext>
              </a:extLst>
            </p:cNvPr>
            <p:cNvSpPr/>
            <p:nvPr/>
          </p:nvSpPr>
          <p:spPr>
            <a:xfrm>
              <a:off x="4800600" y="808708"/>
              <a:ext cx="2620344" cy="21139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 </a:t>
              </a: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Endpoint: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  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_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endParaRPr lang="en-US" dirty="0"/>
            </a:p>
          </p:txBody>
        </p:sp>
        <p:graphicFrame>
          <p:nvGraphicFramePr>
            <p:cNvPr id="243" name="Object 242">
              <a:extLst>
                <a:ext uri="{FF2B5EF4-FFF2-40B4-BE49-F238E27FC236}">
                  <a16:creationId xmlns:a16="http://schemas.microsoft.com/office/drawing/2014/main" id="{B8855A41-1F33-4CEF-8AE7-12393F1366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1789846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79360" imgH="139680" progId="Equation.DSMT4">
                    <p:embed/>
                  </p:oleObj>
                </mc:Choice>
                <mc:Fallback>
                  <p:oleObj name="Equation" r:id="rId10" imgW="279360" imgH="139680" progId="Equation.DSMT4">
                    <p:embed/>
                    <p:pic>
                      <p:nvPicPr>
                        <p:cNvPr id="70" name="Object 69">
                          <a:extLst>
                            <a:ext uri="{FF2B5EF4-FFF2-40B4-BE49-F238E27FC236}">
                              <a16:creationId xmlns:a16="http://schemas.microsoft.com/office/drawing/2014/main" id="{C08DC0BA-81C1-4EC3-8485-E2C697C0C6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105400" y="1789846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4" name="Object 243">
              <a:extLst>
                <a:ext uri="{FF2B5EF4-FFF2-40B4-BE49-F238E27FC236}">
                  <a16:creationId xmlns:a16="http://schemas.microsoft.com/office/drawing/2014/main" id="{DDD82445-8C6A-43EC-9646-1565EAF929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84818" y="1738362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95000" imgH="203040" progId="Equation.DSMT4">
                    <p:embed/>
                  </p:oleObj>
                </mc:Choice>
                <mc:Fallback>
                  <p:oleObj name="Equation" r:id="rId12" imgW="495000" imgH="203040" progId="Equation.DSMT4">
                    <p:embed/>
                    <p:pic>
                      <p:nvPicPr>
                        <p:cNvPr id="71" name="Object 70">
                          <a:extLst>
                            <a:ext uri="{FF2B5EF4-FFF2-40B4-BE49-F238E27FC236}">
                              <a16:creationId xmlns:a16="http://schemas.microsoft.com/office/drawing/2014/main" id="{AA76BFE0-80C4-4076-912B-AFA72320F27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884818" y="1738362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" name="Object 244">
              <a:extLst>
                <a:ext uri="{FF2B5EF4-FFF2-40B4-BE49-F238E27FC236}">
                  <a16:creationId xmlns:a16="http://schemas.microsoft.com/office/drawing/2014/main" id="{AE50CE5A-7E1F-4014-89F4-6ED89E9531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2040897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79360" imgH="139680" progId="Equation.DSMT4">
                    <p:embed/>
                  </p:oleObj>
                </mc:Choice>
                <mc:Fallback>
                  <p:oleObj name="Equation" r:id="rId14" imgW="279360" imgH="139680" progId="Equation.DSMT4">
                    <p:embed/>
                    <p:pic>
                      <p:nvPicPr>
                        <p:cNvPr id="72" name="Object 71">
                          <a:extLst>
                            <a:ext uri="{FF2B5EF4-FFF2-40B4-BE49-F238E27FC236}">
                              <a16:creationId xmlns:a16="http://schemas.microsoft.com/office/drawing/2014/main" id="{4DF2187C-9B08-4D9A-9790-3DA5F9654D0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105400" y="2040897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" name="Object 245">
              <a:extLst>
                <a:ext uri="{FF2B5EF4-FFF2-40B4-BE49-F238E27FC236}">
                  <a16:creationId xmlns:a16="http://schemas.microsoft.com/office/drawing/2014/main" id="{0300315F-3CDC-4A8C-8D6D-A209CB5E94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84818" y="1990486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95000" imgH="203040" progId="Equation.DSMT4">
                    <p:embed/>
                  </p:oleObj>
                </mc:Choice>
                <mc:Fallback>
                  <p:oleObj name="Equation" r:id="rId16" imgW="495000" imgH="203040" progId="Equation.DSMT4">
                    <p:embed/>
                    <p:pic>
                      <p:nvPicPr>
                        <p:cNvPr id="73" name="Object 72">
                          <a:extLst>
                            <a:ext uri="{FF2B5EF4-FFF2-40B4-BE49-F238E27FC236}">
                              <a16:creationId xmlns:a16="http://schemas.microsoft.com/office/drawing/2014/main" id="{C365B2F1-3032-4C2B-B538-B06E5B6B28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884818" y="1990486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2708CE5B-C854-4AE5-8E86-92A7CE27566E}"/>
              </a:ext>
            </a:extLst>
          </p:cNvPr>
          <p:cNvGrpSpPr/>
          <p:nvPr/>
        </p:nvGrpSpPr>
        <p:grpSpPr>
          <a:xfrm>
            <a:off x="4633912" y="3183992"/>
            <a:ext cx="2620344" cy="2113977"/>
            <a:chOff x="4800600" y="808708"/>
            <a:chExt cx="2620344" cy="2113977"/>
          </a:xfrm>
        </p:grpSpPr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E6C020BC-BC8B-4B34-B41A-D872DF5106FB}"/>
                </a:ext>
              </a:extLst>
            </p:cNvPr>
            <p:cNvSpPr/>
            <p:nvPr/>
          </p:nvSpPr>
          <p:spPr>
            <a:xfrm>
              <a:off x="4800600" y="808708"/>
              <a:ext cx="2620344" cy="21139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 </a:t>
              </a: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Point of Inflection: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  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_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endParaRPr lang="en-US" dirty="0"/>
            </a:p>
          </p:txBody>
        </p:sp>
        <p:graphicFrame>
          <p:nvGraphicFramePr>
            <p:cNvPr id="289" name="Object 288">
              <a:extLst>
                <a:ext uri="{FF2B5EF4-FFF2-40B4-BE49-F238E27FC236}">
                  <a16:creationId xmlns:a16="http://schemas.microsoft.com/office/drawing/2014/main" id="{4A6BD0E2-AACF-4677-B6B6-4C64FD9396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1789846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79360" imgH="139680" progId="Equation.DSMT4">
                    <p:embed/>
                  </p:oleObj>
                </mc:Choice>
                <mc:Fallback>
                  <p:oleObj name="Equation" r:id="rId10" imgW="279360" imgH="139680" progId="Equation.DSMT4">
                    <p:embed/>
                    <p:pic>
                      <p:nvPicPr>
                        <p:cNvPr id="116" name="Object 115">
                          <a:extLst>
                            <a:ext uri="{FF2B5EF4-FFF2-40B4-BE49-F238E27FC236}">
                              <a16:creationId xmlns:a16="http://schemas.microsoft.com/office/drawing/2014/main" id="{73E10F3A-2DBF-4C8C-B622-57595D0D1A3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105400" y="1789846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0" name="Object 289">
              <a:extLst>
                <a:ext uri="{FF2B5EF4-FFF2-40B4-BE49-F238E27FC236}">
                  <a16:creationId xmlns:a16="http://schemas.microsoft.com/office/drawing/2014/main" id="{FAD121E1-50CE-433B-98F8-4DAE6FD628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84818" y="1738362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95000" imgH="203040" progId="Equation.DSMT4">
                    <p:embed/>
                  </p:oleObj>
                </mc:Choice>
                <mc:Fallback>
                  <p:oleObj name="Equation" r:id="rId12" imgW="495000" imgH="203040" progId="Equation.DSMT4">
                    <p:embed/>
                    <p:pic>
                      <p:nvPicPr>
                        <p:cNvPr id="117" name="Object 116">
                          <a:extLst>
                            <a:ext uri="{FF2B5EF4-FFF2-40B4-BE49-F238E27FC236}">
                              <a16:creationId xmlns:a16="http://schemas.microsoft.com/office/drawing/2014/main" id="{2591E282-BEEF-4340-86AD-3FEB5AB9B92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884818" y="1738362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1" name="Object 290">
              <a:extLst>
                <a:ext uri="{FF2B5EF4-FFF2-40B4-BE49-F238E27FC236}">
                  <a16:creationId xmlns:a16="http://schemas.microsoft.com/office/drawing/2014/main" id="{128DE0DB-FFB9-459B-8772-7B68D0C0F9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2040897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79360" imgH="139680" progId="Equation.DSMT4">
                    <p:embed/>
                  </p:oleObj>
                </mc:Choice>
                <mc:Fallback>
                  <p:oleObj name="Equation" r:id="rId14" imgW="279360" imgH="139680" progId="Equation.DSMT4">
                    <p:embed/>
                    <p:pic>
                      <p:nvPicPr>
                        <p:cNvPr id="118" name="Object 117">
                          <a:extLst>
                            <a:ext uri="{FF2B5EF4-FFF2-40B4-BE49-F238E27FC236}">
                              <a16:creationId xmlns:a16="http://schemas.microsoft.com/office/drawing/2014/main" id="{9C995262-033E-40D0-A2F7-6ADA6366F50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105400" y="2040897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2" name="Object 291">
              <a:extLst>
                <a:ext uri="{FF2B5EF4-FFF2-40B4-BE49-F238E27FC236}">
                  <a16:creationId xmlns:a16="http://schemas.microsoft.com/office/drawing/2014/main" id="{C1F26A48-4C10-46CB-854A-1ACF0366EB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84818" y="1990486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95000" imgH="203040" progId="Equation.DSMT4">
                    <p:embed/>
                  </p:oleObj>
                </mc:Choice>
                <mc:Fallback>
                  <p:oleObj name="Equation" r:id="rId16" imgW="495000" imgH="203040" progId="Equation.DSMT4">
                    <p:embed/>
                    <p:pic>
                      <p:nvPicPr>
                        <p:cNvPr id="119" name="Object 118">
                          <a:extLst>
                            <a:ext uri="{FF2B5EF4-FFF2-40B4-BE49-F238E27FC236}">
                              <a16:creationId xmlns:a16="http://schemas.microsoft.com/office/drawing/2014/main" id="{8D1F5A4B-D72E-4C6C-AB08-7C5E4BFCCEC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884818" y="1990486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68763A02-2BA7-474E-B9A0-D985A3D8273F}"/>
              </a:ext>
            </a:extLst>
          </p:cNvPr>
          <p:cNvGrpSpPr/>
          <p:nvPr/>
        </p:nvGrpSpPr>
        <p:grpSpPr>
          <a:xfrm>
            <a:off x="4633912" y="5571923"/>
            <a:ext cx="2620344" cy="2113977"/>
            <a:chOff x="4800600" y="808708"/>
            <a:chExt cx="2620344" cy="2113977"/>
          </a:xfrm>
        </p:grpSpPr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19F99FAA-F7B3-487E-98D9-71B0702981EC}"/>
                </a:ext>
              </a:extLst>
            </p:cNvPr>
            <p:cNvSpPr/>
            <p:nvPr/>
          </p:nvSpPr>
          <p:spPr>
            <a:xfrm>
              <a:off x="4800600" y="808708"/>
              <a:ext cx="2620344" cy="21139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 </a:t>
              </a: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Endpoint: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  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_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endParaRPr lang="en-US" dirty="0"/>
            </a:p>
          </p:txBody>
        </p:sp>
        <p:graphicFrame>
          <p:nvGraphicFramePr>
            <p:cNvPr id="295" name="Object 294">
              <a:extLst>
                <a:ext uri="{FF2B5EF4-FFF2-40B4-BE49-F238E27FC236}">
                  <a16:creationId xmlns:a16="http://schemas.microsoft.com/office/drawing/2014/main" id="{2C6828C9-0557-4ACE-B999-2FED90E92D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1789846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79360" imgH="139680" progId="Equation.DSMT4">
                    <p:embed/>
                  </p:oleObj>
                </mc:Choice>
                <mc:Fallback>
                  <p:oleObj name="Equation" r:id="rId10" imgW="279360" imgH="139680" progId="Equation.DSMT4">
                    <p:embed/>
                    <p:pic>
                      <p:nvPicPr>
                        <p:cNvPr id="122" name="Object 121">
                          <a:extLst>
                            <a:ext uri="{FF2B5EF4-FFF2-40B4-BE49-F238E27FC236}">
                              <a16:creationId xmlns:a16="http://schemas.microsoft.com/office/drawing/2014/main" id="{C93C78BB-E62F-4345-8516-9D4889DEC41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105400" y="1789846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6" name="Object 295">
              <a:extLst>
                <a:ext uri="{FF2B5EF4-FFF2-40B4-BE49-F238E27FC236}">
                  <a16:creationId xmlns:a16="http://schemas.microsoft.com/office/drawing/2014/main" id="{00C02548-3D39-4723-BA48-76F8CF073C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84818" y="1738362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95000" imgH="203040" progId="Equation.DSMT4">
                    <p:embed/>
                  </p:oleObj>
                </mc:Choice>
                <mc:Fallback>
                  <p:oleObj name="Equation" r:id="rId12" imgW="495000" imgH="203040" progId="Equation.DSMT4">
                    <p:embed/>
                    <p:pic>
                      <p:nvPicPr>
                        <p:cNvPr id="123" name="Object 122">
                          <a:extLst>
                            <a:ext uri="{FF2B5EF4-FFF2-40B4-BE49-F238E27FC236}">
                              <a16:creationId xmlns:a16="http://schemas.microsoft.com/office/drawing/2014/main" id="{C6EEC9DF-AF30-40FD-8331-5CF80316998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884818" y="1738362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" name="Object 296">
              <a:extLst>
                <a:ext uri="{FF2B5EF4-FFF2-40B4-BE49-F238E27FC236}">
                  <a16:creationId xmlns:a16="http://schemas.microsoft.com/office/drawing/2014/main" id="{69E942BA-0B85-47CA-A2B0-D5D56043F5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2040897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79360" imgH="139680" progId="Equation.DSMT4">
                    <p:embed/>
                  </p:oleObj>
                </mc:Choice>
                <mc:Fallback>
                  <p:oleObj name="Equation" r:id="rId14" imgW="279360" imgH="139680" progId="Equation.DSMT4">
                    <p:embed/>
                    <p:pic>
                      <p:nvPicPr>
                        <p:cNvPr id="124" name="Object 123">
                          <a:extLst>
                            <a:ext uri="{FF2B5EF4-FFF2-40B4-BE49-F238E27FC236}">
                              <a16:creationId xmlns:a16="http://schemas.microsoft.com/office/drawing/2014/main" id="{A3F568B7-E9BC-465A-B2C5-EE6CE633658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105400" y="2040897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8" name="Object 297">
              <a:extLst>
                <a:ext uri="{FF2B5EF4-FFF2-40B4-BE49-F238E27FC236}">
                  <a16:creationId xmlns:a16="http://schemas.microsoft.com/office/drawing/2014/main" id="{FEC29DDA-3997-4655-9967-54AF44A4D2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84818" y="1990486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95000" imgH="203040" progId="Equation.DSMT4">
                    <p:embed/>
                  </p:oleObj>
                </mc:Choice>
                <mc:Fallback>
                  <p:oleObj name="Equation" r:id="rId16" imgW="495000" imgH="203040" progId="Equation.DSMT4">
                    <p:embed/>
                    <p:pic>
                      <p:nvPicPr>
                        <p:cNvPr id="125" name="Object 124">
                          <a:extLst>
                            <a:ext uri="{FF2B5EF4-FFF2-40B4-BE49-F238E27FC236}">
                              <a16:creationId xmlns:a16="http://schemas.microsoft.com/office/drawing/2014/main" id="{67C84354-9B93-47DD-A69F-C93300ADD4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884818" y="1990486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910DA4B-45C8-4F5C-9380-7DF64C5C904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09800" y="609600"/>
            <a:ext cx="2438611" cy="24386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9A168C-557D-4791-AF1A-3B9696427BC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09800" y="3033090"/>
            <a:ext cx="2438611" cy="24386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3A21D1-4004-4E00-AAFD-E5D23F21951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09800" y="5420140"/>
            <a:ext cx="2438611" cy="2438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6D8B06-20D0-495F-9066-D723C1053E6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0" y="8077200"/>
            <a:ext cx="1621677" cy="16216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11FD79-2D5C-4B58-B901-E9295939601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0" y="8086330"/>
            <a:ext cx="1621677" cy="16216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6C19D5-29CB-4A95-8A6A-F7BD923F2C6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62200" y="8077200"/>
            <a:ext cx="1170533" cy="1292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7EF293-A219-46F1-88F1-7672285F7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840" y="3979795"/>
            <a:ext cx="920576" cy="896190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038E4DBD-BDDF-403A-AF37-E19FC9F09611}"/>
              </a:ext>
            </a:extLst>
          </p:cNvPr>
          <p:cNvSpPr/>
          <p:nvPr/>
        </p:nvSpPr>
        <p:spPr>
          <a:xfrm>
            <a:off x="435102" y="455728"/>
            <a:ext cx="68961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33.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Write the inverse of the function below.  Graph both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functions to verify the relationship.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D2901D0-D3CA-4C1E-9A5C-C66CADBB0408}"/>
              </a:ext>
            </a:extLst>
          </p:cNvPr>
          <p:cNvGrpSpPr/>
          <p:nvPr/>
        </p:nvGrpSpPr>
        <p:grpSpPr>
          <a:xfrm>
            <a:off x="838200" y="2359607"/>
            <a:ext cx="3363083" cy="395605"/>
            <a:chOff x="-34605" y="-2593"/>
            <a:chExt cx="3364175" cy="395605"/>
          </a:xfrm>
        </p:grpSpPr>
        <p:sp>
          <p:nvSpPr>
            <p:cNvPr id="89" name="Text Box 142">
              <a:extLst>
                <a:ext uri="{FF2B5EF4-FFF2-40B4-BE49-F238E27FC236}">
                  <a16:creationId xmlns:a16="http://schemas.microsoft.com/office/drawing/2014/main" id="{A289C0F2-76C3-4D9E-9626-9FBAFCB71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9198" y="-2593"/>
              <a:ext cx="1990372" cy="39560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90" name="Text Box 143">
              <a:extLst>
                <a:ext uri="{FF2B5EF4-FFF2-40B4-BE49-F238E27FC236}">
                  <a16:creationId xmlns:a16="http://schemas.microsoft.com/office/drawing/2014/main" id="{4BAB547A-E5DD-42F9-A2BC-D181DC8D151A}"/>
                </a:ext>
              </a:extLst>
            </p:cNvPr>
            <p:cNvSpPr txBox="1"/>
            <p:nvPr/>
          </p:nvSpPr>
          <p:spPr>
            <a:xfrm>
              <a:off x="-34605" y="84525"/>
              <a:ext cx="1490703" cy="23820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Inverse Function: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DDFFD523-32D5-4622-ADCB-20101D6814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900" y="994043"/>
          <a:ext cx="1054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368280" progId="Equation.DSMT4">
                  <p:embed/>
                </p:oleObj>
              </mc:Choice>
              <mc:Fallback>
                <p:oleObj name="Equation" r:id="rId4" imgW="1054080" imgH="368280" progId="Equation.DSMT4">
                  <p:embed/>
                  <p:pic>
                    <p:nvPicPr>
                      <p:cNvPr id="485" name="Object 48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0900" y="994043"/>
                        <a:ext cx="1054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A2767218-8D6D-48EE-9A77-D435C68BFD82}"/>
              </a:ext>
            </a:extLst>
          </p:cNvPr>
          <p:cNvSpPr/>
          <p:nvPr/>
        </p:nvSpPr>
        <p:spPr>
          <a:xfrm>
            <a:off x="401959" y="2896299"/>
            <a:ext cx="715137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Determine whether the functions below are inverse functions.  Prove your answer algebraically.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483C0DA-A41B-4B0D-8360-A12C41CEE941}"/>
              </a:ext>
            </a:extLst>
          </p:cNvPr>
          <p:cNvSpPr/>
          <p:nvPr/>
        </p:nvSpPr>
        <p:spPr>
          <a:xfrm>
            <a:off x="448057" y="6893496"/>
            <a:ext cx="222368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BONUS: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Solve the equation: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14" name="Text Box 528">
            <a:extLst>
              <a:ext uri="{FF2B5EF4-FFF2-40B4-BE49-F238E27FC236}">
                <a16:creationId xmlns:a16="http://schemas.microsoft.com/office/drawing/2014/main" id="{091B5BF5-7A2D-43C0-B1DF-FD5D49734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150" y="9161485"/>
            <a:ext cx="1463040" cy="39560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571B3D8-FCBA-4BB3-98C1-E06012A71084}"/>
              </a:ext>
            </a:extLst>
          </p:cNvPr>
          <p:cNvGrpSpPr/>
          <p:nvPr/>
        </p:nvGrpSpPr>
        <p:grpSpPr>
          <a:xfrm>
            <a:off x="437121" y="3143297"/>
            <a:ext cx="2457045" cy="368300"/>
            <a:chOff x="400050" y="3126821"/>
            <a:chExt cx="2457045" cy="36830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E800449-4A12-43D2-9F49-64D46F2A9D3E}"/>
                </a:ext>
              </a:extLst>
            </p:cNvPr>
            <p:cNvSpPr/>
            <p:nvPr/>
          </p:nvSpPr>
          <p:spPr>
            <a:xfrm>
              <a:off x="400050" y="3184851"/>
              <a:ext cx="393056" cy="2693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34.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graphicFrame>
          <p:nvGraphicFramePr>
            <p:cNvPr id="117" name="Object 116">
              <a:extLst>
                <a:ext uri="{FF2B5EF4-FFF2-40B4-BE49-F238E27FC236}">
                  <a16:creationId xmlns:a16="http://schemas.microsoft.com/office/drawing/2014/main" id="{991C0DF1-BB59-417C-815F-0382DB8A5D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3731" y="3126821"/>
            <a:ext cx="8890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88840" imgH="368280" progId="Equation.DSMT4">
                    <p:embed/>
                  </p:oleObj>
                </mc:Choice>
                <mc:Fallback>
                  <p:oleObj name="Equation" r:id="rId6" imgW="888840" imgH="368280" progId="Equation.DSMT4">
                    <p:embed/>
                    <p:pic>
                      <p:nvPicPr>
                        <p:cNvPr id="511" name="Object 510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13731" y="3126821"/>
                          <a:ext cx="8890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5C1FE32-D540-4CA0-A648-8C907E15C0B1}"/>
                </a:ext>
              </a:extLst>
            </p:cNvPr>
            <p:cNvSpPr/>
            <p:nvPr/>
          </p:nvSpPr>
          <p:spPr>
            <a:xfrm>
              <a:off x="1558667" y="3177704"/>
              <a:ext cx="502920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latin typeface="Century Gothic" panose="020B0502020202020204" pitchFamily="34" charset="0"/>
                  <a:ea typeface="Calibri" panose="020F0502020204030204" pitchFamily="34" charset="0"/>
                </a:rPr>
                <a:t>and</a:t>
              </a:r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 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graphicFrame>
          <p:nvGraphicFramePr>
            <p:cNvPr id="119" name="Object 118">
              <a:extLst>
                <a:ext uri="{FF2B5EF4-FFF2-40B4-BE49-F238E27FC236}">
                  <a16:creationId xmlns:a16="http://schemas.microsoft.com/office/drawing/2014/main" id="{16B65529-9CF2-4928-BEFF-82547F3690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095" y="3213969"/>
            <a:ext cx="8890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88840" imgH="203040" progId="Equation.DSMT4">
                    <p:embed/>
                  </p:oleObj>
                </mc:Choice>
                <mc:Fallback>
                  <p:oleObj name="Equation" r:id="rId8" imgW="888840" imgH="203040" progId="Equation.DSMT4">
                    <p:embed/>
                    <p:pic>
                      <p:nvPicPr>
                        <p:cNvPr id="514" name="Object 513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968095" y="3213969"/>
                          <a:ext cx="8890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3DEAB59-2000-4CF1-9550-A2BC9D057983}"/>
              </a:ext>
            </a:extLst>
          </p:cNvPr>
          <p:cNvGrpSpPr/>
          <p:nvPr/>
        </p:nvGrpSpPr>
        <p:grpSpPr>
          <a:xfrm>
            <a:off x="436877" y="4970463"/>
            <a:ext cx="3120711" cy="368300"/>
            <a:chOff x="416282" y="4958106"/>
            <a:chExt cx="3120711" cy="368300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DC0FB4D-B381-4344-B6CA-B3B9B7547582}"/>
                </a:ext>
              </a:extLst>
            </p:cNvPr>
            <p:cNvSpPr/>
            <p:nvPr/>
          </p:nvSpPr>
          <p:spPr>
            <a:xfrm>
              <a:off x="416282" y="5029200"/>
              <a:ext cx="434734" cy="2693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35. 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E063471-82A6-4B53-9101-B5C9530EAD63}"/>
                </a:ext>
              </a:extLst>
            </p:cNvPr>
            <p:cNvSpPr/>
            <p:nvPr/>
          </p:nvSpPr>
          <p:spPr>
            <a:xfrm>
              <a:off x="1614072" y="5011169"/>
              <a:ext cx="518091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latin typeface="Century Gothic" panose="020B0502020202020204" pitchFamily="34" charset="0"/>
                  <a:ea typeface="Calibri" panose="020F0502020204030204" pitchFamily="34" charset="0"/>
                </a:rPr>
                <a:t>and</a:t>
              </a:r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 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graphicFrame>
          <p:nvGraphicFramePr>
            <p:cNvPr id="123" name="Object 122">
              <a:extLst>
                <a:ext uri="{FF2B5EF4-FFF2-40B4-BE49-F238E27FC236}">
                  <a16:creationId xmlns:a16="http://schemas.microsoft.com/office/drawing/2014/main" id="{7E151CF0-E312-409D-8D17-3A63BE1496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3185" y="5011169"/>
            <a:ext cx="952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952200" imgH="241200" progId="Equation.DSMT4">
                    <p:embed/>
                  </p:oleObj>
                </mc:Choice>
                <mc:Fallback>
                  <p:oleObj name="Equation" r:id="rId10" imgW="952200" imgH="241200" progId="Equation.DSMT4">
                    <p:embed/>
                    <p:pic>
                      <p:nvPicPr>
                        <p:cNvPr id="515" name="Object 51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33185" y="5011169"/>
                          <a:ext cx="952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4" name="Object 123">
              <a:extLst>
                <a:ext uri="{FF2B5EF4-FFF2-40B4-BE49-F238E27FC236}">
                  <a16:creationId xmlns:a16="http://schemas.microsoft.com/office/drawing/2014/main" id="{2754F6A6-CF39-4A74-AC38-9A0C28B1EC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7142071"/>
                </p:ext>
              </p:extLst>
            </p:nvPr>
          </p:nvGraphicFramePr>
          <p:xfrm>
            <a:off x="2012993" y="4958106"/>
            <a:ext cx="15240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3880" imgH="368280" progId="Equation.DSMT4">
                    <p:embed/>
                  </p:oleObj>
                </mc:Choice>
                <mc:Fallback>
                  <p:oleObj name="Equation" r:id="rId12" imgW="1523880" imgH="368280" progId="Equation.DSMT4">
                    <p:embed/>
                    <p:pic>
                      <p:nvPicPr>
                        <p:cNvPr id="516" name="Object 515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012993" y="4958106"/>
                          <a:ext cx="15240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5" name="Object 124">
            <a:extLst>
              <a:ext uri="{FF2B5EF4-FFF2-40B4-BE49-F238E27FC236}">
                <a16:creationId xmlns:a16="http://schemas.microsoft.com/office/drawing/2014/main" id="{F36E317F-93F2-4FE0-86F6-CE41F86B66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6875017"/>
          <a:ext cx="1092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91880" imgH="241200" progId="Equation.DSMT4">
                  <p:embed/>
                </p:oleObj>
              </mc:Choice>
              <mc:Fallback>
                <p:oleObj name="Equation" r:id="rId14" imgW="1091880" imgH="241200" progId="Equation.DSMT4">
                  <p:embed/>
                  <p:pic>
                    <p:nvPicPr>
                      <p:cNvPr id="517" name="Object 5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14600" y="6875017"/>
                        <a:ext cx="1092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F9AABD6-854D-4F93-89BE-4024B4D33E2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6800" y="457200"/>
            <a:ext cx="2438611" cy="2438611"/>
          </a:xfrm>
          <a:prstGeom prst="rect">
            <a:avLst/>
          </a:prstGeom>
        </p:spPr>
      </p:pic>
      <p:sp>
        <p:nvSpPr>
          <p:cNvPr id="166" name="Text Box 150">
            <a:extLst>
              <a:ext uri="{FF2B5EF4-FFF2-40B4-BE49-F238E27FC236}">
                <a16:creationId xmlns:a16="http://schemas.microsoft.com/office/drawing/2014/main" id="{BBB65663-A3AA-4FFA-9027-AC6AF09927FB}"/>
              </a:ext>
            </a:extLst>
          </p:cNvPr>
          <p:cNvSpPr txBox="1"/>
          <p:nvPr/>
        </p:nvSpPr>
        <p:spPr>
          <a:xfrm>
            <a:off x="6573903" y="4097777"/>
            <a:ext cx="485628" cy="26176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</a:p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7" name="Text Box 154">
            <a:extLst>
              <a:ext uri="{FF2B5EF4-FFF2-40B4-BE49-F238E27FC236}">
                <a16:creationId xmlns:a16="http://schemas.microsoft.com/office/drawing/2014/main" id="{3825CA3A-248E-4AF6-924D-C67D281BB9C5}"/>
              </a:ext>
            </a:extLst>
          </p:cNvPr>
          <p:cNvSpPr txBox="1"/>
          <p:nvPr/>
        </p:nvSpPr>
        <p:spPr>
          <a:xfrm>
            <a:off x="6595258" y="4491503"/>
            <a:ext cx="451550" cy="26176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</a:p>
        </p:txBody>
      </p: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353F76A-18E2-45AB-9B23-2A696044D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115" y="5862430"/>
            <a:ext cx="920576" cy="896190"/>
          </a:xfrm>
          <a:prstGeom prst="rect">
            <a:avLst/>
          </a:prstGeom>
        </p:spPr>
      </p:pic>
      <p:sp>
        <p:nvSpPr>
          <p:cNvPr id="169" name="Text Box 150">
            <a:extLst>
              <a:ext uri="{FF2B5EF4-FFF2-40B4-BE49-F238E27FC236}">
                <a16:creationId xmlns:a16="http://schemas.microsoft.com/office/drawing/2014/main" id="{2CAC6F07-472D-42B4-92C3-03198E9B83B3}"/>
              </a:ext>
            </a:extLst>
          </p:cNvPr>
          <p:cNvSpPr txBox="1"/>
          <p:nvPr/>
        </p:nvSpPr>
        <p:spPr>
          <a:xfrm>
            <a:off x="6611178" y="5980412"/>
            <a:ext cx="485628" cy="26176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</a:p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0" name="Text Box 154">
            <a:extLst>
              <a:ext uri="{FF2B5EF4-FFF2-40B4-BE49-F238E27FC236}">
                <a16:creationId xmlns:a16="http://schemas.microsoft.com/office/drawing/2014/main" id="{DE6C32E0-AE69-4AD8-959D-F1CCF65B7B75}"/>
              </a:ext>
            </a:extLst>
          </p:cNvPr>
          <p:cNvSpPr txBox="1"/>
          <p:nvPr/>
        </p:nvSpPr>
        <p:spPr>
          <a:xfrm>
            <a:off x="6632533" y="6374138"/>
            <a:ext cx="451550" cy="26176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884</Words>
  <Application>Microsoft Office PowerPoint</Application>
  <PresentationFormat>Custom</PresentationFormat>
  <Paragraphs>130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Century Gothic</vt:lpstr>
      <vt:lpstr>Tahoma</vt:lpstr>
      <vt:lpstr>Times New Roman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- 21 - Unit 6 Test</dc:title>
  <dc:creator>allth</dc:creator>
  <cp:lastModifiedBy>Gina Wilson</cp:lastModifiedBy>
  <cp:revision>56</cp:revision>
  <dcterms:created xsi:type="dcterms:W3CDTF">2017-11-01T08:17:26Z</dcterms:created>
  <dcterms:modified xsi:type="dcterms:W3CDTF">2025-01-03T13:17:47Z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2015-11-06T00:00:00Z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2017-11-01T00:00:00Z</vt:filetime>
  </property>
</Properties>
</file>