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46" d="100"/>
          <a:sy n="46" d="100"/>
        </p:scale>
        <p:origin x="136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4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3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2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27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0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3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4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2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1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1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0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61144-9518-4009-8BB6-9DFBDEE9C078}" type="datetimeFigureOut">
              <a:rPr lang="en-US" smtClean="0"/>
              <a:t>6/16/2021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E7D5B-28A5-4077-954A-326ED4F61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0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6.bin"/><Relationship Id="rId25" Type="http://schemas.openxmlformats.org/officeDocument/2006/relationships/image" Target="../media/image19.png"/><Relationship Id="rId2" Type="http://schemas.openxmlformats.org/officeDocument/2006/relationships/image" Target="../media/image10.JPG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18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24" Type="http://schemas.openxmlformats.org/officeDocument/2006/relationships/oleObject" Target="../embeddings/oleObject22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21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wmf"/><Relationship Id="rId22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082508-7DC6-4243-8D8D-5590D8362346}"/>
              </a:ext>
            </a:extLst>
          </p:cNvPr>
          <p:cNvSpPr/>
          <p:nvPr/>
        </p:nvSpPr>
        <p:spPr>
          <a:xfrm>
            <a:off x="543498" y="1644268"/>
            <a:ext cx="6438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I: Radical Equations –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 each equation.  Be sure to check for extraneous solutions.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4291D8-6AB3-401B-8CEF-99ED3EB490A3}"/>
              </a:ext>
            </a:extLst>
          </p:cNvPr>
          <p:cNvSpPr/>
          <p:nvPr/>
        </p:nvSpPr>
        <p:spPr>
          <a:xfrm>
            <a:off x="544417" y="193805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781EF3-9609-41E1-BD3D-E9C3BC611627}"/>
              </a:ext>
            </a:extLst>
          </p:cNvPr>
          <p:cNvSpPr/>
          <p:nvPr/>
        </p:nvSpPr>
        <p:spPr>
          <a:xfrm>
            <a:off x="3014949" y="1938051"/>
            <a:ext cx="3754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85CCE-5D18-43BE-8848-BF8B2A929C6E}"/>
              </a:ext>
            </a:extLst>
          </p:cNvPr>
          <p:cNvSpPr/>
          <p:nvPr/>
        </p:nvSpPr>
        <p:spPr>
          <a:xfrm>
            <a:off x="544417" y="400554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F0210-E22A-4586-B19C-68B29D2F6AA2}"/>
              </a:ext>
            </a:extLst>
          </p:cNvPr>
          <p:cNvSpPr/>
          <p:nvPr/>
        </p:nvSpPr>
        <p:spPr>
          <a:xfrm>
            <a:off x="3014949" y="4005549"/>
            <a:ext cx="39387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B7B3A-3841-4B53-BE85-BE9DDD876663}"/>
              </a:ext>
            </a:extLst>
          </p:cNvPr>
          <p:cNvSpPr/>
          <p:nvPr/>
        </p:nvSpPr>
        <p:spPr>
          <a:xfrm>
            <a:off x="533400" y="586740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81A1F7-0A19-4A82-8B0E-30D999AC6620}"/>
              </a:ext>
            </a:extLst>
          </p:cNvPr>
          <p:cNvSpPr/>
          <p:nvPr/>
        </p:nvSpPr>
        <p:spPr>
          <a:xfrm>
            <a:off x="3015868" y="5867400"/>
            <a:ext cx="381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19B5C7-EF4A-47DB-A40E-E7BE3ACC7296}"/>
              </a:ext>
            </a:extLst>
          </p:cNvPr>
          <p:cNvSpPr/>
          <p:nvPr/>
        </p:nvSpPr>
        <p:spPr>
          <a:xfrm>
            <a:off x="533400" y="79248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B24541-CC34-4C06-BA59-5610C6BB7F1B}"/>
              </a:ext>
            </a:extLst>
          </p:cNvPr>
          <p:cNvSpPr/>
          <p:nvPr/>
        </p:nvSpPr>
        <p:spPr>
          <a:xfrm>
            <a:off x="3014949" y="792480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D021FE0-75AD-4D43-9CE5-BF11D597D7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1939925"/>
          <a:ext cx="1054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228600" progId="Equation.DSMT4">
                  <p:embed/>
                </p:oleObj>
              </mc:Choice>
              <mc:Fallback>
                <p:oleObj name="Equation" r:id="rId3" imgW="1054080" imgH="22860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14B0112D-0740-447D-A91E-D72C7E16B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5500" y="1939925"/>
                        <a:ext cx="1054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5B59C612-3860-433A-A80C-C7B1380A3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7940" y="1939925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228600" progId="Equation.DSMT4">
                  <p:embed/>
                </p:oleObj>
              </mc:Choice>
              <mc:Fallback>
                <p:oleObj name="Equation" r:id="rId5" imgW="1041120" imgH="228600" progId="Equation.DSMT4">
                  <p:embed/>
                  <p:pic>
                    <p:nvPicPr>
                      <p:cNvPr id="76" name="Object 75">
                        <a:extLst>
                          <a:ext uri="{FF2B5EF4-FFF2-40B4-BE49-F238E27FC236}">
                            <a16:creationId xmlns:a16="http://schemas.microsoft.com/office/drawing/2014/main" id="{F718DD93-9F1B-49A3-8C94-7910CF852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7940" y="1939925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D012D9D-EA76-43E5-A02B-971710E39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0889" y="3909914"/>
          <a:ext cx="927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000" imgH="330120" progId="Equation.DSMT4">
                  <p:embed/>
                </p:oleObj>
              </mc:Choice>
              <mc:Fallback>
                <p:oleObj name="Equation" r:id="rId7" imgW="927000" imgH="330120" progId="Equation.DSMT4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2CE42645-C1CB-45BB-AE0D-4179E00B1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889" y="3909914"/>
                        <a:ext cx="927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D39A0697-29BA-42A3-9600-8E59B9C07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9300" y="3909141"/>
          <a:ext cx="1295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5280" imgH="330120" progId="Equation.DSMT4">
                  <p:embed/>
                </p:oleObj>
              </mc:Choice>
              <mc:Fallback>
                <p:oleObj name="Equation" r:id="rId9" imgW="1295280" imgH="330120" progId="Equation.DSMT4">
                  <p:embed/>
                  <p:pic>
                    <p:nvPicPr>
                      <p:cNvPr id="78" name="Object 77">
                        <a:extLst>
                          <a:ext uri="{FF2B5EF4-FFF2-40B4-BE49-F238E27FC236}">
                            <a16:creationId xmlns:a16="http://schemas.microsoft.com/office/drawing/2014/main" id="{DEC17CE4-E2AC-433D-9597-B3E64BCC78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9300" y="3909141"/>
                        <a:ext cx="1295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957345B-4980-44D9-A5EB-9A7BE8DBB1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02" y="5865013"/>
          <a:ext cx="1092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53800" progId="Equation.DSMT4">
                  <p:embed/>
                </p:oleObj>
              </mc:Choice>
              <mc:Fallback>
                <p:oleObj name="Equation" r:id="rId11" imgW="1091880" imgH="253800" progId="Equation.DSMT4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189A8E68-EC4B-438B-8DA0-4201D777C2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9602" y="5865013"/>
                        <a:ext cx="1092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49BF3F9C-CA34-489A-8EFB-A7F6DA24B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2067" y="5874538"/>
          <a:ext cx="736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36560" imgH="228600" progId="Equation.DSMT4">
                  <p:embed/>
                </p:oleObj>
              </mc:Choice>
              <mc:Fallback>
                <p:oleObj name="Equation" r:id="rId13" imgW="736560" imgH="228600" progId="Equation.DSMT4">
                  <p:embed/>
                  <p:pic>
                    <p:nvPicPr>
                      <p:cNvPr id="80" name="Object 79">
                        <a:extLst>
                          <a:ext uri="{FF2B5EF4-FFF2-40B4-BE49-F238E27FC236}">
                            <a16:creationId xmlns:a16="http://schemas.microsoft.com/office/drawing/2014/main" id="{C45EA279-55F1-4E02-9600-B289851749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82067" y="5874538"/>
                        <a:ext cx="736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3F40E807-5117-4DC3-A0DB-053593A082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600" y="7829102"/>
          <a:ext cx="1066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66680" imgH="330120" progId="Equation.DSMT4">
                  <p:embed/>
                </p:oleObj>
              </mc:Choice>
              <mc:Fallback>
                <p:oleObj name="Equation" r:id="rId15" imgW="1066680" imgH="330120" progId="Equation.DSMT4">
                  <p:embed/>
                  <p:pic>
                    <p:nvPicPr>
                      <p:cNvPr id="81" name="Object 80">
                        <a:extLst>
                          <a:ext uri="{FF2B5EF4-FFF2-40B4-BE49-F238E27FC236}">
                            <a16:creationId xmlns:a16="http://schemas.microsoft.com/office/drawing/2014/main" id="{FE8EF64F-9446-4EC5-83FF-31B8D20FB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2600" y="7829102"/>
                        <a:ext cx="10668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DFF49B0-4FF7-413B-BC1E-4395DA965B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7918513"/>
          <a:ext cx="1003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02960" imgH="253800" progId="Equation.DSMT4">
                  <p:embed/>
                </p:oleObj>
              </mc:Choice>
              <mc:Fallback>
                <p:oleObj name="Equation" r:id="rId17" imgW="1002960" imgH="253800" progId="Equation.DSMT4">
                  <p:embed/>
                  <p:pic>
                    <p:nvPicPr>
                      <p:cNvPr id="82" name="Object 81">
                        <a:extLst>
                          <a:ext uri="{FF2B5EF4-FFF2-40B4-BE49-F238E27FC236}">
                            <a16:creationId xmlns:a16="http://schemas.microsoft.com/office/drawing/2014/main" id="{0C4294A6-C4D5-4884-BBAE-F6D3C07BF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76600" y="7918513"/>
                        <a:ext cx="1003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695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CF9A85-2080-45D4-B1BF-61AC46359C2D}"/>
              </a:ext>
            </a:extLst>
          </p:cNvPr>
          <p:cNvSpPr/>
          <p:nvPr/>
        </p:nvSpPr>
        <p:spPr>
          <a:xfrm>
            <a:off x="1066800" y="656308"/>
            <a:ext cx="457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F2167-D618-4570-B96F-C5F321F2DB78}"/>
              </a:ext>
            </a:extLst>
          </p:cNvPr>
          <p:cNvSpPr/>
          <p:nvPr/>
        </p:nvSpPr>
        <p:spPr>
          <a:xfrm>
            <a:off x="490251" y="395576"/>
            <a:ext cx="6819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II: Graphing –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each function and identify its key characteristics.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3215E3-0961-46C9-BD51-61E8FCC391BA}"/>
              </a:ext>
            </a:extLst>
          </p:cNvPr>
          <p:cNvSpPr/>
          <p:nvPr/>
        </p:nvSpPr>
        <p:spPr>
          <a:xfrm>
            <a:off x="490251" y="656308"/>
            <a:ext cx="37542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A131AF5-42B0-4CA7-98F8-6848969941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3564" y="655638"/>
          <a:ext cx="876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241200" progId="Equation.DSMT4">
                  <p:embed/>
                </p:oleObj>
              </mc:Choice>
              <mc:Fallback>
                <p:oleObj name="Equation" r:id="rId3" imgW="876240" imgH="241200" progId="Equation.DSMT4">
                  <p:embed/>
                  <p:pic>
                    <p:nvPicPr>
                      <p:cNvPr id="1840" name="Object 18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564" y="655638"/>
                        <a:ext cx="876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2E04B45-F471-4355-A6DC-E84D07ED34ED}"/>
              </a:ext>
            </a:extLst>
          </p:cNvPr>
          <p:cNvGrpSpPr/>
          <p:nvPr/>
        </p:nvGrpSpPr>
        <p:grpSpPr>
          <a:xfrm>
            <a:off x="4724400" y="709607"/>
            <a:ext cx="2971800" cy="1938992"/>
            <a:chOff x="4800600" y="808708"/>
            <a:chExt cx="2971800" cy="193899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6F039D2-BD86-4A6D-94EC-8E96644BDF0B}"/>
                </a:ext>
              </a:extLst>
            </p:cNvPr>
            <p:cNvSpPr/>
            <p:nvPr/>
          </p:nvSpPr>
          <p:spPr>
            <a:xfrm>
              <a:off x="4800600" y="808708"/>
              <a:ext cx="297180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Endpoint: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BD592FF8-981E-4EC4-B43F-490297B023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1209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9360" imgH="139680" progId="Equation.DSMT4">
                    <p:embed/>
                  </p:oleObj>
                </mc:Choice>
                <mc:Fallback>
                  <p:oleObj name="Equation" r:id="rId5" imgW="279360" imgH="139680" progId="Equation.DSMT4">
                    <p:embed/>
                    <p:pic>
                      <p:nvPicPr>
                        <p:cNvPr id="1856" name="Object 18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400" y="171209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D06B2205-BF00-43B6-B872-7376BE4732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670721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95000" imgH="203040" progId="Equation.DSMT4">
                    <p:embed/>
                  </p:oleObj>
                </mc:Choice>
                <mc:Fallback>
                  <p:oleObj name="Equation" r:id="rId7" imgW="495000" imgH="203040" progId="Equation.DSMT4">
                    <p:embed/>
                    <p:pic>
                      <p:nvPicPr>
                        <p:cNvPr id="1857" name="Object 185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73750" y="1670721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DE168238-49FA-4214-8861-87C5C09C40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929674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9360" imgH="139680" progId="Equation.DSMT4">
                    <p:embed/>
                  </p:oleObj>
                </mc:Choice>
                <mc:Fallback>
                  <p:oleObj name="Equation" r:id="rId9" imgW="279360" imgH="139680" progId="Equation.DSMT4">
                    <p:embed/>
                    <p:pic>
                      <p:nvPicPr>
                        <p:cNvPr id="1858" name="Object 185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5400" y="1929674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518D3D43-5C37-4ECF-8B27-25CC4D1426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888208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95000" imgH="203040" progId="Equation.DSMT4">
                    <p:embed/>
                  </p:oleObj>
                </mc:Choice>
                <mc:Fallback>
                  <p:oleObj name="Equation" r:id="rId11" imgW="495000" imgH="203040" progId="Equation.DSMT4">
                    <p:embed/>
                    <p:pic>
                      <p:nvPicPr>
                        <p:cNvPr id="1859" name="Object 185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73750" y="1888208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FF29CF8-F53E-4F4D-B4B1-E8C5B99130C5}"/>
              </a:ext>
            </a:extLst>
          </p:cNvPr>
          <p:cNvSpPr/>
          <p:nvPr/>
        </p:nvSpPr>
        <p:spPr>
          <a:xfrm>
            <a:off x="489332" y="2982695"/>
            <a:ext cx="426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</a:t>
            </a:r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CFB5EDA-632F-43EC-9DE0-E93D501F22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6727" y="2993753"/>
          <a:ext cx="1168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68200" imgH="241200" progId="Equation.DSMT4">
                  <p:embed/>
                </p:oleObj>
              </mc:Choice>
              <mc:Fallback>
                <p:oleObj name="Equation" r:id="rId13" imgW="1168200" imgH="241200" progId="Equation.DSMT4">
                  <p:embed/>
                  <p:pic>
                    <p:nvPicPr>
                      <p:cNvPr id="1864" name="Object 186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6727" y="2993753"/>
                        <a:ext cx="1168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D691B1A-9A65-4017-9CEF-7E56FDFEB3A5}"/>
              </a:ext>
            </a:extLst>
          </p:cNvPr>
          <p:cNvSpPr/>
          <p:nvPr/>
        </p:nvSpPr>
        <p:spPr>
          <a:xfrm>
            <a:off x="479234" y="5237715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78F84F7D-8B0C-4DA1-953A-CC6E8E99A2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366" y="5241895"/>
          <a:ext cx="1130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30040" imgH="241200" progId="Equation.DSMT4">
                  <p:embed/>
                </p:oleObj>
              </mc:Choice>
              <mc:Fallback>
                <p:oleObj name="Equation" r:id="rId15" imgW="1130040" imgH="241200" progId="Equation.DSMT4">
                  <p:embed/>
                  <p:pic>
                    <p:nvPicPr>
                      <p:cNvPr id="1870" name="Object 186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7366" y="5241895"/>
                        <a:ext cx="1130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F62D3E5-448D-4F78-A2E7-286F10BEA7F4}"/>
              </a:ext>
            </a:extLst>
          </p:cNvPr>
          <p:cNvSpPr/>
          <p:nvPr/>
        </p:nvSpPr>
        <p:spPr>
          <a:xfrm>
            <a:off x="490251" y="7673893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5D4F6946-1DAB-40B1-B6C6-A05ED048A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818" y="7613460"/>
          <a:ext cx="1054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368280" progId="Equation.DSMT4">
                  <p:embed/>
                </p:oleObj>
              </mc:Choice>
              <mc:Fallback>
                <p:oleObj name="Equation" r:id="rId17" imgW="1054080" imgH="368280" progId="Equation.DSMT4">
                  <p:embed/>
                  <p:pic>
                    <p:nvPicPr>
                      <p:cNvPr id="1877" name="Object 187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3818" y="7613460"/>
                        <a:ext cx="1054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5FC0E4C-F9E6-4358-BB38-0F94852FE570}"/>
              </a:ext>
            </a:extLst>
          </p:cNvPr>
          <p:cNvGrpSpPr/>
          <p:nvPr/>
        </p:nvGrpSpPr>
        <p:grpSpPr>
          <a:xfrm>
            <a:off x="4724400" y="2971800"/>
            <a:ext cx="2971800" cy="1938992"/>
            <a:chOff x="4800600" y="808708"/>
            <a:chExt cx="2971800" cy="1938992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DE272F8-3419-4F66-85E8-F4F840DD3329}"/>
                </a:ext>
              </a:extLst>
            </p:cNvPr>
            <p:cNvSpPr/>
            <p:nvPr/>
          </p:nvSpPr>
          <p:spPr>
            <a:xfrm>
              <a:off x="4800600" y="808708"/>
              <a:ext cx="297180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Endpoint: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180" name="Object 179">
              <a:extLst>
                <a:ext uri="{FF2B5EF4-FFF2-40B4-BE49-F238E27FC236}">
                  <a16:creationId xmlns:a16="http://schemas.microsoft.com/office/drawing/2014/main" id="{6DF822C5-E81C-4C00-84E3-95718E2E1A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1209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9360" imgH="139680" progId="Equation.DSMT4">
                    <p:embed/>
                  </p:oleObj>
                </mc:Choice>
                <mc:Fallback>
                  <p:oleObj name="Equation" r:id="rId5" imgW="279360" imgH="139680" progId="Equation.DSMT4">
                    <p:embed/>
                    <p:pic>
                      <p:nvPicPr>
                        <p:cNvPr id="202" name="Object 201">
                          <a:extLst>
                            <a:ext uri="{FF2B5EF4-FFF2-40B4-BE49-F238E27FC236}">
                              <a16:creationId xmlns:a16="http://schemas.microsoft.com/office/drawing/2014/main" id="{E5AC5878-4A29-4E3E-9D8D-DF9A5CAE0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400" y="171209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" name="Object 180">
              <a:extLst>
                <a:ext uri="{FF2B5EF4-FFF2-40B4-BE49-F238E27FC236}">
                  <a16:creationId xmlns:a16="http://schemas.microsoft.com/office/drawing/2014/main" id="{479DA5E1-8E7F-4ACA-B5CB-2442FAF2F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670721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495000" imgH="203040" progId="Equation.DSMT4">
                    <p:embed/>
                  </p:oleObj>
                </mc:Choice>
                <mc:Fallback>
                  <p:oleObj name="Equation" r:id="rId19" imgW="495000" imgH="203040" progId="Equation.DSMT4">
                    <p:embed/>
                    <p:pic>
                      <p:nvPicPr>
                        <p:cNvPr id="203" name="Object 202">
                          <a:extLst>
                            <a:ext uri="{FF2B5EF4-FFF2-40B4-BE49-F238E27FC236}">
                              <a16:creationId xmlns:a16="http://schemas.microsoft.com/office/drawing/2014/main" id="{AB6FA9EA-A56E-4E78-8728-A79EF1BC820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73750" y="1670721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" name="Object 181">
              <a:extLst>
                <a:ext uri="{FF2B5EF4-FFF2-40B4-BE49-F238E27FC236}">
                  <a16:creationId xmlns:a16="http://schemas.microsoft.com/office/drawing/2014/main" id="{7B6C5745-4421-49B0-9897-CF3DDA9DB5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929674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9360" imgH="139680" progId="Equation.DSMT4">
                    <p:embed/>
                  </p:oleObj>
                </mc:Choice>
                <mc:Fallback>
                  <p:oleObj name="Equation" r:id="rId9" imgW="279360" imgH="139680" progId="Equation.DSMT4">
                    <p:embed/>
                    <p:pic>
                      <p:nvPicPr>
                        <p:cNvPr id="204" name="Object 203">
                          <a:extLst>
                            <a:ext uri="{FF2B5EF4-FFF2-40B4-BE49-F238E27FC236}">
                              <a16:creationId xmlns:a16="http://schemas.microsoft.com/office/drawing/2014/main" id="{DED4A6A1-89A4-4CF8-B060-43B1C7A906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5400" y="1929674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" name="Object 182">
              <a:extLst>
                <a:ext uri="{FF2B5EF4-FFF2-40B4-BE49-F238E27FC236}">
                  <a16:creationId xmlns:a16="http://schemas.microsoft.com/office/drawing/2014/main" id="{6D524619-2C0F-42F5-9DFF-7B94D9EE2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888208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95000" imgH="203040" progId="Equation.DSMT4">
                    <p:embed/>
                  </p:oleObj>
                </mc:Choice>
                <mc:Fallback>
                  <p:oleObj name="Equation" r:id="rId20" imgW="495000" imgH="203040" progId="Equation.DSMT4">
                    <p:embed/>
                    <p:pic>
                      <p:nvPicPr>
                        <p:cNvPr id="205" name="Object 204">
                          <a:extLst>
                            <a:ext uri="{FF2B5EF4-FFF2-40B4-BE49-F238E27FC236}">
                              <a16:creationId xmlns:a16="http://schemas.microsoft.com/office/drawing/2014/main" id="{8417B5EC-9F4B-486C-9D4D-F83764776A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73750" y="1888208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86FAD082-E758-49E8-8EAD-AAF5E359EF62}"/>
              </a:ext>
            </a:extLst>
          </p:cNvPr>
          <p:cNvGrpSpPr/>
          <p:nvPr/>
        </p:nvGrpSpPr>
        <p:grpSpPr>
          <a:xfrm>
            <a:off x="4724400" y="5257800"/>
            <a:ext cx="2971800" cy="1938992"/>
            <a:chOff x="4800600" y="808708"/>
            <a:chExt cx="2971800" cy="1938992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3708BE6-B91B-4148-9FC7-B3E5CCF125B8}"/>
                </a:ext>
              </a:extLst>
            </p:cNvPr>
            <p:cNvSpPr/>
            <p:nvPr/>
          </p:nvSpPr>
          <p:spPr>
            <a:xfrm>
              <a:off x="4800600" y="808708"/>
              <a:ext cx="297180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Point of Inflection: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186" name="Object 185">
              <a:extLst>
                <a:ext uri="{FF2B5EF4-FFF2-40B4-BE49-F238E27FC236}">
                  <a16:creationId xmlns:a16="http://schemas.microsoft.com/office/drawing/2014/main" id="{13739ACB-77F8-4D32-9C4E-49EF4C3A01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1209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9360" imgH="139680" progId="Equation.DSMT4">
                    <p:embed/>
                  </p:oleObj>
                </mc:Choice>
                <mc:Fallback>
                  <p:oleObj name="Equation" r:id="rId5" imgW="279360" imgH="139680" progId="Equation.DSMT4">
                    <p:embed/>
                    <p:pic>
                      <p:nvPicPr>
                        <p:cNvPr id="208" name="Object 207">
                          <a:extLst>
                            <a:ext uri="{FF2B5EF4-FFF2-40B4-BE49-F238E27FC236}">
                              <a16:creationId xmlns:a16="http://schemas.microsoft.com/office/drawing/2014/main" id="{D83F5149-58FA-4BA0-8FC4-FA4B8B26D8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400" y="171209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7" name="Object 186">
              <a:extLst>
                <a:ext uri="{FF2B5EF4-FFF2-40B4-BE49-F238E27FC236}">
                  <a16:creationId xmlns:a16="http://schemas.microsoft.com/office/drawing/2014/main" id="{E2AE69B3-D498-4A25-BFB7-3E176B6AF0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670721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95000" imgH="203040" progId="Equation.DSMT4">
                    <p:embed/>
                  </p:oleObj>
                </mc:Choice>
                <mc:Fallback>
                  <p:oleObj name="Equation" r:id="rId21" imgW="495000" imgH="203040" progId="Equation.DSMT4">
                    <p:embed/>
                    <p:pic>
                      <p:nvPicPr>
                        <p:cNvPr id="209" name="Object 208">
                          <a:extLst>
                            <a:ext uri="{FF2B5EF4-FFF2-40B4-BE49-F238E27FC236}">
                              <a16:creationId xmlns:a16="http://schemas.microsoft.com/office/drawing/2014/main" id="{53C3F2E1-FF33-4A51-8A6F-A24C561C24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73750" y="1670721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8" name="Object 187">
              <a:extLst>
                <a:ext uri="{FF2B5EF4-FFF2-40B4-BE49-F238E27FC236}">
                  <a16:creationId xmlns:a16="http://schemas.microsoft.com/office/drawing/2014/main" id="{31FD46AA-7159-4F01-97DB-B7176841A4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929674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9360" imgH="139680" progId="Equation.DSMT4">
                    <p:embed/>
                  </p:oleObj>
                </mc:Choice>
                <mc:Fallback>
                  <p:oleObj name="Equation" r:id="rId9" imgW="279360" imgH="139680" progId="Equation.DSMT4">
                    <p:embed/>
                    <p:pic>
                      <p:nvPicPr>
                        <p:cNvPr id="210" name="Object 209">
                          <a:extLst>
                            <a:ext uri="{FF2B5EF4-FFF2-40B4-BE49-F238E27FC236}">
                              <a16:creationId xmlns:a16="http://schemas.microsoft.com/office/drawing/2014/main" id="{E84A648F-42C9-49CC-9608-AD8EE1EA6A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5400" y="1929674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" name="Object 188">
              <a:extLst>
                <a:ext uri="{FF2B5EF4-FFF2-40B4-BE49-F238E27FC236}">
                  <a16:creationId xmlns:a16="http://schemas.microsoft.com/office/drawing/2014/main" id="{0A887133-759C-482E-84AA-474A2F313D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888208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95000" imgH="203040" progId="Equation.DSMT4">
                    <p:embed/>
                  </p:oleObj>
                </mc:Choice>
                <mc:Fallback>
                  <p:oleObj name="Equation" r:id="rId22" imgW="495000" imgH="203040" progId="Equation.DSMT4">
                    <p:embed/>
                    <p:pic>
                      <p:nvPicPr>
                        <p:cNvPr id="211" name="Object 210">
                          <a:extLst>
                            <a:ext uri="{FF2B5EF4-FFF2-40B4-BE49-F238E27FC236}">
                              <a16:creationId xmlns:a16="http://schemas.microsoft.com/office/drawing/2014/main" id="{D99E560E-5706-4481-AD7A-7A8E24AD6D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73750" y="1888208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817A643-F532-40B3-B1E6-4FDED9C87D54}"/>
              </a:ext>
            </a:extLst>
          </p:cNvPr>
          <p:cNvGrpSpPr/>
          <p:nvPr/>
        </p:nvGrpSpPr>
        <p:grpSpPr>
          <a:xfrm>
            <a:off x="4724400" y="7543800"/>
            <a:ext cx="2971800" cy="1938992"/>
            <a:chOff x="4800600" y="808708"/>
            <a:chExt cx="2971800" cy="1938992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18721078-FAEF-4923-950F-62055CB74255}"/>
                </a:ext>
              </a:extLst>
            </p:cNvPr>
            <p:cNvSpPr/>
            <p:nvPr/>
          </p:nvSpPr>
          <p:spPr>
            <a:xfrm>
              <a:off x="4800600" y="808708"/>
              <a:ext cx="2971800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   </a:t>
              </a: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     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Point of Inflection: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Behavior: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</a:t>
              </a:r>
              <a:b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r>
                <a:rPr lang="en-US" sz="1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,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endPara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_</a:t>
              </a:r>
              <a:br>
                <a:rPr lang="en-US" sz="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9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Decreasing Interval(s):</a:t>
              </a: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</a:t>
              </a:r>
              <a:endParaRPr lang="en-US" dirty="0"/>
            </a:p>
          </p:txBody>
        </p:sp>
        <p:graphicFrame>
          <p:nvGraphicFramePr>
            <p:cNvPr id="192" name="Object 191">
              <a:extLst>
                <a:ext uri="{FF2B5EF4-FFF2-40B4-BE49-F238E27FC236}">
                  <a16:creationId xmlns:a16="http://schemas.microsoft.com/office/drawing/2014/main" id="{11A3E564-AB36-4BB2-9B51-4CBB745BDF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712091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79360" imgH="139680" progId="Equation.DSMT4">
                    <p:embed/>
                  </p:oleObj>
                </mc:Choice>
                <mc:Fallback>
                  <p:oleObj name="Equation" r:id="rId5" imgW="279360" imgH="139680" progId="Equation.DSMT4">
                    <p:embed/>
                    <p:pic>
                      <p:nvPicPr>
                        <p:cNvPr id="214" name="Object 213">
                          <a:extLst>
                            <a:ext uri="{FF2B5EF4-FFF2-40B4-BE49-F238E27FC236}">
                              <a16:creationId xmlns:a16="http://schemas.microsoft.com/office/drawing/2014/main" id="{291D7FC4-3B88-4FC4-8CEB-C35D3748EA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400" y="1712091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" name="Object 192">
              <a:extLst>
                <a:ext uri="{FF2B5EF4-FFF2-40B4-BE49-F238E27FC236}">
                  <a16:creationId xmlns:a16="http://schemas.microsoft.com/office/drawing/2014/main" id="{437F2F0A-3298-44A6-8CFE-D9AA7B555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670721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95000" imgH="203040" progId="Equation.DSMT4">
                    <p:embed/>
                  </p:oleObj>
                </mc:Choice>
                <mc:Fallback>
                  <p:oleObj name="Equation" r:id="rId23" imgW="495000" imgH="203040" progId="Equation.DSMT4">
                    <p:embed/>
                    <p:pic>
                      <p:nvPicPr>
                        <p:cNvPr id="215" name="Object 214">
                          <a:extLst>
                            <a:ext uri="{FF2B5EF4-FFF2-40B4-BE49-F238E27FC236}">
                              <a16:creationId xmlns:a16="http://schemas.microsoft.com/office/drawing/2014/main" id="{590AFAB8-C194-498D-AC86-C380529272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73750" y="1670721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" name="Object 193">
              <a:extLst>
                <a:ext uri="{FF2B5EF4-FFF2-40B4-BE49-F238E27FC236}">
                  <a16:creationId xmlns:a16="http://schemas.microsoft.com/office/drawing/2014/main" id="{8D020D59-AB77-4EF4-8559-468D2F2BF5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05400" y="1929674"/>
            <a:ext cx="279400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9360" imgH="139680" progId="Equation.DSMT4">
                    <p:embed/>
                  </p:oleObj>
                </mc:Choice>
                <mc:Fallback>
                  <p:oleObj name="Equation" r:id="rId9" imgW="279360" imgH="139680" progId="Equation.DSMT4">
                    <p:embed/>
                    <p:pic>
                      <p:nvPicPr>
                        <p:cNvPr id="216" name="Object 215">
                          <a:extLst>
                            <a:ext uri="{FF2B5EF4-FFF2-40B4-BE49-F238E27FC236}">
                              <a16:creationId xmlns:a16="http://schemas.microsoft.com/office/drawing/2014/main" id="{44F37039-50B4-4ACC-BDF4-4AF0326EFB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05400" y="1929674"/>
                          <a:ext cx="279400" cy="139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" name="Object 194">
              <a:extLst>
                <a:ext uri="{FF2B5EF4-FFF2-40B4-BE49-F238E27FC236}">
                  <a16:creationId xmlns:a16="http://schemas.microsoft.com/office/drawing/2014/main" id="{12B40218-70EB-4E78-9D80-248203F099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73750" y="1888208"/>
            <a:ext cx="4953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95000" imgH="203040" progId="Equation.DSMT4">
                    <p:embed/>
                  </p:oleObj>
                </mc:Choice>
                <mc:Fallback>
                  <p:oleObj name="Equation" r:id="rId24" imgW="495000" imgH="203040" progId="Equation.DSMT4">
                    <p:embed/>
                    <p:pic>
                      <p:nvPicPr>
                        <p:cNvPr id="217" name="Object 216">
                          <a:extLst>
                            <a:ext uri="{FF2B5EF4-FFF2-40B4-BE49-F238E27FC236}">
                              <a16:creationId xmlns:a16="http://schemas.microsoft.com/office/drawing/2014/main" id="{8AD712A5-B16C-41B9-8DF0-50F1572BEB9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873750" y="1888208"/>
                          <a:ext cx="4953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6" name="Picture 195">
            <a:extLst>
              <a:ext uri="{FF2B5EF4-FFF2-40B4-BE49-F238E27FC236}">
                <a16:creationId xmlns:a16="http://schemas.microsoft.com/office/drawing/2014/main" id="{25EEB67F-283B-4C2E-BE35-79AB6D8658A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108" y="683490"/>
            <a:ext cx="2152075" cy="2152075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A10AAE00-46B0-4ACF-9089-1337F8BBAA3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108" y="3013363"/>
            <a:ext cx="2152075" cy="2152075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A6A6ED18-BA5C-48C8-8DA1-A30F26C980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108" y="7673108"/>
            <a:ext cx="2152075" cy="2152075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141853C4-7C34-472C-9C22-9702740C986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108" y="5343236"/>
            <a:ext cx="2152075" cy="215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356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</cp:revision>
  <dcterms:created xsi:type="dcterms:W3CDTF">2021-06-16T17:24:13Z</dcterms:created>
  <dcterms:modified xsi:type="dcterms:W3CDTF">2021-06-16T17:25:32Z</dcterms:modified>
</cp:coreProperties>
</file>