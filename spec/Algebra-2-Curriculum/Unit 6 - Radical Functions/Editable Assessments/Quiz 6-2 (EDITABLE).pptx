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1418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53594" y="9796688"/>
            <a:ext cx="1413509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-5" dirty="0"/>
              <a:t>Gina </a:t>
            </a:r>
            <a:r>
              <a:rPr dirty="0"/>
              <a:t>Wilson </a:t>
            </a:r>
            <a:r>
              <a:rPr spc="-5" dirty="0"/>
              <a:t>(All Things </a:t>
            </a:r>
            <a:r>
              <a:rPr dirty="0"/>
              <a:t>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" Type="http://schemas.openxmlformats.org/officeDocument/2006/relationships/image" Target="../media/image1.JPG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17.wmf"/><Relationship Id="rId18" Type="http://schemas.openxmlformats.org/officeDocument/2006/relationships/oleObject" Target="../embeddings/oleObject18.bin"/><Relationship Id="rId3" Type="http://schemas.microsoft.com/office/2007/relationships/hdphoto" Target="../media/hdphoto1.wdp"/><Relationship Id="rId21" Type="http://schemas.openxmlformats.org/officeDocument/2006/relationships/image" Target="../media/image21.wmf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15.bin"/><Relationship Id="rId17" Type="http://schemas.openxmlformats.org/officeDocument/2006/relationships/image" Target="../media/image19.wmf"/><Relationship Id="rId25" Type="http://schemas.openxmlformats.org/officeDocument/2006/relationships/image" Target="../media/image23.wmf"/><Relationship Id="rId2" Type="http://schemas.openxmlformats.org/officeDocument/2006/relationships/image" Target="../media/image12.png"/><Relationship Id="rId16" Type="http://schemas.openxmlformats.org/officeDocument/2006/relationships/oleObject" Target="../embeddings/oleObject17.bin"/><Relationship Id="rId20" Type="http://schemas.openxmlformats.org/officeDocument/2006/relationships/oleObject" Target="../embeddings/oleObject19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6.wmf"/><Relationship Id="rId24" Type="http://schemas.openxmlformats.org/officeDocument/2006/relationships/oleObject" Target="../embeddings/oleObject21.bin"/><Relationship Id="rId5" Type="http://schemas.openxmlformats.org/officeDocument/2006/relationships/image" Target="../media/image13.wmf"/><Relationship Id="rId15" Type="http://schemas.openxmlformats.org/officeDocument/2006/relationships/image" Target="../media/image18.wmf"/><Relationship Id="rId23" Type="http://schemas.openxmlformats.org/officeDocument/2006/relationships/image" Target="../media/image22.wmf"/><Relationship Id="rId10" Type="http://schemas.openxmlformats.org/officeDocument/2006/relationships/oleObject" Target="../embeddings/oleObject14.bin"/><Relationship Id="rId19" Type="http://schemas.openxmlformats.org/officeDocument/2006/relationships/image" Target="../media/image20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5.wmf"/><Relationship Id="rId14" Type="http://schemas.openxmlformats.org/officeDocument/2006/relationships/oleObject" Target="../embeddings/oleObject16.bin"/><Relationship Id="rId22" Type="http://schemas.openxmlformats.org/officeDocument/2006/relationships/oleObject" Target="../embeddings/oleObject2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14979078-9663-4B3D-871C-98D44BA9205A}"/>
              </a:ext>
            </a:extLst>
          </p:cNvPr>
          <p:cNvSpPr/>
          <p:nvPr/>
        </p:nvSpPr>
        <p:spPr>
          <a:xfrm>
            <a:off x="542636" y="1651004"/>
            <a:ext cx="524856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Part I: Radicals –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Simplify.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Write all final answers in simplest radical form.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F927B9-96F3-4CCC-B15E-0C98A493D010}"/>
              </a:ext>
            </a:extLst>
          </p:cNvPr>
          <p:cNvSpPr/>
          <p:nvPr/>
        </p:nvSpPr>
        <p:spPr>
          <a:xfrm>
            <a:off x="533400" y="1981200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A16B9F-E88D-47EB-9BF6-6354BCDD38FE}"/>
              </a:ext>
            </a:extLst>
          </p:cNvPr>
          <p:cNvSpPr/>
          <p:nvPr/>
        </p:nvSpPr>
        <p:spPr>
          <a:xfrm>
            <a:off x="2962564" y="1914236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9A91A3C-7424-4044-B992-08145B8E916B}"/>
              </a:ext>
            </a:extLst>
          </p:cNvPr>
          <p:cNvSpPr/>
          <p:nvPr/>
        </p:nvSpPr>
        <p:spPr>
          <a:xfrm>
            <a:off x="542636" y="3523672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3.</a:t>
            </a:r>
            <a:r>
              <a:rPr lang="en-US" sz="1100" b="1" dirty="0">
                <a:solidFill>
                  <a:srgbClr val="FF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96FFADB-5497-4AF5-A47D-B3C95980355A}"/>
              </a:ext>
            </a:extLst>
          </p:cNvPr>
          <p:cNvSpPr/>
          <p:nvPr/>
        </p:nvSpPr>
        <p:spPr>
          <a:xfrm>
            <a:off x="2953328" y="3514436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4.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AD15269-30EB-43AB-BDFA-E9C227BDA5E4}"/>
              </a:ext>
            </a:extLst>
          </p:cNvPr>
          <p:cNvSpPr/>
          <p:nvPr/>
        </p:nvSpPr>
        <p:spPr>
          <a:xfrm>
            <a:off x="533400" y="5105400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195096C-16C0-456C-A461-4848DABCEA31}"/>
              </a:ext>
            </a:extLst>
          </p:cNvPr>
          <p:cNvSpPr/>
          <p:nvPr/>
        </p:nvSpPr>
        <p:spPr>
          <a:xfrm>
            <a:off x="2962564" y="5153892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6.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EDC9335-6AFC-4147-BB69-21A3A6AE7939}"/>
              </a:ext>
            </a:extLst>
          </p:cNvPr>
          <p:cNvSpPr/>
          <p:nvPr/>
        </p:nvSpPr>
        <p:spPr>
          <a:xfrm>
            <a:off x="533400" y="6781800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7.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0273B35-F2CD-4B9D-871B-433C5105ABEE}"/>
              </a:ext>
            </a:extLst>
          </p:cNvPr>
          <p:cNvSpPr/>
          <p:nvPr/>
        </p:nvSpPr>
        <p:spPr>
          <a:xfrm>
            <a:off x="2971800" y="6781800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8.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0FD5D5-CCF0-4CEC-B1EF-5948CD722C6B}"/>
              </a:ext>
            </a:extLst>
          </p:cNvPr>
          <p:cNvSpPr/>
          <p:nvPr/>
        </p:nvSpPr>
        <p:spPr>
          <a:xfrm>
            <a:off x="533400" y="8382000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9.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6FDED0B-5200-4843-B4BA-FA966118CE73}"/>
              </a:ext>
            </a:extLst>
          </p:cNvPr>
          <p:cNvSpPr/>
          <p:nvPr/>
        </p:nvSpPr>
        <p:spPr>
          <a:xfrm>
            <a:off x="2962564" y="8382000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10.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47" name="Object 46">
            <a:extLst>
              <a:ext uri="{FF2B5EF4-FFF2-40B4-BE49-F238E27FC236}">
                <a16:creationId xmlns:a16="http://schemas.microsoft.com/office/drawing/2014/main" id="{5AB76BAF-E9E7-4539-95CB-595BEC9F57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500" y="1974850"/>
          <a:ext cx="698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98400" imgH="241200" progId="Equation.DSMT4">
                  <p:embed/>
                </p:oleObj>
              </mc:Choice>
              <mc:Fallback>
                <p:oleObj name="Equation" r:id="rId3" imgW="698400" imgH="241200" progId="Equation.DSMT4">
                  <p:embed/>
                  <p:pic>
                    <p:nvPicPr>
                      <p:cNvPr id="155" name="Object 15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5500" y="1974850"/>
                        <a:ext cx="698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42B37F8D-4FE3-4F4B-9AF9-5FFEBC82A8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54375" y="1925638"/>
          <a:ext cx="850900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50680" imgH="228600" progId="Equation.DSMT4">
                  <p:embed/>
                </p:oleObj>
              </mc:Choice>
              <mc:Fallback>
                <p:oleObj name="Equation" r:id="rId5" imgW="850680" imgH="228600" progId="Equation.DSMT4">
                  <p:embed/>
                  <p:pic>
                    <p:nvPicPr>
                      <p:cNvPr id="156" name="Object 15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54375" y="1925638"/>
                        <a:ext cx="850900" cy="227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6148C1CA-5CD9-4F9B-B92E-0DCB509767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9150" y="3529013"/>
          <a:ext cx="939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39600" imgH="241200" progId="Equation.DSMT4">
                  <p:embed/>
                </p:oleObj>
              </mc:Choice>
              <mc:Fallback>
                <p:oleObj name="Equation" r:id="rId7" imgW="939600" imgH="241200" progId="Equation.DSMT4">
                  <p:embed/>
                  <p:pic>
                    <p:nvPicPr>
                      <p:cNvPr id="157" name="Object 15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19150" y="3529013"/>
                        <a:ext cx="9398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>
            <a:extLst>
              <a:ext uri="{FF2B5EF4-FFF2-40B4-BE49-F238E27FC236}">
                <a16:creationId xmlns:a16="http://schemas.microsoft.com/office/drawing/2014/main" id="{3ADF09B6-8BA4-4F81-948D-F543C825EE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3505200"/>
          <a:ext cx="13970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96800" imgH="253800" progId="Equation.DSMT4">
                  <p:embed/>
                </p:oleObj>
              </mc:Choice>
              <mc:Fallback>
                <p:oleObj name="Equation" r:id="rId9" imgW="1396800" imgH="253800" progId="Equation.DSMT4">
                  <p:embed/>
                  <p:pic>
                    <p:nvPicPr>
                      <p:cNvPr id="158" name="Object 15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00400" y="3505200"/>
                        <a:ext cx="13970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50">
            <a:extLst>
              <a:ext uri="{FF2B5EF4-FFF2-40B4-BE49-F238E27FC236}">
                <a16:creationId xmlns:a16="http://schemas.microsoft.com/office/drawing/2014/main" id="{6288BF29-AC22-4447-A19C-4AD8925E55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5105400"/>
          <a:ext cx="11684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68200" imgH="253800" progId="Equation.DSMT4">
                  <p:embed/>
                </p:oleObj>
              </mc:Choice>
              <mc:Fallback>
                <p:oleObj name="Equation" r:id="rId11" imgW="1168200" imgH="253800" progId="Equation.DSMT4">
                  <p:embed/>
                  <p:pic>
                    <p:nvPicPr>
                      <p:cNvPr id="159" name="Object 15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38200" y="5105400"/>
                        <a:ext cx="11684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51">
            <a:extLst>
              <a:ext uri="{FF2B5EF4-FFF2-40B4-BE49-F238E27FC236}">
                <a16:creationId xmlns:a16="http://schemas.microsoft.com/office/drawing/2014/main" id="{F09D99B0-59E2-48BF-83A8-4A728F46D7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8052" y="5111139"/>
          <a:ext cx="7112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11000" imgH="291960" progId="Equation.DSMT4">
                  <p:embed/>
                </p:oleObj>
              </mc:Choice>
              <mc:Fallback>
                <p:oleObj name="Equation" r:id="rId13" imgW="711000" imgH="291960" progId="Equation.DSMT4">
                  <p:embed/>
                  <p:pic>
                    <p:nvPicPr>
                      <p:cNvPr id="160" name="Object 15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08052" y="5111139"/>
                        <a:ext cx="7112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52">
            <a:extLst>
              <a:ext uri="{FF2B5EF4-FFF2-40B4-BE49-F238E27FC236}">
                <a16:creationId xmlns:a16="http://schemas.microsoft.com/office/drawing/2014/main" id="{CC46045C-4545-4CA4-B9A7-7253B87BA2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6692900"/>
          <a:ext cx="546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45760" imgH="444240" progId="Equation.DSMT4">
                  <p:embed/>
                </p:oleObj>
              </mc:Choice>
              <mc:Fallback>
                <p:oleObj name="Equation" r:id="rId15" imgW="545760" imgH="444240" progId="Equation.DSMT4">
                  <p:embed/>
                  <p:pic>
                    <p:nvPicPr>
                      <p:cNvPr id="161" name="Object 16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38200" y="6692900"/>
                        <a:ext cx="5461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53">
            <a:extLst>
              <a:ext uri="{FF2B5EF4-FFF2-40B4-BE49-F238E27FC236}">
                <a16:creationId xmlns:a16="http://schemas.microsoft.com/office/drawing/2014/main" id="{D3382E13-FE50-47D7-812E-2D76680E2A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0250" y="6686550"/>
          <a:ext cx="508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07960" imgH="520560" progId="Equation.DSMT4">
                  <p:embed/>
                </p:oleObj>
              </mc:Choice>
              <mc:Fallback>
                <p:oleObj name="Equation" r:id="rId17" imgW="507960" imgH="520560" progId="Equation.DSMT4">
                  <p:embed/>
                  <p:pic>
                    <p:nvPicPr>
                      <p:cNvPr id="162" name="Object 16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270250" y="6686550"/>
                        <a:ext cx="5080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54">
            <a:extLst>
              <a:ext uri="{FF2B5EF4-FFF2-40B4-BE49-F238E27FC236}">
                <a16:creationId xmlns:a16="http://schemas.microsoft.com/office/drawing/2014/main" id="{8763A895-BCD3-4AA8-9F82-786D8AE058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8318500"/>
          <a:ext cx="317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17160" imgH="406080" progId="Equation.DSMT4">
                  <p:embed/>
                </p:oleObj>
              </mc:Choice>
              <mc:Fallback>
                <p:oleObj name="Equation" r:id="rId19" imgW="317160" imgH="406080" progId="Equation.DSMT4">
                  <p:embed/>
                  <p:pic>
                    <p:nvPicPr>
                      <p:cNvPr id="163" name="Object 16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38200" y="8318500"/>
                        <a:ext cx="317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55">
            <a:extLst>
              <a:ext uri="{FF2B5EF4-FFF2-40B4-BE49-F238E27FC236}">
                <a16:creationId xmlns:a16="http://schemas.microsoft.com/office/drawing/2014/main" id="{CF37C651-0E6A-4E90-A765-04F49F8C99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8293100"/>
          <a:ext cx="457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57200" imgH="444240" progId="Equation.DSMT4">
                  <p:embed/>
                </p:oleObj>
              </mc:Choice>
              <mc:Fallback>
                <p:oleObj name="Equation" r:id="rId21" imgW="457200" imgH="444240" progId="Equation.DSMT4">
                  <p:embed/>
                  <p:pic>
                    <p:nvPicPr>
                      <p:cNvPr id="164" name="Object 163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352800" y="8293100"/>
                        <a:ext cx="4572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99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55">
            <a:extLst>
              <a:ext uri="{FF2B5EF4-FFF2-40B4-BE49-F238E27FC236}">
                <a16:creationId xmlns:a16="http://schemas.microsoft.com/office/drawing/2014/main" id="{A1A12396-EF2D-430A-A4A8-339907D08D76}"/>
              </a:ext>
            </a:extLst>
          </p:cNvPr>
          <p:cNvSpPr txBox="1"/>
          <p:nvPr/>
        </p:nvSpPr>
        <p:spPr>
          <a:xfrm>
            <a:off x="609600" y="3886200"/>
            <a:ext cx="482346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Part II: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Rational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Exponents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–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Write final answers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in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simplest radical</a:t>
            </a:r>
            <a:r>
              <a:rPr sz="1100" spc="8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form.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A45F062-E2AF-42CB-8B57-F31106ABF4DA}"/>
              </a:ext>
            </a:extLst>
          </p:cNvPr>
          <p:cNvSpPr/>
          <p:nvPr/>
        </p:nvSpPr>
        <p:spPr>
          <a:xfrm>
            <a:off x="533400" y="609600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11.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1E9863C-2D36-4299-928B-F7952199A2A3}"/>
              </a:ext>
            </a:extLst>
          </p:cNvPr>
          <p:cNvSpPr/>
          <p:nvPr/>
        </p:nvSpPr>
        <p:spPr>
          <a:xfrm>
            <a:off x="2953328" y="572656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12.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BB32CC-34AE-4D17-8B54-1FE85A57FC46}"/>
              </a:ext>
            </a:extLst>
          </p:cNvPr>
          <p:cNvSpPr/>
          <p:nvPr/>
        </p:nvSpPr>
        <p:spPr>
          <a:xfrm>
            <a:off x="533400" y="2133600"/>
            <a:ext cx="42832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13.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EB712B8-A478-48C6-A867-FE235C0A7BA1}"/>
              </a:ext>
            </a:extLst>
          </p:cNvPr>
          <p:cNvSpPr/>
          <p:nvPr/>
        </p:nvSpPr>
        <p:spPr>
          <a:xfrm>
            <a:off x="2971800" y="2133600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14.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36" name="Object 35">
            <a:extLst>
              <a:ext uri="{FF2B5EF4-FFF2-40B4-BE49-F238E27FC236}">
                <a16:creationId xmlns:a16="http://schemas.microsoft.com/office/drawing/2014/main" id="{0358B2EB-3130-4676-A235-8F7CABEF03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8050" y="539750"/>
          <a:ext cx="431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40" imgH="457200" progId="Equation.DSMT4">
                  <p:embed/>
                </p:oleObj>
              </mc:Choice>
              <mc:Fallback>
                <p:oleObj name="Equation" r:id="rId4" imgW="431640" imgH="457200" progId="Equation.DSMT4">
                  <p:embed/>
                  <p:pic>
                    <p:nvPicPr>
                      <p:cNvPr id="120" name="Object 11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08050" y="539750"/>
                        <a:ext cx="4318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6">
            <a:extLst>
              <a:ext uri="{FF2B5EF4-FFF2-40B4-BE49-F238E27FC236}">
                <a16:creationId xmlns:a16="http://schemas.microsoft.com/office/drawing/2014/main" id="{A0DCA32B-B0D8-4042-B51C-805CEBBF44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0100" y="520700"/>
          <a:ext cx="584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83920" imgH="444240" progId="Equation.DSMT4">
                  <p:embed/>
                </p:oleObj>
              </mc:Choice>
              <mc:Fallback>
                <p:oleObj name="Equation" r:id="rId6" imgW="583920" imgH="444240" progId="Equation.DSMT4">
                  <p:embed/>
                  <p:pic>
                    <p:nvPicPr>
                      <p:cNvPr id="121" name="Object 12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340100" y="520700"/>
                        <a:ext cx="5842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7">
            <a:extLst>
              <a:ext uri="{FF2B5EF4-FFF2-40B4-BE49-F238E27FC236}">
                <a16:creationId xmlns:a16="http://schemas.microsoft.com/office/drawing/2014/main" id="{57D84AAE-8918-47D7-99EB-77143C7794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5200" y="2078038"/>
          <a:ext cx="469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69800" imgH="406080" progId="Equation.DSMT4">
                  <p:embed/>
                </p:oleObj>
              </mc:Choice>
              <mc:Fallback>
                <p:oleObj name="Equation" r:id="rId8" imgW="469800" imgH="406080" progId="Equation.DSMT4">
                  <p:embed/>
                  <p:pic>
                    <p:nvPicPr>
                      <p:cNvPr id="122" name="Object 12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65200" y="2078038"/>
                        <a:ext cx="469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38">
            <a:extLst>
              <a:ext uri="{FF2B5EF4-FFF2-40B4-BE49-F238E27FC236}">
                <a16:creationId xmlns:a16="http://schemas.microsoft.com/office/drawing/2014/main" id="{3F348C9E-E6BE-4A58-8CB9-574067CCA0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9625" y="2063750"/>
          <a:ext cx="546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45760" imgH="444240" progId="Equation.DSMT4">
                  <p:embed/>
                </p:oleObj>
              </mc:Choice>
              <mc:Fallback>
                <p:oleObj name="Equation" r:id="rId10" imgW="545760" imgH="444240" progId="Equation.DSMT4">
                  <p:embed/>
                  <p:pic>
                    <p:nvPicPr>
                      <p:cNvPr id="123" name="Object 12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349625" y="2063750"/>
                        <a:ext cx="5461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39">
            <a:extLst>
              <a:ext uri="{FF2B5EF4-FFF2-40B4-BE49-F238E27FC236}">
                <a16:creationId xmlns:a16="http://schemas.microsoft.com/office/drawing/2014/main" id="{9747994E-2A4F-46D4-A8D8-52641927AE9B}"/>
              </a:ext>
            </a:extLst>
          </p:cNvPr>
          <p:cNvSpPr/>
          <p:nvPr/>
        </p:nvSpPr>
        <p:spPr>
          <a:xfrm>
            <a:off x="533400" y="4285672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15.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B24DD6D-DB88-4EF9-BF0F-2E26D51A73BC}"/>
              </a:ext>
            </a:extLst>
          </p:cNvPr>
          <p:cNvSpPr/>
          <p:nvPr/>
        </p:nvSpPr>
        <p:spPr>
          <a:xfrm>
            <a:off x="2971800" y="4304144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16.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ED69DEC-DEED-4DD6-9E50-B7F281F2F6C4}"/>
              </a:ext>
            </a:extLst>
          </p:cNvPr>
          <p:cNvSpPr/>
          <p:nvPr/>
        </p:nvSpPr>
        <p:spPr>
          <a:xfrm>
            <a:off x="542636" y="5608780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17.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B8FD529-E801-4DC0-9771-3E59FB55E925}"/>
              </a:ext>
            </a:extLst>
          </p:cNvPr>
          <p:cNvSpPr/>
          <p:nvPr/>
        </p:nvSpPr>
        <p:spPr>
          <a:xfrm>
            <a:off x="2953328" y="5648036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18.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B6406DE-5216-422B-ACF5-BD46096A0B6B}"/>
              </a:ext>
            </a:extLst>
          </p:cNvPr>
          <p:cNvSpPr/>
          <p:nvPr/>
        </p:nvSpPr>
        <p:spPr>
          <a:xfrm>
            <a:off x="533400" y="6934200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19.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DE0B922-9332-4DAB-B7D5-72D279A22ED5}"/>
              </a:ext>
            </a:extLst>
          </p:cNvPr>
          <p:cNvSpPr/>
          <p:nvPr/>
        </p:nvSpPr>
        <p:spPr>
          <a:xfrm>
            <a:off x="2944092" y="6906492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20.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E8105BA-59C2-4E97-97BD-4EFD77513C81}"/>
              </a:ext>
            </a:extLst>
          </p:cNvPr>
          <p:cNvSpPr/>
          <p:nvPr/>
        </p:nvSpPr>
        <p:spPr>
          <a:xfrm>
            <a:off x="521852" y="8515928"/>
            <a:ext cx="73289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BONUS: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53" name="Object 52">
            <a:extLst>
              <a:ext uri="{FF2B5EF4-FFF2-40B4-BE49-F238E27FC236}">
                <a16:creationId xmlns:a16="http://schemas.microsoft.com/office/drawing/2014/main" id="{1FCDF841-5B21-432B-B20E-8B27834180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4563" y="4224338"/>
          <a:ext cx="419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9040" imgH="291960" progId="Equation.DSMT4">
                  <p:embed/>
                </p:oleObj>
              </mc:Choice>
              <mc:Fallback>
                <p:oleObj name="Equation" r:id="rId12" imgW="419040" imgH="291960" progId="Equation.DSMT4">
                  <p:embed/>
                  <p:pic>
                    <p:nvPicPr>
                      <p:cNvPr id="133" name="Object 13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44563" y="4224338"/>
                        <a:ext cx="4191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53">
            <a:extLst>
              <a:ext uri="{FF2B5EF4-FFF2-40B4-BE49-F238E27FC236}">
                <a16:creationId xmlns:a16="http://schemas.microsoft.com/office/drawing/2014/main" id="{303A23CA-AED4-4DF2-826C-AB27205D5D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4114800"/>
          <a:ext cx="2540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00" imgH="634680" progId="Equation.DSMT4">
                  <p:embed/>
                </p:oleObj>
              </mc:Choice>
              <mc:Fallback>
                <p:oleObj name="Equation" r:id="rId14" imgW="253800" imgH="634680" progId="Equation.DSMT4">
                  <p:embed/>
                  <p:pic>
                    <p:nvPicPr>
                      <p:cNvPr id="134" name="Object 133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352800" y="4114800"/>
                        <a:ext cx="2540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55">
            <a:extLst>
              <a:ext uri="{FF2B5EF4-FFF2-40B4-BE49-F238E27FC236}">
                <a16:creationId xmlns:a16="http://schemas.microsoft.com/office/drawing/2014/main" id="{6549CC86-8543-4A87-989B-B37A3AB943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8661" y="5494052"/>
          <a:ext cx="368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68280" imgH="380880" progId="Equation.DSMT4">
                  <p:embed/>
                </p:oleObj>
              </mc:Choice>
              <mc:Fallback>
                <p:oleObj name="Equation" r:id="rId16" imgW="368280" imgH="380880" progId="Equation.DSMT4">
                  <p:embed/>
                  <p:pic>
                    <p:nvPicPr>
                      <p:cNvPr id="135" name="Object 13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08661" y="5494052"/>
                        <a:ext cx="368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B76710B8-BFA1-477C-BD63-9834B65E56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8801" y="5482574"/>
          <a:ext cx="431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31640" imgH="520560" progId="Equation.DSMT4">
                  <p:embed/>
                </p:oleObj>
              </mc:Choice>
              <mc:Fallback>
                <p:oleObj name="Equation" r:id="rId18" imgW="431640" imgH="520560" progId="Equation.DSMT4">
                  <p:embed/>
                  <p:pic>
                    <p:nvPicPr>
                      <p:cNvPr id="136" name="Object 135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308801" y="5482574"/>
                        <a:ext cx="4318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57">
            <a:extLst>
              <a:ext uri="{FF2B5EF4-FFF2-40B4-BE49-F238E27FC236}">
                <a16:creationId xmlns:a16="http://schemas.microsoft.com/office/drawing/2014/main" id="{95B78A6E-77E1-4DC5-94F8-DFA2F8C3C6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686" y="6855071"/>
          <a:ext cx="635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34680" imgH="304560" progId="Equation.DSMT4">
                  <p:embed/>
                </p:oleObj>
              </mc:Choice>
              <mc:Fallback>
                <p:oleObj name="Equation" r:id="rId20" imgW="634680" imgH="304560" progId="Equation.DSMT4">
                  <p:embed/>
                  <p:pic>
                    <p:nvPicPr>
                      <p:cNvPr id="137" name="Object 136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14686" y="6855071"/>
                        <a:ext cx="6350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8">
            <a:extLst>
              <a:ext uri="{FF2B5EF4-FFF2-40B4-BE49-F238E27FC236}">
                <a16:creationId xmlns:a16="http://schemas.microsoft.com/office/drawing/2014/main" id="{CA2DFA22-4761-4DEB-A0C8-2F64F92348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97643" y="6787539"/>
          <a:ext cx="317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17160" imgH="469800" progId="Equation.DSMT4">
                  <p:embed/>
                </p:oleObj>
              </mc:Choice>
              <mc:Fallback>
                <p:oleObj name="Equation" r:id="rId22" imgW="317160" imgH="469800" progId="Equation.DSMT4">
                  <p:embed/>
                  <p:pic>
                    <p:nvPicPr>
                      <p:cNvPr id="138" name="Object 137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297643" y="6787539"/>
                        <a:ext cx="3175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59">
            <a:extLst>
              <a:ext uri="{FF2B5EF4-FFF2-40B4-BE49-F238E27FC236}">
                <a16:creationId xmlns:a16="http://schemas.microsoft.com/office/drawing/2014/main" id="{317BC1C9-34EB-4308-B560-95F379A1AE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8494547"/>
          <a:ext cx="1282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282680" imgH="266400" progId="Equation.DSMT4">
                  <p:embed/>
                </p:oleObj>
              </mc:Choice>
              <mc:Fallback>
                <p:oleObj name="Equation" r:id="rId24" imgW="1282680" imgH="266400" progId="Equation.DSMT4">
                  <p:embed/>
                  <p:pic>
                    <p:nvPicPr>
                      <p:cNvPr id="139" name="Object 138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219200" y="8494547"/>
                        <a:ext cx="12827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72</Words>
  <Application>Microsoft Office PowerPoint</Application>
  <PresentationFormat>Custom</PresentationFormat>
  <Paragraphs>23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Calibri</vt:lpstr>
      <vt:lpstr>Century Gothic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- 11 - Quiz 6-1</dc:title>
  <dc:creator>Gina</dc:creator>
  <cp:lastModifiedBy>Gina Wilson</cp:lastModifiedBy>
  <cp:revision>26</cp:revision>
  <dcterms:created xsi:type="dcterms:W3CDTF">2017-11-01T08:17:05Z</dcterms:created>
  <dcterms:modified xsi:type="dcterms:W3CDTF">2021-06-16T17:22:04Z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2015-09-05T00:00:00Z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2017-11-01T00:00:00Z</vt:filetime>
  </property>
</Properties>
</file>