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1418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53594" y="9796688"/>
            <a:ext cx="1413509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image" Target="../media/image1.jpg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4.bin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4.wmf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04AEAB09-A5D1-4DC2-B286-606EBA043067}"/>
              </a:ext>
            </a:extLst>
          </p:cNvPr>
          <p:cNvSpPr/>
          <p:nvPr/>
        </p:nvSpPr>
        <p:spPr>
          <a:xfrm>
            <a:off x="504475" y="1587873"/>
            <a:ext cx="43434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Write each expression in simplest radical form.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CEAE01F-D75B-41F1-B0C4-A220809994A4}"/>
              </a:ext>
            </a:extLst>
          </p:cNvPr>
          <p:cNvSpPr/>
          <p:nvPr/>
        </p:nvSpPr>
        <p:spPr>
          <a:xfrm>
            <a:off x="497988" y="1828800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2C1C6F1-45CD-47FF-8BE7-6465C007F794}"/>
              </a:ext>
            </a:extLst>
          </p:cNvPr>
          <p:cNvSpPr/>
          <p:nvPr/>
        </p:nvSpPr>
        <p:spPr>
          <a:xfrm>
            <a:off x="2260918" y="1828800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4E7A68DF-36CA-42BD-942D-1620FEDD01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164123"/>
              </p:ext>
            </p:extLst>
          </p:nvPr>
        </p:nvGraphicFramePr>
        <p:xfrm>
          <a:off x="4234074" y="3162265"/>
          <a:ext cx="698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98400" imgH="241200" progId="Equation.DSMT4">
                  <p:embed/>
                </p:oleObj>
              </mc:Choice>
              <mc:Fallback>
                <p:oleObj name="Equation" r:id="rId3" imgW="698400" imgH="241200" progId="Equation.DSMT4">
                  <p:embed/>
                  <p:pic>
                    <p:nvPicPr>
                      <p:cNvPr id="155" name="Object 15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34074" y="3162265"/>
                        <a:ext cx="698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Rectangle 47">
            <a:extLst>
              <a:ext uri="{FF2B5EF4-FFF2-40B4-BE49-F238E27FC236}">
                <a16:creationId xmlns:a16="http://schemas.microsoft.com/office/drawing/2014/main" id="{FE44D6FD-5BED-4D89-A826-D324B585328F}"/>
              </a:ext>
            </a:extLst>
          </p:cNvPr>
          <p:cNvSpPr/>
          <p:nvPr/>
        </p:nvSpPr>
        <p:spPr>
          <a:xfrm>
            <a:off x="551144" y="6075789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9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73EAA1A-3517-4614-8019-6FF129B6818F}"/>
              </a:ext>
            </a:extLst>
          </p:cNvPr>
          <p:cNvSpPr/>
          <p:nvPr/>
        </p:nvSpPr>
        <p:spPr>
          <a:xfrm>
            <a:off x="3159490" y="6075789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10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B4E72F4-FEBD-4423-8D30-CDBF7128777D}"/>
              </a:ext>
            </a:extLst>
          </p:cNvPr>
          <p:cNvSpPr/>
          <p:nvPr/>
        </p:nvSpPr>
        <p:spPr>
          <a:xfrm>
            <a:off x="551144" y="7369410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11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D05FAB2-AF19-439C-B1E9-E671DE0687E4}"/>
              </a:ext>
            </a:extLst>
          </p:cNvPr>
          <p:cNvSpPr/>
          <p:nvPr/>
        </p:nvSpPr>
        <p:spPr>
          <a:xfrm>
            <a:off x="3159490" y="7369410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3E8F676-B710-4967-B7EA-00E8BDBAF3B3}"/>
              </a:ext>
            </a:extLst>
          </p:cNvPr>
          <p:cNvSpPr/>
          <p:nvPr/>
        </p:nvSpPr>
        <p:spPr>
          <a:xfrm>
            <a:off x="551144" y="8663029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13.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CB32A3A-E9F5-46D6-B0C6-81D5B27D48EE}"/>
              </a:ext>
            </a:extLst>
          </p:cNvPr>
          <p:cNvSpPr/>
          <p:nvPr/>
        </p:nvSpPr>
        <p:spPr>
          <a:xfrm>
            <a:off x="3159490" y="8663029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14.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60" name="Object 59">
            <a:extLst>
              <a:ext uri="{FF2B5EF4-FFF2-40B4-BE49-F238E27FC236}">
                <a16:creationId xmlns:a16="http://schemas.microsoft.com/office/drawing/2014/main" id="{37F76DFE-B903-4315-953E-D73F03182F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641399"/>
              </p:ext>
            </p:extLst>
          </p:nvPr>
        </p:nvGraphicFramePr>
        <p:xfrm>
          <a:off x="810644" y="5988162"/>
          <a:ext cx="4699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800" imgH="291960" progId="Equation.DSMT4">
                  <p:embed/>
                </p:oleObj>
              </mc:Choice>
              <mc:Fallback>
                <p:oleObj name="Equation" r:id="rId5" imgW="469800" imgH="291960" progId="Equation.DSMT4">
                  <p:embed/>
                  <p:pic>
                    <p:nvPicPr>
                      <p:cNvPr id="63" name="Object 62">
                        <a:extLst>
                          <a:ext uri="{FF2B5EF4-FFF2-40B4-BE49-F238E27FC236}">
                            <a16:creationId xmlns:a16="http://schemas.microsoft.com/office/drawing/2014/main" id="{ADC17A6B-B4DF-40E6-A555-C7B2E56C94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0644" y="5988162"/>
                        <a:ext cx="4699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9E424C26-BF5C-4473-81A4-369C0015A7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183849"/>
              </p:ext>
            </p:extLst>
          </p:nvPr>
        </p:nvGraphicFramePr>
        <p:xfrm>
          <a:off x="3505200" y="5966153"/>
          <a:ext cx="469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69800" imgH="368280" progId="Equation.DSMT4">
                  <p:embed/>
                </p:oleObj>
              </mc:Choice>
              <mc:Fallback>
                <p:oleObj name="Equation" r:id="rId7" imgW="469800" imgH="368280" progId="Equation.DSMT4">
                  <p:embed/>
                  <p:pic>
                    <p:nvPicPr>
                      <p:cNvPr id="64" name="Object 63">
                        <a:extLst>
                          <a:ext uri="{FF2B5EF4-FFF2-40B4-BE49-F238E27FC236}">
                            <a16:creationId xmlns:a16="http://schemas.microsoft.com/office/drawing/2014/main" id="{89B2FC73-E17B-4B47-858A-B4EBF866F2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05200" y="5966153"/>
                        <a:ext cx="469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78">
            <a:extLst>
              <a:ext uri="{FF2B5EF4-FFF2-40B4-BE49-F238E27FC236}">
                <a16:creationId xmlns:a16="http://schemas.microsoft.com/office/drawing/2014/main" id="{E6112C32-7B72-40D0-93D4-C0269A084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830381"/>
              </p:ext>
            </p:extLst>
          </p:nvPr>
        </p:nvGraphicFramePr>
        <p:xfrm>
          <a:off x="884688" y="7137400"/>
          <a:ext cx="330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30120" imgH="609480" progId="Equation.DSMT4">
                  <p:embed/>
                </p:oleObj>
              </mc:Choice>
              <mc:Fallback>
                <p:oleObj name="Equation" r:id="rId9" imgW="330120" imgH="609480" progId="Equation.DSMT4">
                  <p:embed/>
                  <p:pic>
                    <p:nvPicPr>
                      <p:cNvPr id="65" name="Object 64">
                        <a:extLst>
                          <a:ext uri="{FF2B5EF4-FFF2-40B4-BE49-F238E27FC236}">
                            <a16:creationId xmlns:a16="http://schemas.microsoft.com/office/drawing/2014/main" id="{B02355FD-EF6F-4B2B-BF0D-8A42CC6C6A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84688" y="7137400"/>
                        <a:ext cx="3302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C4F18BBB-EB33-423B-AD72-367A0CED82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872051"/>
              </p:ext>
            </p:extLst>
          </p:nvPr>
        </p:nvGraphicFramePr>
        <p:xfrm>
          <a:off x="878096" y="8608331"/>
          <a:ext cx="698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98400" imgH="304560" progId="Equation.DSMT4">
                  <p:embed/>
                </p:oleObj>
              </mc:Choice>
              <mc:Fallback>
                <p:oleObj name="Equation" r:id="rId11" imgW="698400" imgH="304560" progId="Equation.DSMT4">
                  <p:embed/>
                  <p:pic>
                    <p:nvPicPr>
                      <p:cNvPr id="66" name="Object 65">
                        <a:extLst>
                          <a:ext uri="{FF2B5EF4-FFF2-40B4-BE49-F238E27FC236}">
                            <a16:creationId xmlns:a16="http://schemas.microsoft.com/office/drawing/2014/main" id="{2F0A18DF-7634-439D-B71F-C928A0D5DB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78096" y="8608331"/>
                        <a:ext cx="6985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9C47DF40-80C1-422E-9D37-2F6413243D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938801"/>
              </p:ext>
            </p:extLst>
          </p:nvPr>
        </p:nvGraphicFramePr>
        <p:xfrm>
          <a:off x="3505200" y="7266228"/>
          <a:ext cx="762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61760" imgH="330120" progId="Equation.DSMT4">
                  <p:embed/>
                </p:oleObj>
              </mc:Choice>
              <mc:Fallback>
                <p:oleObj name="Equation" r:id="rId13" imgW="761760" imgH="330120" progId="Equation.DSMT4">
                  <p:embed/>
                  <p:pic>
                    <p:nvPicPr>
                      <p:cNvPr id="67" name="Object 66">
                        <a:extLst>
                          <a:ext uri="{FF2B5EF4-FFF2-40B4-BE49-F238E27FC236}">
                            <a16:creationId xmlns:a16="http://schemas.microsoft.com/office/drawing/2014/main" id="{508CEC82-2F94-4057-9845-8CC347CCDF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05200" y="7266228"/>
                        <a:ext cx="762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9F730742-7F25-44F5-AADB-E17DA25BD7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184603"/>
              </p:ext>
            </p:extLst>
          </p:nvPr>
        </p:nvGraphicFramePr>
        <p:xfrm>
          <a:off x="3505200" y="8534400"/>
          <a:ext cx="368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68280" imgH="469800" progId="Equation.DSMT4">
                  <p:embed/>
                </p:oleObj>
              </mc:Choice>
              <mc:Fallback>
                <p:oleObj name="Equation" r:id="rId15" imgW="368280" imgH="469800" progId="Equation.DSMT4">
                  <p:embed/>
                  <p:pic>
                    <p:nvPicPr>
                      <p:cNvPr id="68" name="Object 67">
                        <a:extLst>
                          <a:ext uri="{FF2B5EF4-FFF2-40B4-BE49-F238E27FC236}">
                            <a16:creationId xmlns:a16="http://schemas.microsoft.com/office/drawing/2014/main" id="{3E825837-ED9A-4CA8-9CCB-A42A89B886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05200" y="8534400"/>
                        <a:ext cx="3683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Rectangle 82">
            <a:extLst>
              <a:ext uri="{FF2B5EF4-FFF2-40B4-BE49-F238E27FC236}">
                <a16:creationId xmlns:a16="http://schemas.microsoft.com/office/drawing/2014/main" id="{364460F2-7D2D-4EA5-B792-699BC6B0E769}"/>
              </a:ext>
            </a:extLst>
          </p:cNvPr>
          <p:cNvSpPr/>
          <p:nvPr/>
        </p:nvSpPr>
        <p:spPr>
          <a:xfrm>
            <a:off x="478170" y="4482515"/>
            <a:ext cx="43434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Write each expression in exponential form.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9B30275-D8B4-4541-B9D4-3D3E5BD54D96}"/>
              </a:ext>
            </a:extLst>
          </p:cNvPr>
          <p:cNvSpPr/>
          <p:nvPr/>
        </p:nvSpPr>
        <p:spPr>
          <a:xfrm>
            <a:off x="494410" y="4817720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7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48D9C48-E3AE-44E4-A181-99AC0F68B40D}"/>
              </a:ext>
            </a:extLst>
          </p:cNvPr>
          <p:cNvSpPr/>
          <p:nvPr/>
        </p:nvSpPr>
        <p:spPr>
          <a:xfrm>
            <a:off x="3121384" y="4821438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8.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139AEB-CB20-44AD-B2A6-4ED7F25575D5}"/>
              </a:ext>
            </a:extLst>
          </p:cNvPr>
          <p:cNvSpPr/>
          <p:nvPr/>
        </p:nvSpPr>
        <p:spPr>
          <a:xfrm>
            <a:off x="533584" y="5637263"/>
            <a:ext cx="43434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Simplify.  Write each expression in simplest radical form.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A40E5A01-C2B4-4122-B916-ED37D9515F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77160"/>
              </p:ext>
            </p:extLst>
          </p:nvPr>
        </p:nvGraphicFramePr>
        <p:xfrm>
          <a:off x="712344" y="1834095"/>
          <a:ext cx="381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80880" imgH="228600" progId="Equation.DSMT4">
                  <p:embed/>
                </p:oleObj>
              </mc:Choice>
              <mc:Fallback>
                <p:oleObj name="Equation" r:id="rId17" imgW="380880" imgH="228600" progId="Equation.DSMT4">
                  <p:embed/>
                  <p:pic>
                    <p:nvPicPr>
                      <p:cNvPr id="73" name="Object 72">
                        <a:extLst>
                          <a:ext uri="{FF2B5EF4-FFF2-40B4-BE49-F238E27FC236}">
                            <a16:creationId xmlns:a16="http://schemas.microsoft.com/office/drawing/2014/main" id="{880EF302-62DF-4CA1-A5FA-D76F4F934C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12344" y="1834095"/>
                        <a:ext cx="381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C78A5B00-9111-4F05-8C95-5A8E2EC031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4111830"/>
              </p:ext>
            </p:extLst>
          </p:nvPr>
        </p:nvGraphicFramePr>
        <p:xfrm>
          <a:off x="2508496" y="1835860"/>
          <a:ext cx="457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57200" imgH="228600" progId="Equation.DSMT4">
                  <p:embed/>
                </p:oleObj>
              </mc:Choice>
              <mc:Fallback>
                <p:oleObj name="Equation" r:id="rId19" imgW="457200" imgH="228600" progId="Equation.DSMT4">
                  <p:embed/>
                  <p:pic>
                    <p:nvPicPr>
                      <p:cNvPr id="74" name="Object 73">
                        <a:extLst>
                          <a:ext uri="{FF2B5EF4-FFF2-40B4-BE49-F238E27FC236}">
                            <a16:creationId xmlns:a16="http://schemas.microsoft.com/office/drawing/2014/main" id="{0B4EB898-D066-42D8-AFE9-754409CC0E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508496" y="1835860"/>
                        <a:ext cx="457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53672AFA-6459-4C90-9D23-5A11381CE3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479653"/>
              </p:ext>
            </p:extLst>
          </p:nvPr>
        </p:nvGraphicFramePr>
        <p:xfrm>
          <a:off x="731838" y="3149350"/>
          <a:ext cx="533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33160" imgH="241200" progId="Equation.DSMT4">
                  <p:embed/>
                </p:oleObj>
              </mc:Choice>
              <mc:Fallback>
                <p:oleObj name="Equation" r:id="rId21" imgW="533160" imgH="241200" progId="Equation.DSMT4">
                  <p:embed/>
                  <p:pic>
                    <p:nvPicPr>
                      <p:cNvPr id="75" name="Object 74">
                        <a:extLst>
                          <a:ext uri="{FF2B5EF4-FFF2-40B4-BE49-F238E27FC236}">
                            <a16:creationId xmlns:a16="http://schemas.microsoft.com/office/drawing/2014/main" id="{1C5620DE-93B9-4412-AB5A-A804DBEA88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31838" y="3149350"/>
                        <a:ext cx="533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89">
            <a:extLst>
              <a:ext uri="{FF2B5EF4-FFF2-40B4-BE49-F238E27FC236}">
                <a16:creationId xmlns:a16="http://schemas.microsoft.com/office/drawing/2014/main" id="{8E2C13F8-63F7-4CA7-A488-5ECD1D2FF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976683"/>
              </p:ext>
            </p:extLst>
          </p:nvPr>
        </p:nvGraphicFramePr>
        <p:xfrm>
          <a:off x="734235" y="4796206"/>
          <a:ext cx="571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71320" imgH="266400" progId="Equation.DSMT4">
                  <p:embed/>
                </p:oleObj>
              </mc:Choice>
              <mc:Fallback>
                <p:oleObj name="Equation" r:id="rId23" imgW="571320" imgH="266400" progId="Equation.DSMT4">
                  <p:embed/>
                  <p:pic>
                    <p:nvPicPr>
                      <p:cNvPr id="76" name="Object 75">
                        <a:extLst>
                          <a:ext uri="{FF2B5EF4-FFF2-40B4-BE49-F238E27FC236}">
                            <a16:creationId xmlns:a16="http://schemas.microsoft.com/office/drawing/2014/main" id="{BFD3B127-6558-4723-97EC-6EF25583C1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34235" y="4796206"/>
                        <a:ext cx="571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2C13D51F-32BC-4016-B923-1AD359C06E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664570"/>
              </p:ext>
            </p:extLst>
          </p:nvPr>
        </p:nvGraphicFramePr>
        <p:xfrm>
          <a:off x="3352800" y="4809556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507960" imgH="241200" progId="Equation.DSMT4">
                  <p:embed/>
                </p:oleObj>
              </mc:Choice>
              <mc:Fallback>
                <p:oleObj name="Equation" r:id="rId25" imgW="507960" imgH="241200" progId="Equation.DSMT4">
                  <p:embed/>
                  <p:pic>
                    <p:nvPicPr>
                      <p:cNvPr id="77" name="Object 76">
                        <a:extLst>
                          <a:ext uri="{FF2B5EF4-FFF2-40B4-BE49-F238E27FC236}">
                            <a16:creationId xmlns:a16="http://schemas.microsoft.com/office/drawing/2014/main" id="{634163C2-91BE-46D9-8809-488A27F67C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352800" y="4809556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12763C98-16E1-4FAC-8194-3045BDBFAF39}"/>
              </a:ext>
            </a:extLst>
          </p:cNvPr>
          <p:cNvSpPr/>
          <p:nvPr/>
        </p:nvSpPr>
        <p:spPr>
          <a:xfrm>
            <a:off x="4005474" y="1828800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93" name="Object 92">
            <a:extLst>
              <a:ext uri="{FF2B5EF4-FFF2-40B4-BE49-F238E27FC236}">
                <a16:creationId xmlns:a16="http://schemas.microsoft.com/office/drawing/2014/main" id="{9878CD29-50EB-4739-8DAE-2A1E8066F5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414160"/>
              </p:ext>
            </p:extLst>
          </p:nvPr>
        </p:nvGraphicFramePr>
        <p:xfrm>
          <a:off x="4246942" y="1835150"/>
          <a:ext cx="457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457200" imgH="228600" progId="Equation.DSMT4">
                  <p:embed/>
                </p:oleObj>
              </mc:Choice>
              <mc:Fallback>
                <p:oleObj name="Equation" r:id="rId27" imgW="457200" imgH="2286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73DACED-F6BF-47D3-9A6C-AAF8D59DC0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246942" y="1835150"/>
                        <a:ext cx="457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Rectangle 93">
            <a:extLst>
              <a:ext uri="{FF2B5EF4-FFF2-40B4-BE49-F238E27FC236}">
                <a16:creationId xmlns:a16="http://schemas.microsoft.com/office/drawing/2014/main" id="{3C5AE748-89F8-4B28-8050-BE72D3C3DB3D}"/>
              </a:ext>
            </a:extLst>
          </p:cNvPr>
          <p:cNvSpPr/>
          <p:nvPr/>
        </p:nvSpPr>
        <p:spPr>
          <a:xfrm>
            <a:off x="497988" y="3160527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4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2C7FDBC-D81F-4E38-A956-234E28400561}"/>
              </a:ext>
            </a:extLst>
          </p:cNvPr>
          <p:cNvSpPr/>
          <p:nvPr/>
        </p:nvSpPr>
        <p:spPr>
          <a:xfrm>
            <a:off x="2260918" y="3147612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5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34008D8-F6C2-468A-9D30-26EACA160DB9}"/>
              </a:ext>
            </a:extLst>
          </p:cNvPr>
          <p:cNvSpPr/>
          <p:nvPr/>
        </p:nvSpPr>
        <p:spPr>
          <a:xfrm>
            <a:off x="4005474" y="3147612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6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97" name="Object 96">
            <a:extLst>
              <a:ext uri="{FF2B5EF4-FFF2-40B4-BE49-F238E27FC236}">
                <a16:creationId xmlns:a16="http://schemas.microsoft.com/office/drawing/2014/main" id="{83176333-B89B-4C61-A4A2-45DFEF710E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9865493"/>
              </p:ext>
            </p:extLst>
          </p:nvPr>
        </p:nvGraphicFramePr>
        <p:xfrm>
          <a:off x="2479675" y="3162265"/>
          <a:ext cx="711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711000" imgH="266400" progId="Equation.DSMT4">
                  <p:embed/>
                </p:oleObj>
              </mc:Choice>
              <mc:Fallback>
                <p:oleObj name="Equation" r:id="rId29" imgW="711000" imgH="2664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E3ED0721-8457-4FA1-8361-3597E24CD5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479675" y="3162265"/>
                        <a:ext cx="7112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7930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53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Century Gothic</vt:lpstr>
      <vt:lpstr>Office Theme</vt:lpstr>
      <vt:lpstr>Equation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- 11 - Quiz 6-1</dc:title>
  <dc:creator>Gina</dc:creator>
  <cp:lastModifiedBy>Gina Wilson</cp:lastModifiedBy>
  <cp:revision>29</cp:revision>
  <dcterms:created xsi:type="dcterms:W3CDTF">2017-11-01T08:17:05Z</dcterms:created>
  <dcterms:modified xsi:type="dcterms:W3CDTF">2021-06-16T17:20:40Z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2015-09-05T00:00:00Z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2017-11-01T00:00:00Z</vt:filetime>
  </property>
</Properties>
</file>