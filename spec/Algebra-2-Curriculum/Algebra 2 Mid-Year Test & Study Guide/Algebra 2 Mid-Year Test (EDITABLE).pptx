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 autoAdjust="0"/>
    <p:restoredTop sz="94660"/>
  </p:normalViewPr>
  <p:slideViewPr>
    <p:cSldViewPr>
      <p:cViewPr>
        <p:scale>
          <a:sx n="134" d="100"/>
          <a:sy n="134" d="100"/>
        </p:scale>
        <p:origin x="543" y="-30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F2A31-FE06-4F01-9D2B-1DF77481C188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C61CD-CAEB-4373-B6B2-9400137FA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8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C61CD-CAEB-4373-B6B2-9400137FAF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1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19406" y="9804664"/>
            <a:ext cx="151320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9.wmf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3.wmf"/><Relationship Id="rId50" Type="http://schemas.openxmlformats.org/officeDocument/2006/relationships/oleObject" Target="../embeddings/oleObject24.bin"/><Relationship Id="rId55" Type="http://schemas.openxmlformats.org/officeDocument/2006/relationships/image" Target="../media/image27.wmf"/><Relationship Id="rId63" Type="http://schemas.openxmlformats.org/officeDocument/2006/relationships/image" Target="../media/image31.wmf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4.wmf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8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2.wmf"/><Relationship Id="rId53" Type="http://schemas.openxmlformats.org/officeDocument/2006/relationships/image" Target="../media/image26.wmf"/><Relationship Id="rId58" Type="http://schemas.openxmlformats.org/officeDocument/2006/relationships/oleObject" Target="../embeddings/oleObject28.bin"/><Relationship Id="rId5" Type="http://schemas.openxmlformats.org/officeDocument/2006/relationships/image" Target="../media/image2.wmf"/><Relationship Id="rId61" Type="http://schemas.openxmlformats.org/officeDocument/2006/relationships/image" Target="../media/image30.wmf"/><Relationship Id="rId19" Type="http://schemas.openxmlformats.org/officeDocument/2006/relationships/image" Target="../media/image9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7.wmf"/><Relationship Id="rId43" Type="http://schemas.openxmlformats.org/officeDocument/2006/relationships/image" Target="../media/image21.wmf"/><Relationship Id="rId48" Type="http://schemas.openxmlformats.org/officeDocument/2006/relationships/oleObject" Target="../embeddings/oleObject23.bin"/><Relationship Id="rId56" Type="http://schemas.openxmlformats.org/officeDocument/2006/relationships/oleObject" Target="../embeddings/oleObject27.bin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5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image" Target="../media/image16.w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59" Type="http://schemas.openxmlformats.org/officeDocument/2006/relationships/image" Target="../media/image29.wmf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20.wmf"/><Relationship Id="rId54" Type="http://schemas.openxmlformats.org/officeDocument/2006/relationships/oleObject" Target="../embeddings/oleObject26.bin"/><Relationship Id="rId62" Type="http://schemas.openxmlformats.org/officeDocument/2006/relationships/oleObject" Target="../embeddings/oleObject3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49" Type="http://schemas.openxmlformats.org/officeDocument/2006/relationships/image" Target="../media/image24.wmf"/><Relationship Id="rId57" Type="http://schemas.openxmlformats.org/officeDocument/2006/relationships/image" Target="../media/image28.wmf"/><Relationship Id="rId10" Type="http://schemas.openxmlformats.org/officeDocument/2006/relationships/oleObject" Target="../embeddings/oleObject4.bin"/><Relationship Id="rId31" Type="http://schemas.openxmlformats.org/officeDocument/2006/relationships/image" Target="../media/image15.wmf"/><Relationship Id="rId44" Type="http://schemas.openxmlformats.org/officeDocument/2006/relationships/oleObject" Target="../embeddings/oleObject21.bin"/><Relationship Id="rId52" Type="http://schemas.openxmlformats.org/officeDocument/2006/relationships/oleObject" Target="../embeddings/oleObject25.bin"/><Relationship Id="rId60" Type="http://schemas.openxmlformats.org/officeDocument/2006/relationships/oleObject" Target="../embeddings/oleObject2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.wmf"/><Relationship Id="rId21" Type="http://schemas.openxmlformats.org/officeDocument/2006/relationships/oleObject" Target="../embeddings/oleObject40.bin"/><Relationship Id="rId42" Type="http://schemas.openxmlformats.org/officeDocument/2006/relationships/image" Target="../media/image52.wmf"/><Relationship Id="rId47" Type="http://schemas.openxmlformats.org/officeDocument/2006/relationships/oleObject" Target="../embeddings/oleObject53.bin"/><Relationship Id="rId63" Type="http://schemas.openxmlformats.org/officeDocument/2006/relationships/oleObject" Target="../embeddings/oleObject61.bin"/><Relationship Id="rId68" Type="http://schemas.openxmlformats.org/officeDocument/2006/relationships/image" Target="../media/image65.wmf"/><Relationship Id="rId16" Type="http://schemas.openxmlformats.org/officeDocument/2006/relationships/image" Target="../media/image39.wmf"/><Relationship Id="rId11" Type="http://schemas.openxmlformats.org/officeDocument/2006/relationships/oleObject" Target="../embeddings/oleObject35.bin"/><Relationship Id="rId32" Type="http://schemas.openxmlformats.org/officeDocument/2006/relationships/image" Target="../media/image47.wmf"/><Relationship Id="rId37" Type="http://schemas.openxmlformats.org/officeDocument/2006/relationships/oleObject" Target="../embeddings/oleObject48.bin"/><Relationship Id="rId53" Type="http://schemas.openxmlformats.org/officeDocument/2006/relationships/oleObject" Target="../embeddings/oleObject56.bin"/><Relationship Id="rId58" Type="http://schemas.openxmlformats.org/officeDocument/2006/relationships/image" Target="../media/image60.wmf"/><Relationship Id="rId74" Type="http://schemas.openxmlformats.org/officeDocument/2006/relationships/image" Target="../media/image68.wmf"/><Relationship Id="rId79" Type="http://schemas.openxmlformats.org/officeDocument/2006/relationships/oleObject" Target="../embeddings/oleObject69.bin"/><Relationship Id="rId5" Type="http://schemas.openxmlformats.org/officeDocument/2006/relationships/oleObject" Target="../embeddings/oleObject32.bin"/><Relationship Id="rId61" Type="http://schemas.openxmlformats.org/officeDocument/2006/relationships/oleObject" Target="../embeddings/oleObject60.bin"/><Relationship Id="rId82" Type="http://schemas.openxmlformats.org/officeDocument/2006/relationships/image" Target="../media/image72.wmf"/><Relationship Id="rId19" Type="http://schemas.openxmlformats.org/officeDocument/2006/relationships/oleObject" Target="../embeddings/oleObject39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43.bin"/><Relationship Id="rId30" Type="http://schemas.openxmlformats.org/officeDocument/2006/relationships/image" Target="../media/image46.wmf"/><Relationship Id="rId35" Type="http://schemas.openxmlformats.org/officeDocument/2006/relationships/oleObject" Target="../embeddings/oleObject47.bin"/><Relationship Id="rId43" Type="http://schemas.openxmlformats.org/officeDocument/2006/relationships/oleObject" Target="../embeddings/oleObject51.bin"/><Relationship Id="rId48" Type="http://schemas.openxmlformats.org/officeDocument/2006/relationships/image" Target="../media/image55.wmf"/><Relationship Id="rId56" Type="http://schemas.openxmlformats.org/officeDocument/2006/relationships/image" Target="../media/image59.wmf"/><Relationship Id="rId64" Type="http://schemas.openxmlformats.org/officeDocument/2006/relationships/image" Target="../media/image63.wmf"/><Relationship Id="rId69" Type="http://schemas.openxmlformats.org/officeDocument/2006/relationships/oleObject" Target="../embeddings/oleObject64.bin"/><Relationship Id="rId77" Type="http://schemas.openxmlformats.org/officeDocument/2006/relationships/oleObject" Target="../embeddings/oleObject68.bin"/><Relationship Id="rId8" Type="http://schemas.openxmlformats.org/officeDocument/2006/relationships/image" Target="../media/image35.wmf"/><Relationship Id="rId51" Type="http://schemas.openxmlformats.org/officeDocument/2006/relationships/oleObject" Target="../embeddings/oleObject55.bin"/><Relationship Id="rId72" Type="http://schemas.openxmlformats.org/officeDocument/2006/relationships/image" Target="../media/image67.wmf"/><Relationship Id="rId80" Type="http://schemas.openxmlformats.org/officeDocument/2006/relationships/image" Target="../media/image71.wmf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33" Type="http://schemas.openxmlformats.org/officeDocument/2006/relationships/oleObject" Target="../embeddings/oleObject46.bin"/><Relationship Id="rId38" Type="http://schemas.openxmlformats.org/officeDocument/2006/relationships/image" Target="../media/image50.wmf"/><Relationship Id="rId46" Type="http://schemas.openxmlformats.org/officeDocument/2006/relationships/image" Target="../media/image54.wmf"/><Relationship Id="rId59" Type="http://schemas.openxmlformats.org/officeDocument/2006/relationships/oleObject" Target="../embeddings/oleObject59.bin"/><Relationship Id="rId67" Type="http://schemas.openxmlformats.org/officeDocument/2006/relationships/oleObject" Target="../embeddings/oleObject63.bin"/><Relationship Id="rId20" Type="http://schemas.openxmlformats.org/officeDocument/2006/relationships/image" Target="../media/image41.wmf"/><Relationship Id="rId41" Type="http://schemas.openxmlformats.org/officeDocument/2006/relationships/oleObject" Target="../embeddings/oleObject50.bin"/><Relationship Id="rId54" Type="http://schemas.openxmlformats.org/officeDocument/2006/relationships/image" Target="../media/image58.wmf"/><Relationship Id="rId62" Type="http://schemas.openxmlformats.org/officeDocument/2006/relationships/image" Target="../media/image62.wmf"/><Relationship Id="rId70" Type="http://schemas.openxmlformats.org/officeDocument/2006/relationships/image" Target="../media/image66.wmf"/><Relationship Id="rId75" Type="http://schemas.openxmlformats.org/officeDocument/2006/relationships/oleObject" Target="../embeddings/oleObject67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wmf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45.wmf"/><Relationship Id="rId36" Type="http://schemas.openxmlformats.org/officeDocument/2006/relationships/image" Target="../media/image49.wmf"/><Relationship Id="rId49" Type="http://schemas.openxmlformats.org/officeDocument/2006/relationships/oleObject" Target="../embeddings/oleObject54.bin"/><Relationship Id="rId57" Type="http://schemas.openxmlformats.org/officeDocument/2006/relationships/oleObject" Target="../embeddings/oleObject58.bin"/><Relationship Id="rId10" Type="http://schemas.openxmlformats.org/officeDocument/2006/relationships/image" Target="../media/image36.wmf"/><Relationship Id="rId31" Type="http://schemas.openxmlformats.org/officeDocument/2006/relationships/oleObject" Target="../embeddings/oleObject45.bin"/><Relationship Id="rId44" Type="http://schemas.openxmlformats.org/officeDocument/2006/relationships/image" Target="../media/image53.wmf"/><Relationship Id="rId52" Type="http://schemas.openxmlformats.org/officeDocument/2006/relationships/image" Target="../media/image57.wmf"/><Relationship Id="rId60" Type="http://schemas.openxmlformats.org/officeDocument/2006/relationships/image" Target="../media/image61.wmf"/><Relationship Id="rId65" Type="http://schemas.openxmlformats.org/officeDocument/2006/relationships/oleObject" Target="../embeddings/oleObject62.bin"/><Relationship Id="rId73" Type="http://schemas.openxmlformats.org/officeDocument/2006/relationships/oleObject" Target="../embeddings/oleObject66.bin"/><Relationship Id="rId78" Type="http://schemas.openxmlformats.org/officeDocument/2006/relationships/image" Target="../media/image70.wmf"/><Relationship Id="rId81" Type="http://schemas.openxmlformats.org/officeDocument/2006/relationships/oleObject" Target="../embeddings/oleObject70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4.bin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0.wmf"/><Relationship Id="rId39" Type="http://schemas.openxmlformats.org/officeDocument/2006/relationships/oleObject" Target="../embeddings/oleObject49.bin"/><Relationship Id="rId34" Type="http://schemas.openxmlformats.org/officeDocument/2006/relationships/image" Target="../media/image48.wmf"/><Relationship Id="rId50" Type="http://schemas.openxmlformats.org/officeDocument/2006/relationships/image" Target="../media/image56.wmf"/><Relationship Id="rId55" Type="http://schemas.openxmlformats.org/officeDocument/2006/relationships/oleObject" Target="../embeddings/oleObject57.bin"/><Relationship Id="rId76" Type="http://schemas.openxmlformats.org/officeDocument/2006/relationships/image" Target="../media/image69.wmf"/><Relationship Id="rId7" Type="http://schemas.openxmlformats.org/officeDocument/2006/relationships/oleObject" Target="../embeddings/oleObject33.bin"/><Relationship Id="rId71" Type="http://schemas.openxmlformats.org/officeDocument/2006/relationships/oleObject" Target="../embeddings/oleObject65.bin"/><Relationship Id="rId2" Type="http://schemas.openxmlformats.org/officeDocument/2006/relationships/image" Target="../media/image32.PNG"/><Relationship Id="rId29" Type="http://schemas.openxmlformats.org/officeDocument/2006/relationships/oleObject" Target="../embeddings/oleObject44.bin"/><Relationship Id="rId24" Type="http://schemas.openxmlformats.org/officeDocument/2006/relationships/image" Target="../media/image43.wmf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52.bin"/><Relationship Id="rId66" Type="http://schemas.openxmlformats.org/officeDocument/2006/relationships/image" Target="../media/image64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9" Type="http://schemas.openxmlformats.org/officeDocument/2006/relationships/oleObject" Target="../embeddings/oleObject89.bin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89.wmf"/><Relationship Id="rId42" Type="http://schemas.openxmlformats.org/officeDocument/2006/relationships/image" Target="../media/image93.wmf"/><Relationship Id="rId47" Type="http://schemas.openxmlformats.org/officeDocument/2006/relationships/oleObject" Target="../embeddings/oleObject93.bin"/><Relationship Id="rId50" Type="http://schemas.openxmlformats.org/officeDocument/2006/relationships/image" Target="../media/image97.wmf"/><Relationship Id="rId55" Type="http://schemas.openxmlformats.org/officeDocument/2006/relationships/oleObject" Target="../embeddings/oleObject97.bin"/><Relationship Id="rId7" Type="http://schemas.openxmlformats.org/officeDocument/2006/relationships/oleObject" Target="../embeddings/oleObject73.bin"/><Relationship Id="rId2" Type="http://schemas.openxmlformats.org/officeDocument/2006/relationships/image" Target="../media/image73.PNG"/><Relationship Id="rId16" Type="http://schemas.openxmlformats.org/officeDocument/2006/relationships/image" Target="../media/image80.wmf"/><Relationship Id="rId29" Type="http://schemas.openxmlformats.org/officeDocument/2006/relationships/oleObject" Target="../embeddings/oleObject84.bin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84.wmf"/><Relationship Id="rId32" Type="http://schemas.openxmlformats.org/officeDocument/2006/relationships/image" Target="../media/image88.wmf"/><Relationship Id="rId37" Type="http://schemas.openxmlformats.org/officeDocument/2006/relationships/oleObject" Target="../embeddings/oleObject88.bin"/><Relationship Id="rId40" Type="http://schemas.openxmlformats.org/officeDocument/2006/relationships/image" Target="../media/image92.wmf"/><Relationship Id="rId45" Type="http://schemas.openxmlformats.org/officeDocument/2006/relationships/oleObject" Target="../embeddings/oleObject92.bin"/><Relationship Id="rId53" Type="http://schemas.openxmlformats.org/officeDocument/2006/relationships/oleObject" Target="../embeddings/oleObject96.bin"/><Relationship Id="rId58" Type="http://schemas.openxmlformats.org/officeDocument/2006/relationships/image" Target="../media/image101.wmf"/><Relationship Id="rId5" Type="http://schemas.openxmlformats.org/officeDocument/2006/relationships/oleObject" Target="../embeddings/oleObject72.bin"/><Relationship Id="rId61" Type="http://schemas.openxmlformats.org/officeDocument/2006/relationships/oleObject" Target="../embeddings/oleObject100.bin"/><Relationship Id="rId19" Type="http://schemas.openxmlformats.org/officeDocument/2006/relationships/oleObject" Target="../embeddings/oleObject79.bin"/><Relationship Id="rId14" Type="http://schemas.openxmlformats.org/officeDocument/2006/relationships/image" Target="../media/image79.w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87.wmf"/><Relationship Id="rId35" Type="http://schemas.openxmlformats.org/officeDocument/2006/relationships/oleObject" Target="../embeddings/oleObject87.bin"/><Relationship Id="rId43" Type="http://schemas.openxmlformats.org/officeDocument/2006/relationships/oleObject" Target="../embeddings/oleObject91.bin"/><Relationship Id="rId48" Type="http://schemas.openxmlformats.org/officeDocument/2006/relationships/image" Target="../media/image96.wmf"/><Relationship Id="rId56" Type="http://schemas.openxmlformats.org/officeDocument/2006/relationships/image" Target="../media/image100.wmf"/><Relationship Id="rId8" Type="http://schemas.openxmlformats.org/officeDocument/2006/relationships/image" Target="../media/image76.wmf"/><Relationship Id="rId51" Type="http://schemas.openxmlformats.org/officeDocument/2006/relationships/oleObject" Target="../embeddings/oleObject95.bin"/><Relationship Id="rId3" Type="http://schemas.openxmlformats.org/officeDocument/2006/relationships/oleObject" Target="../embeddings/oleObject7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image" Target="../media/image91.wmf"/><Relationship Id="rId46" Type="http://schemas.openxmlformats.org/officeDocument/2006/relationships/image" Target="../media/image95.wmf"/><Relationship Id="rId59" Type="http://schemas.openxmlformats.org/officeDocument/2006/relationships/oleObject" Target="../embeddings/oleObject99.bin"/><Relationship Id="rId20" Type="http://schemas.openxmlformats.org/officeDocument/2006/relationships/image" Target="../media/image82.wmf"/><Relationship Id="rId41" Type="http://schemas.openxmlformats.org/officeDocument/2006/relationships/oleObject" Target="../embeddings/oleObject90.bin"/><Relationship Id="rId54" Type="http://schemas.openxmlformats.org/officeDocument/2006/relationships/image" Target="../media/image99.wmf"/><Relationship Id="rId62" Type="http://schemas.openxmlformats.org/officeDocument/2006/relationships/image" Target="../media/image103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wmf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6.wmf"/><Relationship Id="rId36" Type="http://schemas.openxmlformats.org/officeDocument/2006/relationships/image" Target="../media/image90.wmf"/><Relationship Id="rId49" Type="http://schemas.openxmlformats.org/officeDocument/2006/relationships/oleObject" Target="../embeddings/oleObject94.bin"/><Relationship Id="rId57" Type="http://schemas.openxmlformats.org/officeDocument/2006/relationships/oleObject" Target="../embeddings/oleObject98.bin"/><Relationship Id="rId10" Type="http://schemas.openxmlformats.org/officeDocument/2006/relationships/image" Target="../media/image77.wmf"/><Relationship Id="rId31" Type="http://schemas.openxmlformats.org/officeDocument/2006/relationships/oleObject" Target="../embeddings/oleObject85.bin"/><Relationship Id="rId44" Type="http://schemas.openxmlformats.org/officeDocument/2006/relationships/image" Target="../media/image94.wmf"/><Relationship Id="rId52" Type="http://schemas.openxmlformats.org/officeDocument/2006/relationships/image" Target="../media/image98.wmf"/><Relationship Id="rId60" Type="http://schemas.openxmlformats.org/officeDocument/2006/relationships/image" Target="../media/image102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4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12.wmf"/><Relationship Id="rId26" Type="http://schemas.openxmlformats.org/officeDocument/2006/relationships/image" Target="../media/image116.wmf"/><Relationship Id="rId39" Type="http://schemas.openxmlformats.org/officeDocument/2006/relationships/oleObject" Target="../embeddings/oleObject119.bin"/><Relationship Id="rId21" Type="http://schemas.openxmlformats.org/officeDocument/2006/relationships/oleObject" Target="../embeddings/oleObject110.bin"/><Relationship Id="rId34" Type="http://schemas.openxmlformats.org/officeDocument/2006/relationships/image" Target="../media/image120.wmf"/><Relationship Id="rId42" Type="http://schemas.openxmlformats.org/officeDocument/2006/relationships/image" Target="../media/image124.wmf"/><Relationship Id="rId7" Type="http://schemas.openxmlformats.org/officeDocument/2006/relationships/oleObject" Target="../embeddings/oleObject103.bin"/><Relationship Id="rId2" Type="http://schemas.openxmlformats.org/officeDocument/2006/relationships/image" Target="../media/image104.PNG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29" Type="http://schemas.openxmlformats.org/officeDocument/2006/relationships/oleObject" Target="../embeddings/oleObject114.bin"/><Relationship Id="rId41" Type="http://schemas.openxmlformats.org/officeDocument/2006/relationships/oleObject" Target="../embeddings/oleObject120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15.wmf"/><Relationship Id="rId32" Type="http://schemas.openxmlformats.org/officeDocument/2006/relationships/image" Target="../media/image119.wmf"/><Relationship Id="rId37" Type="http://schemas.openxmlformats.org/officeDocument/2006/relationships/oleObject" Target="../embeddings/oleObject118.bin"/><Relationship Id="rId40" Type="http://schemas.openxmlformats.org/officeDocument/2006/relationships/image" Target="../media/image123.w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117.wmf"/><Relationship Id="rId36" Type="http://schemas.openxmlformats.org/officeDocument/2006/relationships/image" Target="../media/image121.wmf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09.bin"/><Relationship Id="rId31" Type="http://schemas.openxmlformats.org/officeDocument/2006/relationships/oleObject" Target="../embeddings/oleObject115.bin"/><Relationship Id="rId44" Type="http://schemas.openxmlformats.org/officeDocument/2006/relationships/image" Target="../media/image125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118.wmf"/><Relationship Id="rId35" Type="http://schemas.openxmlformats.org/officeDocument/2006/relationships/oleObject" Target="../embeddings/oleObject117.bin"/><Relationship Id="rId43" Type="http://schemas.openxmlformats.org/officeDocument/2006/relationships/oleObject" Target="../embeddings/oleObject121.bin"/><Relationship Id="rId8" Type="http://schemas.openxmlformats.org/officeDocument/2006/relationships/image" Target="../media/image107.wmf"/><Relationship Id="rId3" Type="http://schemas.openxmlformats.org/officeDocument/2006/relationships/oleObject" Target="../embeddings/oleObject101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33" Type="http://schemas.openxmlformats.org/officeDocument/2006/relationships/oleObject" Target="../embeddings/oleObject116.bin"/><Relationship Id="rId38" Type="http://schemas.openxmlformats.org/officeDocument/2006/relationships/image" Target="../media/image122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34.wmf"/><Relationship Id="rId26" Type="http://schemas.openxmlformats.org/officeDocument/2006/relationships/image" Target="../media/image138.wmf"/><Relationship Id="rId39" Type="http://schemas.openxmlformats.org/officeDocument/2006/relationships/oleObject" Target="../embeddings/oleObject140.bin"/><Relationship Id="rId21" Type="http://schemas.openxmlformats.org/officeDocument/2006/relationships/oleObject" Target="../embeddings/oleObject131.bin"/><Relationship Id="rId34" Type="http://schemas.openxmlformats.org/officeDocument/2006/relationships/image" Target="../media/image142.wmf"/><Relationship Id="rId42" Type="http://schemas.openxmlformats.org/officeDocument/2006/relationships/image" Target="../media/image146.wmf"/><Relationship Id="rId47" Type="http://schemas.openxmlformats.org/officeDocument/2006/relationships/oleObject" Target="../embeddings/oleObject144.bin"/><Relationship Id="rId50" Type="http://schemas.openxmlformats.org/officeDocument/2006/relationships/image" Target="../media/image150.wmf"/><Relationship Id="rId7" Type="http://schemas.openxmlformats.org/officeDocument/2006/relationships/oleObject" Target="../embeddings/oleObject124.bin"/><Relationship Id="rId2" Type="http://schemas.openxmlformats.org/officeDocument/2006/relationships/image" Target="../media/image126.PNG"/><Relationship Id="rId16" Type="http://schemas.openxmlformats.org/officeDocument/2006/relationships/image" Target="../media/image133.wmf"/><Relationship Id="rId29" Type="http://schemas.openxmlformats.org/officeDocument/2006/relationships/oleObject" Target="../embeddings/oleObject135.bin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37.wmf"/><Relationship Id="rId32" Type="http://schemas.openxmlformats.org/officeDocument/2006/relationships/image" Target="../media/image141.wmf"/><Relationship Id="rId37" Type="http://schemas.openxmlformats.org/officeDocument/2006/relationships/oleObject" Target="../embeddings/oleObject139.bin"/><Relationship Id="rId40" Type="http://schemas.openxmlformats.org/officeDocument/2006/relationships/image" Target="../media/image145.wmf"/><Relationship Id="rId45" Type="http://schemas.openxmlformats.org/officeDocument/2006/relationships/oleObject" Target="../embeddings/oleObject143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28" Type="http://schemas.openxmlformats.org/officeDocument/2006/relationships/image" Target="../media/image139.wmf"/><Relationship Id="rId36" Type="http://schemas.openxmlformats.org/officeDocument/2006/relationships/image" Target="../media/image143.wmf"/><Relationship Id="rId49" Type="http://schemas.openxmlformats.org/officeDocument/2006/relationships/oleObject" Target="../embeddings/oleObject145.bin"/><Relationship Id="rId10" Type="http://schemas.openxmlformats.org/officeDocument/2006/relationships/image" Target="../media/image130.wmf"/><Relationship Id="rId19" Type="http://schemas.openxmlformats.org/officeDocument/2006/relationships/oleObject" Target="../embeddings/oleObject130.bin"/><Relationship Id="rId31" Type="http://schemas.openxmlformats.org/officeDocument/2006/relationships/oleObject" Target="../embeddings/oleObject136.bin"/><Relationship Id="rId44" Type="http://schemas.openxmlformats.org/officeDocument/2006/relationships/image" Target="../media/image147.wmf"/><Relationship Id="rId52" Type="http://schemas.openxmlformats.org/officeDocument/2006/relationships/image" Target="../media/image151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32.wmf"/><Relationship Id="rId22" Type="http://schemas.openxmlformats.org/officeDocument/2006/relationships/image" Target="../media/image136.wmf"/><Relationship Id="rId27" Type="http://schemas.openxmlformats.org/officeDocument/2006/relationships/oleObject" Target="../embeddings/oleObject134.bin"/><Relationship Id="rId30" Type="http://schemas.openxmlformats.org/officeDocument/2006/relationships/image" Target="../media/image140.wmf"/><Relationship Id="rId35" Type="http://schemas.openxmlformats.org/officeDocument/2006/relationships/oleObject" Target="../embeddings/oleObject138.bin"/><Relationship Id="rId43" Type="http://schemas.openxmlformats.org/officeDocument/2006/relationships/oleObject" Target="../embeddings/oleObject142.bin"/><Relationship Id="rId48" Type="http://schemas.openxmlformats.org/officeDocument/2006/relationships/image" Target="../media/image149.wmf"/><Relationship Id="rId8" Type="http://schemas.openxmlformats.org/officeDocument/2006/relationships/image" Target="../media/image129.wmf"/><Relationship Id="rId51" Type="http://schemas.openxmlformats.org/officeDocument/2006/relationships/oleObject" Target="../embeddings/oleObject146.bin"/><Relationship Id="rId3" Type="http://schemas.openxmlformats.org/officeDocument/2006/relationships/oleObject" Target="../embeddings/oleObject122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29.bin"/><Relationship Id="rId25" Type="http://schemas.openxmlformats.org/officeDocument/2006/relationships/oleObject" Target="../embeddings/oleObject133.bin"/><Relationship Id="rId33" Type="http://schemas.openxmlformats.org/officeDocument/2006/relationships/oleObject" Target="../embeddings/oleObject137.bin"/><Relationship Id="rId38" Type="http://schemas.openxmlformats.org/officeDocument/2006/relationships/image" Target="../media/image144.wmf"/><Relationship Id="rId46" Type="http://schemas.openxmlformats.org/officeDocument/2006/relationships/image" Target="../media/image148.wmf"/><Relationship Id="rId20" Type="http://schemas.openxmlformats.org/officeDocument/2006/relationships/image" Target="../media/image135.wmf"/><Relationship Id="rId41" Type="http://schemas.openxmlformats.org/officeDocument/2006/relationships/oleObject" Target="../embeddings/oleObject141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63.wmf"/><Relationship Id="rId26" Type="http://schemas.openxmlformats.org/officeDocument/2006/relationships/image" Target="../media/image167.wmf"/><Relationship Id="rId39" Type="http://schemas.openxmlformats.org/officeDocument/2006/relationships/oleObject" Target="../embeddings/oleObject162.bin"/><Relationship Id="rId21" Type="http://schemas.openxmlformats.org/officeDocument/2006/relationships/oleObject" Target="../embeddings/oleObject153.bin"/><Relationship Id="rId34" Type="http://schemas.openxmlformats.org/officeDocument/2006/relationships/image" Target="../media/image171.wmf"/><Relationship Id="rId42" Type="http://schemas.openxmlformats.org/officeDocument/2006/relationships/image" Target="../media/image175.wmf"/><Relationship Id="rId47" Type="http://schemas.openxmlformats.org/officeDocument/2006/relationships/oleObject" Target="../embeddings/oleObject166.bin"/><Relationship Id="rId50" Type="http://schemas.openxmlformats.org/officeDocument/2006/relationships/image" Target="../media/image179.wmf"/><Relationship Id="rId55" Type="http://schemas.openxmlformats.org/officeDocument/2006/relationships/oleObject" Target="../embeddings/oleObject170.bin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6" Type="http://schemas.openxmlformats.org/officeDocument/2006/relationships/image" Target="../media/image162.wmf"/><Relationship Id="rId29" Type="http://schemas.openxmlformats.org/officeDocument/2006/relationships/oleObject" Target="../embeddings/oleObject157.bin"/><Relationship Id="rId11" Type="http://schemas.openxmlformats.org/officeDocument/2006/relationships/oleObject" Target="../embeddings/oleObject148.bin"/><Relationship Id="rId24" Type="http://schemas.openxmlformats.org/officeDocument/2006/relationships/image" Target="../media/image166.wmf"/><Relationship Id="rId32" Type="http://schemas.openxmlformats.org/officeDocument/2006/relationships/image" Target="../media/image170.wmf"/><Relationship Id="rId37" Type="http://schemas.openxmlformats.org/officeDocument/2006/relationships/oleObject" Target="../embeddings/oleObject161.bin"/><Relationship Id="rId40" Type="http://schemas.openxmlformats.org/officeDocument/2006/relationships/image" Target="../media/image174.wmf"/><Relationship Id="rId45" Type="http://schemas.openxmlformats.org/officeDocument/2006/relationships/oleObject" Target="../embeddings/oleObject165.bin"/><Relationship Id="rId53" Type="http://schemas.openxmlformats.org/officeDocument/2006/relationships/oleObject" Target="../embeddings/oleObject169.bin"/><Relationship Id="rId58" Type="http://schemas.openxmlformats.org/officeDocument/2006/relationships/image" Target="../media/image183.wmf"/><Relationship Id="rId5" Type="http://schemas.openxmlformats.org/officeDocument/2006/relationships/image" Target="../media/image155.png"/><Relationship Id="rId61" Type="http://schemas.openxmlformats.org/officeDocument/2006/relationships/oleObject" Target="../embeddings/oleObject173.bin"/><Relationship Id="rId19" Type="http://schemas.openxmlformats.org/officeDocument/2006/relationships/oleObject" Target="../embeddings/oleObject152.bin"/><Relationship Id="rId14" Type="http://schemas.openxmlformats.org/officeDocument/2006/relationships/image" Target="../media/image161.wmf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156.bin"/><Relationship Id="rId30" Type="http://schemas.openxmlformats.org/officeDocument/2006/relationships/image" Target="../media/image169.wmf"/><Relationship Id="rId35" Type="http://schemas.openxmlformats.org/officeDocument/2006/relationships/oleObject" Target="../embeddings/oleObject160.bin"/><Relationship Id="rId43" Type="http://schemas.openxmlformats.org/officeDocument/2006/relationships/oleObject" Target="../embeddings/oleObject164.bin"/><Relationship Id="rId48" Type="http://schemas.openxmlformats.org/officeDocument/2006/relationships/image" Target="../media/image178.wmf"/><Relationship Id="rId56" Type="http://schemas.openxmlformats.org/officeDocument/2006/relationships/image" Target="../media/image182.wmf"/><Relationship Id="rId8" Type="http://schemas.openxmlformats.org/officeDocument/2006/relationships/image" Target="../media/image158.png"/><Relationship Id="rId51" Type="http://schemas.openxmlformats.org/officeDocument/2006/relationships/oleObject" Target="../embeddings/oleObject168.bin"/><Relationship Id="rId3" Type="http://schemas.openxmlformats.org/officeDocument/2006/relationships/image" Target="../media/image153.png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51.bin"/><Relationship Id="rId25" Type="http://schemas.openxmlformats.org/officeDocument/2006/relationships/oleObject" Target="../embeddings/oleObject155.bin"/><Relationship Id="rId33" Type="http://schemas.openxmlformats.org/officeDocument/2006/relationships/oleObject" Target="../embeddings/oleObject159.bin"/><Relationship Id="rId38" Type="http://schemas.openxmlformats.org/officeDocument/2006/relationships/image" Target="../media/image173.wmf"/><Relationship Id="rId46" Type="http://schemas.openxmlformats.org/officeDocument/2006/relationships/image" Target="../media/image177.wmf"/><Relationship Id="rId59" Type="http://schemas.openxmlformats.org/officeDocument/2006/relationships/oleObject" Target="../embeddings/oleObject172.bin"/><Relationship Id="rId20" Type="http://schemas.openxmlformats.org/officeDocument/2006/relationships/image" Target="../media/image164.wmf"/><Relationship Id="rId41" Type="http://schemas.openxmlformats.org/officeDocument/2006/relationships/oleObject" Target="../embeddings/oleObject163.bin"/><Relationship Id="rId54" Type="http://schemas.openxmlformats.org/officeDocument/2006/relationships/image" Target="../media/image181.wmf"/><Relationship Id="rId62" Type="http://schemas.openxmlformats.org/officeDocument/2006/relationships/image" Target="../media/image185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6.png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4.bin"/><Relationship Id="rId28" Type="http://schemas.openxmlformats.org/officeDocument/2006/relationships/image" Target="../media/image168.wmf"/><Relationship Id="rId36" Type="http://schemas.openxmlformats.org/officeDocument/2006/relationships/image" Target="../media/image172.wmf"/><Relationship Id="rId49" Type="http://schemas.openxmlformats.org/officeDocument/2006/relationships/oleObject" Target="../embeddings/oleObject167.bin"/><Relationship Id="rId57" Type="http://schemas.openxmlformats.org/officeDocument/2006/relationships/oleObject" Target="../embeddings/oleObject171.bin"/><Relationship Id="rId10" Type="http://schemas.openxmlformats.org/officeDocument/2006/relationships/image" Target="../media/image159.wmf"/><Relationship Id="rId31" Type="http://schemas.openxmlformats.org/officeDocument/2006/relationships/oleObject" Target="../embeddings/oleObject158.bin"/><Relationship Id="rId44" Type="http://schemas.openxmlformats.org/officeDocument/2006/relationships/image" Target="../media/image176.wmf"/><Relationship Id="rId52" Type="http://schemas.openxmlformats.org/officeDocument/2006/relationships/image" Target="../media/image180.wmf"/><Relationship Id="rId60" Type="http://schemas.openxmlformats.org/officeDocument/2006/relationships/image" Target="../media/image184.wmf"/><Relationship Id="rId4" Type="http://schemas.openxmlformats.org/officeDocument/2006/relationships/image" Target="../media/image154.png"/><Relationship Id="rId9" Type="http://schemas.openxmlformats.org/officeDocument/2006/relationships/oleObject" Target="../embeddings/oleObject147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94.wmf"/><Relationship Id="rId26" Type="http://schemas.openxmlformats.org/officeDocument/2006/relationships/image" Target="../media/image198.wmf"/><Relationship Id="rId39" Type="http://schemas.openxmlformats.org/officeDocument/2006/relationships/oleObject" Target="../embeddings/oleObject192.bin"/><Relationship Id="rId21" Type="http://schemas.openxmlformats.org/officeDocument/2006/relationships/oleObject" Target="../embeddings/oleObject183.bin"/><Relationship Id="rId34" Type="http://schemas.openxmlformats.org/officeDocument/2006/relationships/image" Target="../media/image202.wmf"/><Relationship Id="rId42" Type="http://schemas.openxmlformats.org/officeDocument/2006/relationships/image" Target="../media/image206.wmf"/><Relationship Id="rId47" Type="http://schemas.openxmlformats.org/officeDocument/2006/relationships/oleObject" Target="../embeddings/oleObject196.bin"/><Relationship Id="rId50" Type="http://schemas.openxmlformats.org/officeDocument/2006/relationships/image" Target="../media/image210.wmf"/><Relationship Id="rId7" Type="http://schemas.openxmlformats.org/officeDocument/2006/relationships/oleObject" Target="../embeddings/oleObject176.bin"/><Relationship Id="rId2" Type="http://schemas.openxmlformats.org/officeDocument/2006/relationships/image" Target="../media/image186.PNG"/><Relationship Id="rId16" Type="http://schemas.openxmlformats.org/officeDocument/2006/relationships/image" Target="../media/image193.wmf"/><Relationship Id="rId29" Type="http://schemas.openxmlformats.org/officeDocument/2006/relationships/oleObject" Target="../embeddings/oleObject187.bin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197.wmf"/><Relationship Id="rId32" Type="http://schemas.openxmlformats.org/officeDocument/2006/relationships/image" Target="../media/image201.wmf"/><Relationship Id="rId37" Type="http://schemas.openxmlformats.org/officeDocument/2006/relationships/oleObject" Target="../embeddings/oleObject191.bin"/><Relationship Id="rId40" Type="http://schemas.openxmlformats.org/officeDocument/2006/relationships/image" Target="../media/image205.wmf"/><Relationship Id="rId45" Type="http://schemas.openxmlformats.org/officeDocument/2006/relationships/oleObject" Target="../embeddings/oleObject195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199.wmf"/><Relationship Id="rId36" Type="http://schemas.openxmlformats.org/officeDocument/2006/relationships/image" Target="../media/image203.wmf"/><Relationship Id="rId49" Type="http://schemas.openxmlformats.org/officeDocument/2006/relationships/oleObject" Target="../embeddings/oleObject197.bin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182.bin"/><Relationship Id="rId31" Type="http://schemas.openxmlformats.org/officeDocument/2006/relationships/oleObject" Target="../embeddings/oleObject188.bin"/><Relationship Id="rId44" Type="http://schemas.openxmlformats.org/officeDocument/2006/relationships/image" Target="../media/image207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92.wmf"/><Relationship Id="rId22" Type="http://schemas.openxmlformats.org/officeDocument/2006/relationships/image" Target="../media/image196.w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200.wmf"/><Relationship Id="rId35" Type="http://schemas.openxmlformats.org/officeDocument/2006/relationships/oleObject" Target="../embeddings/oleObject190.bin"/><Relationship Id="rId43" Type="http://schemas.openxmlformats.org/officeDocument/2006/relationships/oleObject" Target="../embeddings/oleObject194.bin"/><Relationship Id="rId48" Type="http://schemas.openxmlformats.org/officeDocument/2006/relationships/image" Target="../media/image209.wmf"/><Relationship Id="rId8" Type="http://schemas.openxmlformats.org/officeDocument/2006/relationships/image" Target="../media/image189.wmf"/><Relationship Id="rId3" Type="http://schemas.openxmlformats.org/officeDocument/2006/relationships/oleObject" Target="../embeddings/oleObject174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33" Type="http://schemas.openxmlformats.org/officeDocument/2006/relationships/oleObject" Target="../embeddings/oleObject189.bin"/><Relationship Id="rId38" Type="http://schemas.openxmlformats.org/officeDocument/2006/relationships/image" Target="../media/image204.wmf"/><Relationship Id="rId46" Type="http://schemas.openxmlformats.org/officeDocument/2006/relationships/image" Target="../media/image208.wmf"/><Relationship Id="rId20" Type="http://schemas.openxmlformats.org/officeDocument/2006/relationships/image" Target="../media/image195.wmf"/><Relationship Id="rId41" Type="http://schemas.openxmlformats.org/officeDocument/2006/relationships/oleObject" Target="../embeddings/oleObject193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221.wmf"/><Relationship Id="rId3" Type="http://schemas.openxmlformats.org/officeDocument/2006/relationships/image" Target="../media/image212.png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03.bin"/><Relationship Id="rId2" Type="http://schemas.openxmlformats.org/officeDocument/2006/relationships/image" Target="../media/image211.PNG"/><Relationship Id="rId16" Type="http://schemas.openxmlformats.org/officeDocument/2006/relationships/image" Target="../media/image220.wmf"/><Relationship Id="rId20" Type="http://schemas.openxmlformats.org/officeDocument/2006/relationships/image" Target="../media/image22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5.png"/><Relationship Id="rId11" Type="http://schemas.openxmlformats.org/officeDocument/2006/relationships/oleObject" Target="../embeddings/oleObject200.bin"/><Relationship Id="rId5" Type="http://schemas.openxmlformats.org/officeDocument/2006/relationships/image" Target="../media/image214.png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213.png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219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9.wmf"/><Relationship Id="rId18" Type="http://schemas.openxmlformats.org/officeDocument/2006/relationships/oleObject" Target="../embeddings/oleObject212.bin"/><Relationship Id="rId26" Type="http://schemas.openxmlformats.org/officeDocument/2006/relationships/oleObject" Target="../embeddings/oleObject216.bin"/><Relationship Id="rId39" Type="http://schemas.openxmlformats.org/officeDocument/2006/relationships/image" Target="../media/image242.wmf"/><Relationship Id="rId21" Type="http://schemas.openxmlformats.org/officeDocument/2006/relationships/image" Target="../media/image233.wmf"/><Relationship Id="rId34" Type="http://schemas.openxmlformats.org/officeDocument/2006/relationships/oleObject" Target="../embeddings/oleObject220.bin"/><Relationship Id="rId42" Type="http://schemas.openxmlformats.org/officeDocument/2006/relationships/oleObject" Target="../embeddings/oleObject224.bin"/><Relationship Id="rId47" Type="http://schemas.openxmlformats.org/officeDocument/2006/relationships/image" Target="../media/image246.wmf"/><Relationship Id="rId50" Type="http://schemas.openxmlformats.org/officeDocument/2006/relationships/oleObject" Target="../embeddings/oleObject228.bin"/><Relationship Id="rId7" Type="http://schemas.openxmlformats.org/officeDocument/2006/relationships/image" Target="../media/image226.wmf"/><Relationship Id="rId2" Type="http://schemas.openxmlformats.org/officeDocument/2006/relationships/image" Target="../media/image223.PNG"/><Relationship Id="rId16" Type="http://schemas.openxmlformats.org/officeDocument/2006/relationships/oleObject" Target="../embeddings/oleObject211.bin"/><Relationship Id="rId29" Type="http://schemas.openxmlformats.org/officeDocument/2006/relationships/image" Target="../media/image237.wmf"/><Relationship Id="rId11" Type="http://schemas.openxmlformats.org/officeDocument/2006/relationships/image" Target="../media/image228.wmf"/><Relationship Id="rId24" Type="http://schemas.openxmlformats.org/officeDocument/2006/relationships/oleObject" Target="../embeddings/oleObject215.bin"/><Relationship Id="rId32" Type="http://schemas.openxmlformats.org/officeDocument/2006/relationships/oleObject" Target="../embeddings/oleObject219.bin"/><Relationship Id="rId37" Type="http://schemas.openxmlformats.org/officeDocument/2006/relationships/image" Target="../media/image241.wmf"/><Relationship Id="rId40" Type="http://schemas.openxmlformats.org/officeDocument/2006/relationships/oleObject" Target="../embeddings/oleObject223.bin"/><Relationship Id="rId45" Type="http://schemas.openxmlformats.org/officeDocument/2006/relationships/image" Target="../media/image245.wmf"/><Relationship Id="rId53" Type="http://schemas.openxmlformats.org/officeDocument/2006/relationships/image" Target="../media/image249.wmf"/><Relationship Id="rId5" Type="http://schemas.openxmlformats.org/officeDocument/2006/relationships/image" Target="../media/image225.wmf"/><Relationship Id="rId10" Type="http://schemas.openxmlformats.org/officeDocument/2006/relationships/oleObject" Target="../embeddings/oleObject208.bin"/><Relationship Id="rId19" Type="http://schemas.openxmlformats.org/officeDocument/2006/relationships/image" Target="../media/image232.wmf"/><Relationship Id="rId31" Type="http://schemas.openxmlformats.org/officeDocument/2006/relationships/image" Target="../media/image238.wmf"/><Relationship Id="rId44" Type="http://schemas.openxmlformats.org/officeDocument/2006/relationships/oleObject" Target="../embeddings/oleObject225.bin"/><Relationship Id="rId52" Type="http://schemas.openxmlformats.org/officeDocument/2006/relationships/oleObject" Target="../embeddings/oleObject229.bin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27.wmf"/><Relationship Id="rId14" Type="http://schemas.openxmlformats.org/officeDocument/2006/relationships/oleObject" Target="../embeddings/oleObject210.bin"/><Relationship Id="rId22" Type="http://schemas.openxmlformats.org/officeDocument/2006/relationships/oleObject" Target="../embeddings/oleObject214.bin"/><Relationship Id="rId27" Type="http://schemas.openxmlformats.org/officeDocument/2006/relationships/image" Target="../media/image236.wmf"/><Relationship Id="rId30" Type="http://schemas.openxmlformats.org/officeDocument/2006/relationships/oleObject" Target="../embeddings/oleObject218.bin"/><Relationship Id="rId35" Type="http://schemas.openxmlformats.org/officeDocument/2006/relationships/image" Target="../media/image240.wmf"/><Relationship Id="rId43" Type="http://schemas.openxmlformats.org/officeDocument/2006/relationships/image" Target="../media/image244.wmf"/><Relationship Id="rId48" Type="http://schemas.openxmlformats.org/officeDocument/2006/relationships/oleObject" Target="../embeddings/oleObject227.bin"/><Relationship Id="rId8" Type="http://schemas.openxmlformats.org/officeDocument/2006/relationships/oleObject" Target="../embeddings/oleObject207.bin"/><Relationship Id="rId51" Type="http://schemas.openxmlformats.org/officeDocument/2006/relationships/image" Target="../media/image248.wmf"/><Relationship Id="rId3" Type="http://schemas.openxmlformats.org/officeDocument/2006/relationships/image" Target="../media/image224.png"/><Relationship Id="rId12" Type="http://schemas.openxmlformats.org/officeDocument/2006/relationships/oleObject" Target="../embeddings/oleObject209.bin"/><Relationship Id="rId17" Type="http://schemas.openxmlformats.org/officeDocument/2006/relationships/image" Target="../media/image231.wmf"/><Relationship Id="rId25" Type="http://schemas.openxmlformats.org/officeDocument/2006/relationships/image" Target="../media/image235.wmf"/><Relationship Id="rId33" Type="http://schemas.openxmlformats.org/officeDocument/2006/relationships/image" Target="../media/image239.wmf"/><Relationship Id="rId38" Type="http://schemas.openxmlformats.org/officeDocument/2006/relationships/oleObject" Target="../embeddings/oleObject222.bin"/><Relationship Id="rId46" Type="http://schemas.openxmlformats.org/officeDocument/2006/relationships/oleObject" Target="../embeddings/oleObject226.bin"/><Relationship Id="rId20" Type="http://schemas.openxmlformats.org/officeDocument/2006/relationships/oleObject" Target="../embeddings/oleObject213.bin"/><Relationship Id="rId41" Type="http://schemas.openxmlformats.org/officeDocument/2006/relationships/image" Target="../media/image243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06.bin"/><Relationship Id="rId15" Type="http://schemas.openxmlformats.org/officeDocument/2006/relationships/image" Target="../media/image230.wmf"/><Relationship Id="rId23" Type="http://schemas.openxmlformats.org/officeDocument/2006/relationships/image" Target="../media/image234.wmf"/><Relationship Id="rId28" Type="http://schemas.openxmlformats.org/officeDocument/2006/relationships/oleObject" Target="../embeddings/oleObject217.bin"/><Relationship Id="rId36" Type="http://schemas.openxmlformats.org/officeDocument/2006/relationships/oleObject" Target="../embeddings/oleObject221.bin"/><Relationship Id="rId49" Type="http://schemas.openxmlformats.org/officeDocument/2006/relationships/image" Target="../media/image24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60.wmf"/><Relationship Id="rId3" Type="http://schemas.openxmlformats.org/officeDocument/2006/relationships/image" Target="../media/image251.png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235.bin"/><Relationship Id="rId2" Type="http://schemas.openxmlformats.org/officeDocument/2006/relationships/image" Target="../media/image250.PNG"/><Relationship Id="rId16" Type="http://schemas.openxmlformats.org/officeDocument/2006/relationships/image" Target="../media/image259.wmf"/><Relationship Id="rId20" Type="http://schemas.openxmlformats.org/officeDocument/2006/relationships/image" Target="../media/image261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4.png"/><Relationship Id="rId11" Type="http://schemas.openxmlformats.org/officeDocument/2006/relationships/oleObject" Target="../embeddings/oleObject232.bin"/><Relationship Id="rId24" Type="http://schemas.openxmlformats.org/officeDocument/2006/relationships/image" Target="../media/image263.wmf"/><Relationship Id="rId5" Type="http://schemas.openxmlformats.org/officeDocument/2006/relationships/image" Target="../media/image253.png"/><Relationship Id="rId15" Type="http://schemas.openxmlformats.org/officeDocument/2006/relationships/oleObject" Target="../embeddings/oleObject234.bin"/><Relationship Id="rId23" Type="http://schemas.openxmlformats.org/officeDocument/2006/relationships/oleObject" Target="../embeddings/oleObject238.bin"/><Relationship Id="rId10" Type="http://schemas.openxmlformats.org/officeDocument/2006/relationships/image" Target="../media/image256.wmf"/><Relationship Id="rId19" Type="http://schemas.openxmlformats.org/officeDocument/2006/relationships/oleObject" Target="../embeddings/oleObject236.bin"/><Relationship Id="rId4" Type="http://schemas.openxmlformats.org/officeDocument/2006/relationships/image" Target="../media/image252.png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58.wmf"/><Relationship Id="rId22" Type="http://schemas.openxmlformats.org/officeDocument/2006/relationships/image" Target="../media/image26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5">
            <a:extLst>
              <a:ext uri="{FF2B5EF4-FFF2-40B4-BE49-F238E27FC236}">
                <a16:creationId xmlns:a16="http://schemas.microsoft.com/office/drawing/2014/main" id="{77A82A2F-E5C2-4F0A-98FF-4DEB267F15A6}"/>
              </a:ext>
            </a:extLst>
          </p:cNvPr>
          <p:cNvSpPr txBox="1"/>
          <p:nvPr/>
        </p:nvSpPr>
        <p:spPr>
          <a:xfrm>
            <a:off x="1395476" y="1163803"/>
            <a:ext cx="498030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u="sng" spc="-5" dirty="0">
                <a:latin typeface="Calibri"/>
                <a:cs typeface="Calibri"/>
              </a:rPr>
              <a:t>SHOW ALL WORK </a:t>
            </a:r>
            <a:r>
              <a:rPr sz="1300" b="1" dirty="0">
                <a:latin typeface="Calibri"/>
                <a:cs typeface="Calibri"/>
              </a:rPr>
              <a:t>NEEDED </a:t>
            </a:r>
            <a:r>
              <a:rPr sz="1300" b="1" spc="-10" dirty="0">
                <a:latin typeface="Calibri"/>
                <a:cs typeface="Calibri"/>
              </a:rPr>
              <a:t>TO </a:t>
            </a:r>
            <a:r>
              <a:rPr sz="1300" b="1" spc="-5" dirty="0">
                <a:latin typeface="Calibri"/>
                <a:cs typeface="Calibri"/>
              </a:rPr>
              <a:t>ANSWER </a:t>
            </a:r>
            <a:r>
              <a:rPr sz="1300" b="1" dirty="0">
                <a:latin typeface="Calibri"/>
                <a:cs typeface="Calibri"/>
              </a:rPr>
              <a:t>EACH </a:t>
            </a:r>
            <a:r>
              <a:rPr sz="1300" b="1" spc="-5" dirty="0">
                <a:latin typeface="Calibri"/>
                <a:cs typeface="Calibri"/>
              </a:rPr>
              <a:t>QUESTION!  </a:t>
            </a:r>
            <a:r>
              <a:rPr sz="1300" b="1" dirty="0">
                <a:latin typeface="Calibri"/>
                <a:cs typeface="Calibri"/>
              </a:rPr>
              <a:t>Good </a:t>
            </a:r>
            <a:r>
              <a:rPr sz="1300" b="1" spc="-5" dirty="0">
                <a:latin typeface="Calibri"/>
                <a:cs typeface="Calibri"/>
              </a:rPr>
              <a:t>Luck!</a:t>
            </a:r>
            <a:r>
              <a:rPr sz="1300" b="1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Wingdings"/>
                <a:cs typeface="Wingdings"/>
              </a:rPr>
              <a:t>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CD5FD3-AEA1-48C7-AE75-ECCBCBC8131A}"/>
              </a:ext>
            </a:extLst>
          </p:cNvPr>
          <p:cNvSpPr/>
          <p:nvPr/>
        </p:nvSpPr>
        <p:spPr>
          <a:xfrm>
            <a:off x="381000" y="1586460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  Simplify completely: </a:t>
            </a:r>
            <a:endParaRPr lang="en-US" dirty="0"/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575E07BF-C5BE-4DF1-8BCE-6AF4DC174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408769"/>
              </p:ext>
            </p:extLst>
          </p:nvPr>
        </p:nvGraphicFramePr>
        <p:xfrm>
          <a:off x="2171700" y="1586460"/>
          <a:ext cx="762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253800" progId="Equation.DSMT4">
                  <p:embed/>
                </p:oleObj>
              </mc:Choice>
              <mc:Fallback>
                <p:oleObj name="Equation" r:id="rId4" imgW="761760" imgH="253800" progId="Equation.DSMT4">
                  <p:embed/>
                  <p:pic>
                    <p:nvPicPr>
                      <p:cNvPr id="181" name="Object 1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71700" y="1586460"/>
                        <a:ext cx="762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807">
            <a:extLst>
              <a:ext uri="{FF2B5EF4-FFF2-40B4-BE49-F238E27FC236}">
                <a16:creationId xmlns:a16="http://schemas.microsoft.com/office/drawing/2014/main" id="{6AE811B1-71A9-4D8C-955A-5A1206712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29460"/>
            <a:ext cx="127127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32D4235D-7BE4-4487-AAC9-CE63F44AC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927487"/>
              </p:ext>
            </p:extLst>
          </p:nvPr>
        </p:nvGraphicFramePr>
        <p:xfrm>
          <a:off x="914400" y="2859000"/>
          <a:ext cx="711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253800" progId="Equation.DSMT4">
                  <p:embed/>
                </p:oleObj>
              </mc:Choice>
              <mc:Fallback>
                <p:oleObj name="Equation" r:id="rId6" imgW="711000" imgH="253800" progId="Equation.DSMT4">
                  <p:embed/>
                  <p:pic>
                    <p:nvPicPr>
                      <p:cNvPr id="183" name="Object 18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2859000"/>
                        <a:ext cx="711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E6FA72AD-6D48-4546-BEE8-C691FB7AE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367516"/>
              </p:ext>
            </p:extLst>
          </p:nvPr>
        </p:nvGraphicFramePr>
        <p:xfrm>
          <a:off x="914908" y="3177770"/>
          <a:ext cx="667004" cy="256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253800" progId="Equation.DSMT4">
                  <p:embed/>
                </p:oleObj>
              </mc:Choice>
              <mc:Fallback>
                <p:oleObj name="Equation" r:id="rId8" imgW="660240" imgH="253800" progId="Equation.DSMT4">
                  <p:embed/>
                  <p:pic>
                    <p:nvPicPr>
                      <p:cNvPr id="184" name="Object 1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908" y="3177770"/>
                        <a:ext cx="667004" cy="256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C25181BE-9414-46FB-9C75-02C8433DE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848136"/>
              </p:ext>
            </p:extLst>
          </p:nvPr>
        </p:nvGraphicFramePr>
        <p:xfrm>
          <a:off x="883920" y="3482316"/>
          <a:ext cx="711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53800" progId="Equation.DSMT4">
                  <p:embed/>
                </p:oleObj>
              </mc:Choice>
              <mc:Fallback>
                <p:oleObj name="Equation" r:id="rId10" imgW="711000" imgH="253800" progId="Equation.DSMT4">
                  <p:embed/>
                  <p:pic>
                    <p:nvPicPr>
                      <p:cNvPr id="185" name="Object 18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83920" y="3482316"/>
                        <a:ext cx="711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A1167051-8EA0-42EA-B0E0-35AF379EA7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623121"/>
              </p:ext>
            </p:extLst>
          </p:nvPr>
        </p:nvGraphicFramePr>
        <p:xfrm>
          <a:off x="896112" y="3805404"/>
          <a:ext cx="660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253800" progId="Equation.DSMT4">
                  <p:embed/>
                </p:oleObj>
              </mc:Choice>
              <mc:Fallback>
                <p:oleObj name="Equation" r:id="rId12" imgW="660240" imgH="253800" progId="Equation.DSMT4">
                  <p:embed/>
                  <p:pic>
                    <p:nvPicPr>
                      <p:cNvPr id="186" name="Object 18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96112" y="3805404"/>
                        <a:ext cx="6604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9D96A74E-E9A4-44A1-8A33-A8F08E33954E}"/>
              </a:ext>
            </a:extLst>
          </p:cNvPr>
          <p:cNvSpPr/>
          <p:nvPr/>
        </p:nvSpPr>
        <p:spPr>
          <a:xfrm>
            <a:off x="3828288" y="1577316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  Simplify completely: </a:t>
            </a:r>
            <a:endParaRPr lang="en-US" dirty="0"/>
          </a:p>
        </p:txBody>
      </p:sp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39FF1AEF-857A-41BB-9DCB-2891754365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371621"/>
              </p:ext>
            </p:extLst>
          </p:nvPr>
        </p:nvGraphicFramePr>
        <p:xfrm>
          <a:off x="5638800" y="1586460"/>
          <a:ext cx="1206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06360" imgH="228600" progId="Equation.DSMT4">
                  <p:embed/>
                </p:oleObj>
              </mc:Choice>
              <mc:Fallback>
                <p:oleObj name="Equation" r:id="rId14" imgW="1206360" imgH="228600" progId="Equation.DSMT4">
                  <p:embed/>
                  <p:pic>
                    <p:nvPicPr>
                      <p:cNvPr id="188" name="Object 18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38800" y="1586460"/>
                        <a:ext cx="1206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21A403F0-B8D9-48C4-AE32-0B41F542A92D}"/>
              </a:ext>
            </a:extLst>
          </p:cNvPr>
          <p:cNvSpPr/>
          <p:nvPr/>
        </p:nvSpPr>
        <p:spPr>
          <a:xfrm>
            <a:off x="381000" y="4396716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3.  Simplify completely: 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8E7729F-F4F6-4953-BDD9-E56EDFC1918C}"/>
              </a:ext>
            </a:extLst>
          </p:cNvPr>
          <p:cNvSpPr/>
          <p:nvPr/>
        </p:nvSpPr>
        <p:spPr>
          <a:xfrm>
            <a:off x="3831336" y="4378428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4.  Simplify completely: 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1C76BF6-0EB8-451B-940B-8EA02AF59613}"/>
              </a:ext>
            </a:extLst>
          </p:cNvPr>
          <p:cNvSpPr/>
          <p:nvPr/>
        </p:nvSpPr>
        <p:spPr>
          <a:xfrm>
            <a:off x="381000" y="7225260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5.  Simplify completely: 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0D708B-540C-473B-AD3F-D97E654CADA5}"/>
              </a:ext>
            </a:extLst>
          </p:cNvPr>
          <p:cNvSpPr/>
          <p:nvPr/>
        </p:nvSpPr>
        <p:spPr>
          <a:xfrm>
            <a:off x="3840480" y="7213068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6.  Simplify completely: </a:t>
            </a:r>
            <a:endParaRPr lang="en-US" dirty="0"/>
          </a:p>
        </p:txBody>
      </p: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292D383F-6AB5-4305-AFB9-900FD8712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25832"/>
              </p:ext>
            </p:extLst>
          </p:nvPr>
        </p:nvGraphicFramePr>
        <p:xfrm>
          <a:off x="2209800" y="4415004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1440" imgH="228600" progId="Equation.DSMT4">
                  <p:embed/>
                </p:oleObj>
              </mc:Choice>
              <mc:Fallback>
                <p:oleObj name="Equation" r:id="rId16" imgW="901440" imgH="228600" progId="Equation.DSMT4">
                  <p:embed/>
                  <p:pic>
                    <p:nvPicPr>
                      <p:cNvPr id="193" name="Object 19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09800" y="4415004"/>
                        <a:ext cx="901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A6BF4042-9DAA-4A1E-9910-C1A8914E5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589100"/>
              </p:ext>
            </p:extLst>
          </p:nvPr>
        </p:nvGraphicFramePr>
        <p:xfrm>
          <a:off x="5638800" y="4369284"/>
          <a:ext cx="1295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95280" imgH="304560" progId="Equation.DSMT4">
                  <p:embed/>
                </p:oleObj>
              </mc:Choice>
              <mc:Fallback>
                <p:oleObj name="Equation" r:id="rId18" imgW="1295280" imgH="304560" progId="Equation.DSMT4">
                  <p:embed/>
                  <p:pic>
                    <p:nvPicPr>
                      <p:cNvPr id="194" name="Object 19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38800" y="4369284"/>
                        <a:ext cx="12954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0D1CEF1D-A005-4007-BA9E-452DC6ADF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926463"/>
              </p:ext>
            </p:extLst>
          </p:nvPr>
        </p:nvGraphicFramePr>
        <p:xfrm>
          <a:off x="2209800" y="7109436"/>
          <a:ext cx="736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36560" imgH="482400" progId="Equation.DSMT4">
                  <p:embed/>
                </p:oleObj>
              </mc:Choice>
              <mc:Fallback>
                <p:oleObj name="Equation" r:id="rId20" imgW="736560" imgH="482400" progId="Equation.DSMT4">
                  <p:embed/>
                  <p:pic>
                    <p:nvPicPr>
                      <p:cNvPr id="195" name="Object 19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209800" y="7109436"/>
                        <a:ext cx="736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B3AA58CD-680D-4F84-993E-87A663937D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882209"/>
              </p:ext>
            </p:extLst>
          </p:nvPr>
        </p:nvGraphicFramePr>
        <p:xfrm>
          <a:off x="5638800" y="7121628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2720" imgH="419040" progId="Equation.DSMT4">
                  <p:embed/>
                </p:oleObj>
              </mc:Choice>
              <mc:Fallback>
                <p:oleObj name="Equation" r:id="rId22" imgW="342720" imgH="419040" progId="Equation.DSMT4">
                  <p:embed/>
                  <p:pic>
                    <p:nvPicPr>
                      <p:cNvPr id="196" name="Object 19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638800" y="7121628"/>
                        <a:ext cx="342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807">
            <a:extLst>
              <a:ext uri="{FF2B5EF4-FFF2-40B4-BE49-F238E27FC236}">
                <a16:creationId xmlns:a16="http://schemas.microsoft.com/office/drawing/2014/main" id="{A312BF96-65F2-43C4-87BC-A8CCCAB7A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729460"/>
            <a:ext cx="127127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3E37C9FE-A091-492A-B1EA-682A8A2D2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698661"/>
              </p:ext>
            </p:extLst>
          </p:nvPr>
        </p:nvGraphicFramePr>
        <p:xfrm>
          <a:off x="4343400" y="2892618"/>
          <a:ext cx="635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34680" imgH="215640" progId="Equation.DSMT4">
                  <p:embed/>
                </p:oleObj>
              </mc:Choice>
              <mc:Fallback>
                <p:oleObj name="Equation" r:id="rId24" imgW="634680" imgH="215640" progId="Equation.DSMT4">
                  <p:embed/>
                  <p:pic>
                    <p:nvPicPr>
                      <p:cNvPr id="198" name="Object 19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343400" y="2892618"/>
                        <a:ext cx="635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887E5B4D-E6E1-4E2B-8602-3D443F5284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204947"/>
              </p:ext>
            </p:extLst>
          </p:nvPr>
        </p:nvGraphicFramePr>
        <p:xfrm>
          <a:off x="4332642" y="3229692"/>
          <a:ext cx="635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34680" imgH="215640" progId="Equation.DSMT4">
                  <p:embed/>
                </p:oleObj>
              </mc:Choice>
              <mc:Fallback>
                <p:oleObj name="Equation" r:id="rId26" imgW="634680" imgH="215640" progId="Equation.DSMT4">
                  <p:embed/>
                  <p:pic>
                    <p:nvPicPr>
                      <p:cNvPr id="199" name="Object 19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32642" y="3229692"/>
                        <a:ext cx="635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BF5C7308-ADA0-4C30-A33F-F315175B6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534230"/>
              </p:ext>
            </p:extLst>
          </p:nvPr>
        </p:nvGraphicFramePr>
        <p:xfrm>
          <a:off x="4332642" y="3535386"/>
          <a:ext cx="647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47640" imgH="215640" progId="Equation.DSMT4">
                  <p:embed/>
                </p:oleObj>
              </mc:Choice>
              <mc:Fallback>
                <p:oleObj name="Equation" r:id="rId28" imgW="647640" imgH="215640" progId="Equation.DSMT4">
                  <p:embed/>
                  <p:pic>
                    <p:nvPicPr>
                      <p:cNvPr id="200" name="Object 199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332642" y="3535386"/>
                        <a:ext cx="647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5C574E94-D672-42E4-A2FB-3B419EE1B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275572"/>
              </p:ext>
            </p:extLst>
          </p:nvPr>
        </p:nvGraphicFramePr>
        <p:xfrm>
          <a:off x="4343400" y="3860808"/>
          <a:ext cx="546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45760" imgH="215640" progId="Equation.DSMT4">
                  <p:embed/>
                </p:oleObj>
              </mc:Choice>
              <mc:Fallback>
                <p:oleObj name="Equation" r:id="rId30" imgW="545760" imgH="215640" progId="Equation.DSMT4">
                  <p:embed/>
                  <p:pic>
                    <p:nvPicPr>
                      <p:cNvPr id="201" name="Object 20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343400" y="3860808"/>
                        <a:ext cx="546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ext Box 807">
            <a:extLst>
              <a:ext uri="{FF2B5EF4-FFF2-40B4-BE49-F238E27FC236}">
                <a16:creationId xmlns:a16="http://schemas.microsoft.com/office/drawing/2014/main" id="{8A8C3276-EFFA-4000-BF51-C0F6CF0FA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72660"/>
            <a:ext cx="1271270" cy="1304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551FAED4-461E-47BA-A15E-CF1C901EF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197630"/>
              </p:ext>
            </p:extLst>
          </p:nvPr>
        </p:nvGraphicFramePr>
        <p:xfrm>
          <a:off x="914400" y="5548860"/>
          <a:ext cx="444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44240" imgH="203040" progId="Equation.DSMT4">
                  <p:embed/>
                </p:oleObj>
              </mc:Choice>
              <mc:Fallback>
                <p:oleObj name="Equation" r:id="rId32" imgW="444240" imgH="203040" progId="Equation.DSMT4">
                  <p:embed/>
                  <p:pic>
                    <p:nvPicPr>
                      <p:cNvPr id="203" name="Object 20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14400" y="5548860"/>
                        <a:ext cx="444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1E52F13F-2F8E-4C72-8EFE-90FCC961A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753661"/>
              </p:ext>
            </p:extLst>
          </p:nvPr>
        </p:nvGraphicFramePr>
        <p:xfrm>
          <a:off x="903642" y="5885934"/>
          <a:ext cx="444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44240" imgH="203040" progId="Equation.DSMT4">
                  <p:embed/>
                </p:oleObj>
              </mc:Choice>
              <mc:Fallback>
                <p:oleObj name="Equation" r:id="rId34" imgW="444240" imgH="203040" progId="Equation.DSMT4">
                  <p:embed/>
                  <p:pic>
                    <p:nvPicPr>
                      <p:cNvPr id="204" name="Object 203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03642" y="5885934"/>
                        <a:ext cx="444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56C0ABE7-7666-4A45-8FC0-6F4667917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640617"/>
              </p:ext>
            </p:extLst>
          </p:nvPr>
        </p:nvGraphicFramePr>
        <p:xfrm>
          <a:off x="891990" y="6179976"/>
          <a:ext cx="57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71320" imgH="228600" progId="Equation.DSMT4">
                  <p:embed/>
                </p:oleObj>
              </mc:Choice>
              <mc:Fallback>
                <p:oleObj name="Equation" r:id="rId36" imgW="571320" imgH="228600" progId="Equation.DSMT4">
                  <p:embed/>
                  <p:pic>
                    <p:nvPicPr>
                      <p:cNvPr id="205" name="Object 20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91990" y="6179976"/>
                        <a:ext cx="571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9C63575A-E664-418F-9AA9-CD16A873D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309712"/>
              </p:ext>
            </p:extLst>
          </p:nvPr>
        </p:nvGraphicFramePr>
        <p:xfrm>
          <a:off x="914400" y="6463260"/>
          <a:ext cx="584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583920" imgH="228600" progId="Equation.DSMT4">
                  <p:embed/>
                </p:oleObj>
              </mc:Choice>
              <mc:Fallback>
                <p:oleObj name="Equation" r:id="rId38" imgW="583920" imgH="228600" progId="Equation.DSMT4">
                  <p:embed/>
                  <p:pic>
                    <p:nvPicPr>
                      <p:cNvPr id="206" name="Object 205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14400" y="6463260"/>
                        <a:ext cx="584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807">
            <a:extLst>
              <a:ext uri="{FF2B5EF4-FFF2-40B4-BE49-F238E27FC236}">
                <a16:creationId xmlns:a16="http://schemas.microsoft.com/office/drawing/2014/main" id="{E8CA457F-E8E1-4226-8A6E-0B15DF1BF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548860"/>
            <a:ext cx="1271270" cy="1304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CC309965-F0A6-4A3D-97DD-CD11059FD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644177"/>
              </p:ext>
            </p:extLst>
          </p:nvPr>
        </p:nvGraphicFramePr>
        <p:xfrm>
          <a:off x="4419600" y="5646576"/>
          <a:ext cx="635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634680" imgH="215640" progId="Equation.DSMT4">
                  <p:embed/>
                </p:oleObj>
              </mc:Choice>
              <mc:Fallback>
                <p:oleObj name="Equation" r:id="rId40" imgW="634680" imgH="215640" progId="Equation.DSMT4">
                  <p:embed/>
                  <p:pic>
                    <p:nvPicPr>
                      <p:cNvPr id="208" name="Object 207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419600" y="5646576"/>
                        <a:ext cx="635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F7D2D575-68E9-4B94-A13D-C8F16D6F11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351695"/>
              </p:ext>
            </p:extLst>
          </p:nvPr>
        </p:nvGraphicFramePr>
        <p:xfrm>
          <a:off x="4419600" y="5940618"/>
          <a:ext cx="647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647640" imgH="215640" progId="Equation.DSMT4">
                  <p:embed/>
                </p:oleObj>
              </mc:Choice>
              <mc:Fallback>
                <p:oleObj name="Equation" r:id="rId42" imgW="647640" imgH="215640" progId="Equation.DSMT4">
                  <p:embed/>
                  <p:pic>
                    <p:nvPicPr>
                      <p:cNvPr id="209" name="Object 208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419600" y="5940618"/>
                        <a:ext cx="647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C2F4F53F-7FCA-415C-A2DD-FFD49E119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456973"/>
              </p:ext>
            </p:extLst>
          </p:nvPr>
        </p:nvGraphicFramePr>
        <p:xfrm>
          <a:off x="4419600" y="6234660"/>
          <a:ext cx="647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647640" imgH="215640" progId="Equation.DSMT4">
                  <p:embed/>
                </p:oleObj>
              </mc:Choice>
              <mc:Fallback>
                <p:oleObj name="Equation" r:id="rId44" imgW="647640" imgH="215640" progId="Equation.DSMT4">
                  <p:embed/>
                  <p:pic>
                    <p:nvPicPr>
                      <p:cNvPr id="210" name="Object 209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419600" y="6234660"/>
                        <a:ext cx="647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336E0813-C4EF-4BC7-849E-182B45536A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38471"/>
              </p:ext>
            </p:extLst>
          </p:nvPr>
        </p:nvGraphicFramePr>
        <p:xfrm>
          <a:off x="4419600" y="6539460"/>
          <a:ext cx="723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723600" imgH="215640" progId="Equation.DSMT4">
                  <p:embed/>
                </p:oleObj>
              </mc:Choice>
              <mc:Fallback>
                <p:oleObj name="Equation" r:id="rId46" imgW="723600" imgH="215640" progId="Equation.DSMT4">
                  <p:embed/>
                  <p:pic>
                    <p:nvPicPr>
                      <p:cNvPr id="211" name="Object 210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419600" y="6539460"/>
                        <a:ext cx="723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807">
            <a:extLst>
              <a:ext uri="{FF2B5EF4-FFF2-40B4-BE49-F238E27FC236}">
                <a16:creationId xmlns:a16="http://schemas.microsoft.com/office/drawing/2014/main" id="{728DBD1C-7AE6-4939-8F23-06B30B0F0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215860"/>
            <a:ext cx="127127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8144D333-65D4-486B-9E53-E78F7A4B5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225753"/>
              </p:ext>
            </p:extLst>
          </p:nvPr>
        </p:nvGraphicFramePr>
        <p:xfrm>
          <a:off x="1001358" y="8335092"/>
          <a:ext cx="609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609480" imgH="228600" progId="Equation.DSMT4">
                  <p:embed/>
                </p:oleObj>
              </mc:Choice>
              <mc:Fallback>
                <p:oleObj name="Equation" r:id="rId48" imgW="609480" imgH="228600" progId="Equation.DSMT4">
                  <p:embed/>
                  <p:pic>
                    <p:nvPicPr>
                      <p:cNvPr id="213" name="Object 212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001358" y="8335092"/>
                        <a:ext cx="609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D2F68203-6C7B-401D-9A32-5A8D8C7F52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842932"/>
              </p:ext>
            </p:extLst>
          </p:nvPr>
        </p:nvGraphicFramePr>
        <p:xfrm>
          <a:off x="990600" y="8607618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698400" imgH="241200" progId="Equation.DSMT4">
                  <p:embed/>
                </p:oleObj>
              </mc:Choice>
              <mc:Fallback>
                <p:oleObj name="Equation" r:id="rId50" imgW="698400" imgH="241200" progId="Equation.DSMT4">
                  <p:embed/>
                  <p:pic>
                    <p:nvPicPr>
                      <p:cNvPr id="214" name="Object 213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990600" y="8607618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F2F60881-033F-410A-AB1F-038B1EFB2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217656"/>
              </p:ext>
            </p:extLst>
          </p:nvPr>
        </p:nvGraphicFramePr>
        <p:xfrm>
          <a:off x="990600" y="8912418"/>
          <a:ext cx="533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533160" imgH="228600" progId="Equation.DSMT4">
                  <p:embed/>
                </p:oleObj>
              </mc:Choice>
              <mc:Fallback>
                <p:oleObj name="Equation" r:id="rId52" imgW="533160" imgH="228600" progId="Equation.DSMT4">
                  <p:embed/>
                  <p:pic>
                    <p:nvPicPr>
                      <p:cNvPr id="215" name="Object 214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990600" y="8912418"/>
                        <a:ext cx="533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10B2C3C8-D4BD-4CF9-81EF-31452048D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183199"/>
              </p:ext>
            </p:extLst>
          </p:nvPr>
        </p:nvGraphicFramePr>
        <p:xfrm>
          <a:off x="990600" y="9206460"/>
          <a:ext cx="622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622080" imgH="241200" progId="Equation.DSMT4">
                  <p:embed/>
                </p:oleObj>
              </mc:Choice>
              <mc:Fallback>
                <p:oleObj name="Equation" r:id="rId54" imgW="622080" imgH="241200" progId="Equation.DSMT4">
                  <p:embed/>
                  <p:pic>
                    <p:nvPicPr>
                      <p:cNvPr id="216" name="Object 215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990600" y="9206460"/>
                        <a:ext cx="622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Text Box 807">
            <a:extLst>
              <a:ext uri="{FF2B5EF4-FFF2-40B4-BE49-F238E27FC236}">
                <a16:creationId xmlns:a16="http://schemas.microsoft.com/office/drawing/2014/main" id="{FB94763F-D7C4-4A4F-8858-240EFA485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292060"/>
            <a:ext cx="2400300" cy="10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075974A2-E443-47F7-8D1C-03023AA6D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914453"/>
              </p:ext>
            </p:extLst>
          </p:nvPr>
        </p:nvGraphicFramePr>
        <p:xfrm>
          <a:off x="4485042" y="8400534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317160" imgH="393480" progId="Equation.DSMT4">
                  <p:embed/>
                </p:oleObj>
              </mc:Choice>
              <mc:Fallback>
                <p:oleObj name="Equation" r:id="rId56" imgW="317160" imgH="393480" progId="Equation.DSMT4">
                  <p:embed/>
                  <p:pic>
                    <p:nvPicPr>
                      <p:cNvPr id="218" name="Object 217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4485042" y="8400534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2C0E2FBF-4EDB-453C-9737-B51AEB53A5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592818"/>
              </p:ext>
            </p:extLst>
          </p:nvPr>
        </p:nvGraphicFramePr>
        <p:xfrm>
          <a:off x="4485042" y="8890902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317160" imgH="393480" progId="Equation.DSMT4">
                  <p:embed/>
                </p:oleObj>
              </mc:Choice>
              <mc:Fallback>
                <p:oleObj name="Equation" r:id="rId58" imgW="317160" imgH="393480" progId="Equation.DSMT4">
                  <p:embed/>
                  <p:pic>
                    <p:nvPicPr>
                      <p:cNvPr id="219" name="Object 218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485042" y="8890902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6BCEC59D-FE9D-4EFD-9EA1-276D946AA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740422"/>
              </p:ext>
            </p:extLst>
          </p:nvPr>
        </p:nvGraphicFramePr>
        <p:xfrm>
          <a:off x="5715000" y="8368260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330120" imgH="393480" progId="Equation.DSMT4">
                  <p:embed/>
                </p:oleObj>
              </mc:Choice>
              <mc:Fallback>
                <p:oleObj name="Equation" r:id="rId60" imgW="330120" imgH="393480" progId="Equation.DSMT4">
                  <p:embed/>
                  <p:pic>
                    <p:nvPicPr>
                      <p:cNvPr id="220" name="Object 219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5715000" y="8368260"/>
                        <a:ext cx="330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C5098C88-FDC4-4A7C-A6EB-F7AFAAABC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105731"/>
              </p:ext>
            </p:extLst>
          </p:nvPr>
        </p:nvGraphicFramePr>
        <p:xfrm>
          <a:off x="5715000" y="8868492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2" imgW="330120" imgH="393480" progId="Equation.DSMT4">
                  <p:embed/>
                </p:oleObj>
              </mc:Choice>
              <mc:Fallback>
                <p:oleObj name="Equation" r:id="rId62" imgW="330120" imgH="393480" progId="Equation.DSMT4">
                  <p:embed/>
                  <p:pic>
                    <p:nvPicPr>
                      <p:cNvPr id="221" name="Object 220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5715000" y="8868492"/>
                        <a:ext cx="330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2E3D411-332A-4F7C-8789-D843D6E4730D}"/>
              </a:ext>
            </a:extLst>
          </p:cNvPr>
          <p:cNvSpPr/>
          <p:nvPr/>
        </p:nvSpPr>
        <p:spPr>
          <a:xfrm>
            <a:off x="381000" y="518304"/>
            <a:ext cx="18934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7.  Simplify completely: 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438B74-E8C0-4B5C-8DAF-DD08349565B0}"/>
              </a:ext>
            </a:extLst>
          </p:cNvPr>
          <p:cNvSpPr/>
          <p:nvPr/>
        </p:nvSpPr>
        <p:spPr>
          <a:xfrm>
            <a:off x="3733800" y="482180"/>
            <a:ext cx="353013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8. Which expression is equivalent to               ?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0E3F77-39DC-4F22-B3F1-748D8992C450}"/>
              </a:ext>
            </a:extLst>
          </p:cNvPr>
          <p:cNvSpPr/>
          <p:nvPr/>
        </p:nvSpPr>
        <p:spPr>
          <a:xfrm>
            <a:off x="381000" y="2709090"/>
            <a:ext cx="34050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9. Which expression is equivalent to              ?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1FEE1A-88A1-4C4C-82C9-E776C52A9119}"/>
              </a:ext>
            </a:extLst>
          </p:cNvPr>
          <p:cNvSpPr/>
          <p:nvPr/>
        </p:nvSpPr>
        <p:spPr>
          <a:xfrm>
            <a:off x="3733800" y="2718421"/>
            <a:ext cx="328647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10.  Which expression is equivalent to       ? 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ADFB26-55BD-4FED-B730-77FDEE138AAC}"/>
              </a:ext>
            </a:extLst>
          </p:cNvPr>
          <p:cNvSpPr/>
          <p:nvPr/>
        </p:nvSpPr>
        <p:spPr>
          <a:xfrm>
            <a:off x="353008" y="4740049"/>
            <a:ext cx="3429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11. Which expression is equivalent to             ? </a:t>
            </a:r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636AF5-B9BA-4A3B-9CBC-913477F76585}"/>
              </a:ext>
            </a:extLst>
          </p:cNvPr>
          <p:cNvSpPr/>
          <p:nvPr/>
        </p:nvSpPr>
        <p:spPr>
          <a:xfrm>
            <a:off x="3694590" y="4742721"/>
            <a:ext cx="341151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12. Which expression is equivalent to           ? </a:t>
            </a:r>
            <a:endParaRPr lang="en-US" dirty="0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A7D99BAF-FD30-41AF-8651-5879E8D01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382006"/>
              </p:ext>
            </p:extLst>
          </p:nvPr>
        </p:nvGraphicFramePr>
        <p:xfrm>
          <a:off x="354366" y="7263980"/>
          <a:ext cx="3303234" cy="179769"/>
        </p:xfrm>
        <a:graphic>
          <a:graphicData uri="http://schemas.openxmlformats.org/drawingml/2006/table">
            <a:tbl>
              <a:tblPr/>
              <a:tblGrid>
                <a:gridCol w="330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 Simplify the expression below: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Rectangle 66">
            <a:extLst>
              <a:ext uri="{FF2B5EF4-FFF2-40B4-BE49-F238E27FC236}">
                <a16:creationId xmlns:a16="http://schemas.microsoft.com/office/drawing/2014/main" id="{CF9B453A-0BAF-4899-A7DA-61839C0CAC53}"/>
              </a:ext>
            </a:extLst>
          </p:cNvPr>
          <p:cNvSpPr/>
          <p:nvPr/>
        </p:nvSpPr>
        <p:spPr>
          <a:xfrm>
            <a:off x="3716044" y="7341346"/>
            <a:ext cx="1941557" cy="216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14.  Simplify completely:</a:t>
            </a:r>
            <a:endParaRPr lang="en-US" dirty="0"/>
          </a:p>
        </p:txBody>
      </p:sp>
      <p:sp>
        <p:nvSpPr>
          <p:cNvPr id="126" name="Text Box 807">
            <a:extLst>
              <a:ext uri="{FF2B5EF4-FFF2-40B4-BE49-F238E27FC236}">
                <a16:creationId xmlns:a16="http://schemas.microsoft.com/office/drawing/2014/main" id="{FF9F2F21-3998-4C40-985D-28E3B91A2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96580"/>
            <a:ext cx="2720340" cy="10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34477071-5D9A-42D8-9FDA-1F2DE70DC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954254"/>
              </p:ext>
            </p:extLst>
          </p:nvPr>
        </p:nvGraphicFramePr>
        <p:xfrm>
          <a:off x="925158" y="1472780"/>
          <a:ext cx="44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240" imgH="393480" progId="Equation.DSMT4">
                  <p:embed/>
                </p:oleObj>
              </mc:Choice>
              <mc:Fallback>
                <p:oleObj name="Equation" r:id="rId3" imgW="444240" imgH="3934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5158" y="1472780"/>
                        <a:ext cx="444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577EE8A4-DE86-4DD8-B991-E1FBAF759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908149"/>
              </p:ext>
            </p:extLst>
          </p:nvPr>
        </p:nvGraphicFramePr>
        <p:xfrm>
          <a:off x="903642" y="1951496"/>
          <a:ext cx="44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240" imgH="393480" progId="Equation.DSMT4">
                  <p:embed/>
                </p:oleObj>
              </mc:Choice>
              <mc:Fallback>
                <p:oleObj name="Equation" r:id="rId5" imgW="444240" imgH="39348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3642" y="1951496"/>
                        <a:ext cx="444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D4FF3FCD-AC5B-4081-933A-AAEA2BFF17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651354"/>
              </p:ext>
            </p:extLst>
          </p:nvPr>
        </p:nvGraphicFramePr>
        <p:xfrm>
          <a:off x="2167816" y="1462022"/>
          <a:ext cx="44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393480" progId="Equation.DSMT4">
                  <p:embed/>
                </p:oleObj>
              </mc:Choice>
              <mc:Fallback>
                <p:oleObj name="Equation" r:id="rId7" imgW="444240" imgH="39348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7816" y="1462022"/>
                        <a:ext cx="444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9F428BEE-29F7-4671-A231-803487DC5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405379"/>
              </p:ext>
            </p:extLst>
          </p:nvPr>
        </p:nvGraphicFramePr>
        <p:xfrm>
          <a:off x="2199042" y="2038454"/>
          <a:ext cx="571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320" imgH="203040" progId="Equation.DSMT4">
                  <p:embed/>
                </p:oleObj>
              </mc:Choice>
              <mc:Fallback>
                <p:oleObj name="Equation" r:id="rId9" imgW="571320" imgH="203040" progId="Equation.DSMT4">
                  <p:embed/>
                  <p:pic>
                    <p:nvPicPr>
                      <p:cNvPr id="82" name="Object 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9042" y="2038454"/>
                        <a:ext cx="571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Text Box 807">
            <a:extLst>
              <a:ext uri="{FF2B5EF4-FFF2-40B4-BE49-F238E27FC236}">
                <a16:creationId xmlns:a16="http://schemas.microsoft.com/office/drawing/2014/main" id="{1039EF4A-CE7F-4710-8C60-51E8C1B24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396580"/>
            <a:ext cx="2743200" cy="96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0B956D87-B2CE-48B9-A811-010432BDD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870050"/>
              </p:ext>
            </p:extLst>
          </p:nvPr>
        </p:nvGraphicFramePr>
        <p:xfrm>
          <a:off x="4354158" y="1452158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480" imgH="304560" progId="Equation.DSMT4">
                  <p:embed/>
                </p:oleObj>
              </mc:Choice>
              <mc:Fallback>
                <p:oleObj name="Equation" r:id="rId11" imgW="393480" imgH="30456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54158" y="1452158"/>
                        <a:ext cx="393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127BB357-1337-4397-957A-EED69E828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774272"/>
              </p:ext>
            </p:extLst>
          </p:nvPr>
        </p:nvGraphicFramePr>
        <p:xfrm>
          <a:off x="5638800" y="1428822"/>
          <a:ext cx="43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40" imgH="380880" progId="Equation.DSMT4">
                  <p:embed/>
                </p:oleObj>
              </mc:Choice>
              <mc:Fallback>
                <p:oleObj name="Equation" r:id="rId13" imgW="431640" imgH="38088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38800" y="1428822"/>
                        <a:ext cx="431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99EEF192-7EA5-4A48-8F14-B55ACDDED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563227"/>
              </p:ext>
            </p:extLst>
          </p:nvPr>
        </p:nvGraphicFramePr>
        <p:xfrm>
          <a:off x="4343400" y="1932726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3480" imgH="304560" progId="Equation.DSMT4">
                  <p:embed/>
                </p:oleObj>
              </mc:Choice>
              <mc:Fallback>
                <p:oleObj name="Equation" r:id="rId15" imgW="393480" imgH="30456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43400" y="1932726"/>
                        <a:ext cx="393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E8F3750E-8DC0-4408-8750-194EEF050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774760"/>
              </p:ext>
            </p:extLst>
          </p:nvPr>
        </p:nvGraphicFramePr>
        <p:xfrm>
          <a:off x="5638800" y="1952390"/>
          <a:ext cx="41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19040" imgH="380880" progId="Equation.DSMT4">
                  <p:embed/>
                </p:oleObj>
              </mc:Choice>
              <mc:Fallback>
                <p:oleObj name="Equation" r:id="rId17" imgW="419040" imgH="380880" progId="Equation.DSMT4">
                  <p:embed/>
                  <p:pic>
                    <p:nvPicPr>
                      <p:cNvPr id="87" name="Object 8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38800" y="1952390"/>
                        <a:ext cx="419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Text Box 807">
            <a:extLst>
              <a:ext uri="{FF2B5EF4-FFF2-40B4-BE49-F238E27FC236}">
                <a16:creationId xmlns:a16="http://schemas.microsoft.com/office/drawing/2014/main" id="{9075C2CF-A68E-464E-841D-4029D88DF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25380"/>
            <a:ext cx="1271270" cy="137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6236DA33-7582-4A48-91EB-76314A9B68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317808"/>
              </p:ext>
            </p:extLst>
          </p:nvPr>
        </p:nvGraphicFramePr>
        <p:xfrm>
          <a:off x="914400" y="3321244"/>
          <a:ext cx="31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228600" progId="Equation.DSMT4">
                  <p:embed/>
                </p:oleObj>
              </mc:Choice>
              <mc:Fallback>
                <p:oleObj name="Equation" r:id="rId19" imgW="317160" imgH="22860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4400" y="3321244"/>
                        <a:ext cx="31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E798A96F-71A2-4C49-80D3-3925863B6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967709"/>
              </p:ext>
            </p:extLst>
          </p:nvPr>
        </p:nvGraphicFramePr>
        <p:xfrm>
          <a:off x="904568" y="3635876"/>
          <a:ext cx="41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19040" imgH="228600" progId="Equation.DSMT4">
                  <p:embed/>
                </p:oleObj>
              </mc:Choice>
              <mc:Fallback>
                <p:oleObj name="Equation" r:id="rId21" imgW="419040" imgH="22860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4568" y="3635876"/>
                        <a:ext cx="419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63F2B59A-FE18-4EEB-8F04-1B02D5BA3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914182"/>
              </p:ext>
            </p:extLst>
          </p:nvPr>
        </p:nvGraphicFramePr>
        <p:xfrm>
          <a:off x="914400" y="3950508"/>
          <a:ext cx="368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68280" imgH="215640" progId="Equation.DSMT4">
                  <p:embed/>
                </p:oleObj>
              </mc:Choice>
              <mc:Fallback>
                <p:oleObj name="Equation" r:id="rId23" imgW="368280" imgH="21564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14400" y="3950508"/>
                        <a:ext cx="368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139">
            <a:extLst>
              <a:ext uri="{FF2B5EF4-FFF2-40B4-BE49-F238E27FC236}">
                <a16:creationId xmlns:a16="http://schemas.microsoft.com/office/drawing/2014/main" id="{71CC7CF1-CC49-45AB-93E1-60FD743B10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540576"/>
              </p:ext>
            </p:extLst>
          </p:nvPr>
        </p:nvGraphicFramePr>
        <p:xfrm>
          <a:off x="914400" y="4235644"/>
          <a:ext cx="419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19040" imgH="215640" progId="Equation.DSMT4">
                  <p:embed/>
                </p:oleObj>
              </mc:Choice>
              <mc:Fallback>
                <p:oleObj name="Equation" r:id="rId25" imgW="419040" imgH="21564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14400" y="4235644"/>
                        <a:ext cx="419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Text Box 807">
            <a:extLst>
              <a:ext uri="{FF2B5EF4-FFF2-40B4-BE49-F238E27FC236}">
                <a16:creationId xmlns:a16="http://schemas.microsoft.com/office/drawing/2014/main" id="{08CABAFA-02A9-4816-912E-FA6642055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530180"/>
            <a:ext cx="1981200" cy="96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735FCB1D-BBCA-4017-A932-5B5A3EB7B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515620"/>
              </p:ext>
            </p:extLst>
          </p:nvPr>
        </p:nvGraphicFramePr>
        <p:xfrm>
          <a:off x="4436808" y="3616212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040" imgH="164880" progId="Equation.DSMT4">
                  <p:embed/>
                </p:oleObj>
              </mc:Choice>
              <mc:Fallback>
                <p:oleObj name="Equation" r:id="rId27" imgW="203040" imgH="164880" progId="Equation.DSMT4">
                  <p:embed/>
                  <p:pic>
                    <p:nvPicPr>
                      <p:cNvPr id="94" name="Object 9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36808" y="3616212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Object 142">
            <a:extLst>
              <a:ext uri="{FF2B5EF4-FFF2-40B4-BE49-F238E27FC236}">
                <a16:creationId xmlns:a16="http://schemas.microsoft.com/office/drawing/2014/main" id="{3A3BDC4B-DC83-4A1A-AD35-63856F938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626484"/>
              </p:ext>
            </p:extLst>
          </p:nvPr>
        </p:nvGraphicFramePr>
        <p:xfrm>
          <a:off x="4419600" y="417910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120" imgH="177480" progId="Equation.DSMT4">
                  <p:embed/>
                </p:oleObj>
              </mc:Choice>
              <mc:Fallback>
                <p:oleObj name="Equation" r:id="rId29" imgW="114120" imgH="177480" progId="Equation.DSMT4">
                  <p:embed/>
                  <p:pic>
                    <p:nvPicPr>
                      <p:cNvPr id="95" name="Object 9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19600" y="417910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Object 143">
            <a:extLst>
              <a:ext uri="{FF2B5EF4-FFF2-40B4-BE49-F238E27FC236}">
                <a16:creationId xmlns:a16="http://schemas.microsoft.com/office/drawing/2014/main" id="{33E75A77-B113-4A7E-9077-D50E1B045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940699"/>
              </p:ext>
            </p:extLst>
          </p:nvPr>
        </p:nvGraphicFramePr>
        <p:xfrm>
          <a:off x="5715000" y="353018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15640" imgH="368280" progId="Equation.DSMT4">
                  <p:embed/>
                </p:oleObj>
              </mc:Choice>
              <mc:Fallback>
                <p:oleObj name="Equation" r:id="rId31" imgW="215640" imgH="368280" progId="Equation.DSMT4">
                  <p:embed/>
                  <p:pic>
                    <p:nvPicPr>
                      <p:cNvPr id="96" name="Object 9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715000" y="353018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568FB192-0E6A-4CF2-8C41-FA26C749D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746941"/>
              </p:ext>
            </p:extLst>
          </p:nvPr>
        </p:nvGraphicFramePr>
        <p:xfrm>
          <a:off x="5715000" y="406358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39680" imgH="368280" progId="Equation.DSMT4">
                  <p:embed/>
                </p:oleObj>
              </mc:Choice>
              <mc:Fallback>
                <p:oleObj name="Equation" r:id="rId33" imgW="139680" imgH="368280" progId="Equation.DSMT4">
                  <p:embed/>
                  <p:pic>
                    <p:nvPicPr>
                      <p:cNvPr id="97" name="Object 9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715000" y="406358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Text Box 807">
            <a:extLst>
              <a:ext uri="{FF2B5EF4-FFF2-40B4-BE49-F238E27FC236}">
                <a16:creationId xmlns:a16="http://schemas.microsoft.com/office/drawing/2014/main" id="{35FDFDC7-88A6-4E4E-B684-F0C7A9937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892380"/>
            <a:ext cx="1271270" cy="110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7" name="Text Box 807">
            <a:extLst>
              <a:ext uri="{FF2B5EF4-FFF2-40B4-BE49-F238E27FC236}">
                <a16:creationId xmlns:a16="http://schemas.microsoft.com/office/drawing/2014/main" id="{133C2C22-191E-4F31-A0F0-3A2E94009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892380"/>
            <a:ext cx="1271270" cy="110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2C02A119-5390-4AFF-80C8-AC69E77B0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657500"/>
              </p:ext>
            </p:extLst>
          </p:nvPr>
        </p:nvGraphicFramePr>
        <p:xfrm>
          <a:off x="890270" y="5988244"/>
          <a:ext cx="241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41200" imgH="177480" progId="Equation.DSMT4">
                  <p:embed/>
                </p:oleObj>
              </mc:Choice>
              <mc:Fallback>
                <p:oleObj name="Equation" r:id="rId35" imgW="241200" imgH="177480" progId="Equation.DSMT4">
                  <p:embed/>
                  <p:pic>
                    <p:nvPicPr>
                      <p:cNvPr id="100" name="Object 9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90270" y="5988244"/>
                        <a:ext cx="241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1009130D-E322-49F6-BA96-DEBB05127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954796"/>
              </p:ext>
            </p:extLst>
          </p:nvPr>
        </p:nvGraphicFramePr>
        <p:xfrm>
          <a:off x="880438" y="6243884"/>
          <a:ext cx="241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41200" imgH="177480" progId="Equation.DSMT4">
                  <p:embed/>
                </p:oleObj>
              </mc:Choice>
              <mc:Fallback>
                <p:oleObj name="Equation" r:id="rId37" imgW="241200" imgH="177480" progId="Equation.DSMT4">
                  <p:embed/>
                  <p:pic>
                    <p:nvPicPr>
                      <p:cNvPr id="101" name="Object 100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80438" y="6243884"/>
                        <a:ext cx="241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49">
            <a:extLst>
              <a:ext uri="{FF2B5EF4-FFF2-40B4-BE49-F238E27FC236}">
                <a16:creationId xmlns:a16="http://schemas.microsoft.com/office/drawing/2014/main" id="{66D5EB63-492A-4314-B671-8774AC28A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743844"/>
              </p:ext>
            </p:extLst>
          </p:nvPr>
        </p:nvGraphicFramePr>
        <p:xfrm>
          <a:off x="865686" y="6492148"/>
          <a:ext cx="228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28600" imgH="177480" progId="Equation.DSMT4">
                  <p:embed/>
                </p:oleObj>
              </mc:Choice>
              <mc:Fallback>
                <p:oleObj name="Equation" r:id="rId39" imgW="228600" imgH="177480" progId="Equation.DSMT4">
                  <p:embed/>
                  <p:pic>
                    <p:nvPicPr>
                      <p:cNvPr id="102" name="Object 10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65686" y="6492148"/>
                        <a:ext cx="228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Object 150">
            <a:extLst>
              <a:ext uri="{FF2B5EF4-FFF2-40B4-BE49-F238E27FC236}">
                <a16:creationId xmlns:a16="http://schemas.microsoft.com/office/drawing/2014/main" id="{9DF73D42-6829-4AC1-8FAF-29183E22C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523522"/>
              </p:ext>
            </p:extLst>
          </p:nvPr>
        </p:nvGraphicFramePr>
        <p:xfrm>
          <a:off x="870606" y="6740412"/>
          <a:ext cx="304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304560" imgH="177480" progId="Equation.DSMT4">
                  <p:embed/>
                </p:oleObj>
              </mc:Choice>
              <mc:Fallback>
                <p:oleObj name="Equation" r:id="rId41" imgW="304560" imgH="177480" progId="Equation.DSMT4">
                  <p:embed/>
                  <p:pic>
                    <p:nvPicPr>
                      <p:cNvPr id="103" name="Object 102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70606" y="6740412"/>
                        <a:ext cx="304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Object 151">
            <a:extLst>
              <a:ext uri="{FF2B5EF4-FFF2-40B4-BE49-F238E27FC236}">
                <a16:creationId xmlns:a16="http://schemas.microsoft.com/office/drawing/2014/main" id="{C8C4EE7B-BA93-4250-86F1-8AC490605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487848"/>
              </p:ext>
            </p:extLst>
          </p:nvPr>
        </p:nvGraphicFramePr>
        <p:xfrm>
          <a:off x="4333568" y="5988244"/>
          <a:ext cx="177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77480" imgH="177480" progId="Equation.DSMT4">
                  <p:embed/>
                </p:oleObj>
              </mc:Choice>
              <mc:Fallback>
                <p:oleObj name="Equation" r:id="rId43" imgW="177480" imgH="177480" progId="Equation.DSMT4">
                  <p:embed/>
                  <p:pic>
                    <p:nvPicPr>
                      <p:cNvPr id="104" name="Object 103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333568" y="5988244"/>
                        <a:ext cx="177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" name="Object 152">
            <a:extLst>
              <a:ext uri="{FF2B5EF4-FFF2-40B4-BE49-F238E27FC236}">
                <a16:creationId xmlns:a16="http://schemas.microsoft.com/office/drawing/2014/main" id="{4CADA6DC-7684-4172-9199-EE2D348E33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163794"/>
              </p:ext>
            </p:extLst>
          </p:nvPr>
        </p:nvGraphicFramePr>
        <p:xfrm>
          <a:off x="4343400" y="6226676"/>
          <a:ext cx="279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79360" imgH="177480" progId="Equation.DSMT4">
                  <p:embed/>
                </p:oleObj>
              </mc:Choice>
              <mc:Fallback>
                <p:oleObj name="Equation" r:id="rId45" imgW="279360" imgH="177480" progId="Equation.DSMT4">
                  <p:embed/>
                  <p:pic>
                    <p:nvPicPr>
                      <p:cNvPr id="105" name="Object 104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343400" y="6226676"/>
                        <a:ext cx="279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53">
            <a:extLst>
              <a:ext uri="{FF2B5EF4-FFF2-40B4-BE49-F238E27FC236}">
                <a16:creationId xmlns:a16="http://schemas.microsoft.com/office/drawing/2014/main" id="{8B632EFD-2A5A-4FDC-985C-740C897149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511448"/>
              </p:ext>
            </p:extLst>
          </p:nvPr>
        </p:nvGraphicFramePr>
        <p:xfrm>
          <a:off x="4323736" y="6482316"/>
          <a:ext cx="228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28600" imgH="177480" progId="Equation.DSMT4">
                  <p:embed/>
                </p:oleObj>
              </mc:Choice>
              <mc:Fallback>
                <p:oleObj name="Equation" r:id="rId47" imgW="228600" imgH="177480" progId="Equation.DSMT4">
                  <p:embed/>
                  <p:pic>
                    <p:nvPicPr>
                      <p:cNvPr id="106" name="Object 105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323736" y="6482316"/>
                        <a:ext cx="228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" name="Object 154">
            <a:extLst>
              <a:ext uri="{FF2B5EF4-FFF2-40B4-BE49-F238E27FC236}">
                <a16:creationId xmlns:a16="http://schemas.microsoft.com/office/drawing/2014/main" id="{83E97FDA-2C46-4905-8207-638000C50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002670"/>
              </p:ext>
            </p:extLst>
          </p:nvPr>
        </p:nvGraphicFramePr>
        <p:xfrm>
          <a:off x="4343400" y="6730580"/>
          <a:ext cx="317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317160" imgH="177480" progId="Equation.DSMT4">
                  <p:embed/>
                </p:oleObj>
              </mc:Choice>
              <mc:Fallback>
                <p:oleObj name="Equation" r:id="rId49" imgW="317160" imgH="177480" progId="Equation.DSMT4">
                  <p:embed/>
                  <p:pic>
                    <p:nvPicPr>
                      <p:cNvPr id="107" name="Object 106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343400" y="6730580"/>
                        <a:ext cx="317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" name="Text Box 807">
            <a:extLst>
              <a:ext uri="{FF2B5EF4-FFF2-40B4-BE49-F238E27FC236}">
                <a16:creationId xmlns:a16="http://schemas.microsoft.com/office/drawing/2014/main" id="{0B405671-A978-49C7-98EB-E27E97D86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406980"/>
            <a:ext cx="1271270" cy="110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7" name="Object 156">
            <a:extLst>
              <a:ext uri="{FF2B5EF4-FFF2-40B4-BE49-F238E27FC236}">
                <a16:creationId xmlns:a16="http://schemas.microsoft.com/office/drawing/2014/main" id="{7EBD6DBD-9462-48D9-9938-A33A6C5CBC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084166"/>
              </p:ext>
            </p:extLst>
          </p:nvPr>
        </p:nvGraphicFramePr>
        <p:xfrm>
          <a:off x="990600" y="8501842"/>
          <a:ext cx="508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507960" imgH="177480" progId="Equation.DSMT4">
                  <p:embed/>
                </p:oleObj>
              </mc:Choice>
              <mc:Fallback>
                <p:oleObj name="Equation" r:id="rId51" imgW="507960" imgH="17748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990600" y="8501842"/>
                        <a:ext cx="508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" name="Object 157">
            <a:extLst>
              <a:ext uri="{FF2B5EF4-FFF2-40B4-BE49-F238E27FC236}">
                <a16:creationId xmlns:a16="http://schemas.microsoft.com/office/drawing/2014/main" id="{8FF29B7A-3F65-4D92-B72E-A61FFFFC74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393940"/>
              </p:ext>
            </p:extLst>
          </p:nvPr>
        </p:nvGraphicFramePr>
        <p:xfrm>
          <a:off x="981269" y="8759987"/>
          <a:ext cx="508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507960" imgH="177480" progId="Equation.DSMT4">
                  <p:embed/>
                </p:oleObj>
              </mc:Choice>
              <mc:Fallback>
                <p:oleObj name="Equation" r:id="rId53" imgW="507960" imgH="177480" progId="Equation.DSMT4">
                  <p:embed/>
                  <p:pic>
                    <p:nvPicPr>
                      <p:cNvPr id="110" name="Object 109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981269" y="8759987"/>
                        <a:ext cx="508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" name="Object 158">
            <a:extLst>
              <a:ext uri="{FF2B5EF4-FFF2-40B4-BE49-F238E27FC236}">
                <a16:creationId xmlns:a16="http://schemas.microsoft.com/office/drawing/2014/main" id="{C98A4B9A-120A-4238-9878-E10A5BABB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820246"/>
              </p:ext>
            </p:extLst>
          </p:nvPr>
        </p:nvGraphicFramePr>
        <p:xfrm>
          <a:off x="970386" y="9007249"/>
          <a:ext cx="520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520560" imgH="177480" progId="Equation.DSMT4">
                  <p:embed/>
                </p:oleObj>
              </mc:Choice>
              <mc:Fallback>
                <p:oleObj name="Equation" r:id="rId55" imgW="520560" imgH="17748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970386" y="9007249"/>
                        <a:ext cx="520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Object 159">
            <a:extLst>
              <a:ext uri="{FF2B5EF4-FFF2-40B4-BE49-F238E27FC236}">
                <a16:creationId xmlns:a16="http://schemas.microsoft.com/office/drawing/2014/main" id="{8C74EBBA-C34B-45C2-A409-F3B657BB7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656581"/>
              </p:ext>
            </p:extLst>
          </p:nvPr>
        </p:nvGraphicFramePr>
        <p:xfrm>
          <a:off x="971938" y="9254511"/>
          <a:ext cx="508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507960" imgH="177480" progId="Equation.DSMT4">
                  <p:embed/>
                </p:oleObj>
              </mc:Choice>
              <mc:Fallback>
                <p:oleObj name="Equation" r:id="rId57" imgW="507960" imgH="177480" progId="Equation.DSMT4">
                  <p:embed/>
                  <p:pic>
                    <p:nvPicPr>
                      <p:cNvPr id="112" name="Object 111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971938" y="9254511"/>
                        <a:ext cx="508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Text Box 807">
            <a:extLst>
              <a:ext uri="{FF2B5EF4-FFF2-40B4-BE49-F238E27FC236}">
                <a16:creationId xmlns:a16="http://schemas.microsoft.com/office/drawing/2014/main" id="{FFE11DA6-3B9C-4BE6-9CA8-E25C37B48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8330780"/>
            <a:ext cx="2514600" cy="96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C.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2" name="Object 161">
            <a:extLst>
              <a:ext uri="{FF2B5EF4-FFF2-40B4-BE49-F238E27FC236}">
                <a16:creationId xmlns:a16="http://schemas.microsoft.com/office/drawing/2014/main" id="{334454F3-E9F4-42FC-B55E-0D1BF1589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375464"/>
              </p:ext>
            </p:extLst>
          </p:nvPr>
        </p:nvGraphicFramePr>
        <p:xfrm>
          <a:off x="4419600" y="8406980"/>
          <a:ext cx="292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291960" imgH="177480" progId="Equation.DSMT4">
                  <p:embed/>
                </p:oleObj>
              </mc:Choice>
              <mc:Fallback>
                <p:oleObj name="Equation" r:id="rId59" imgW="291960" imgH="177480" progId="Equation.DSMT4">
                  <p:embed/>
                  <p:pic>
                    <p:nvPicPr>
                      <p:cNvPr id="114" name="Object 113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19600" y="8406980"/>
                        <a:ext cx="292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Object 162">
            <a:extLst>
              <a:ext uri="{FF2B5EF4-FFF2-40B4-BE49-F238E27FC236}">
                <a16:creationId xmlns:a16="http://schemas.microsoft.com/office/drawing/2014/main" id="{AA1F1CF5-A9DA-4A3B-A2E1-9E8252856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346070"/>
              </p:ext>
            </p:extLst>
          </p:nvPr>
        </p:nvGraphicFramePr>
        <p:xfrm>
          <a:off x="5562600" y="8406980"/>
          <a:ext cx="292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291960" imgH="177480" progId="Equation.DSMT4">
                  <p:embed/>
                </p:oleObj>
              </mc:Choice>
              <mc:Fallback>
                <p:oleObj name="Equation" r:id="rId61" imgW="291960" imgH="177480" progId="Equation.DSMT4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562600" y="8406980"/>
                        <a:ext cx="292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Object 163">
            <a:extLst>
              <a:ext uri="{FF2B5EF4-FFF2-40B4-BE49-F238E27FC236}">
                <a16:creationId xmlns:a16="http://schemas.microsoft.com/office/drawing/2014/main" id="{EDF3C5AE-8EC6-4954-8CF8-CE7E3BB54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803435"/>
              </p:ext>
            </p:extLst>
          </p:nvPr>
        </p:nvGraphicFramePr>
        <p:xfrm>
          <a:off x="4343400" y="8864180"/>
          <a:ext cx="457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3" imgW="457200" imgH="368280" progId="Equation.DSMT4">
                  <p:embed/>
                </p:oleObj>
              </mc:Choice>
              <mc:Fallback>
                <p:oleObj name="Equation" r:id="rId63" imgW="457200" imgH="368280" progId="Equation.DSMT4">
                  <p:embed/>
                  <p:pic>
                    <p:nvPicPr>
                      <p:cNvPr id="116" name="Object 115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4343400" y="8864180"/>
                        <a:ext cx="457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9CC631A0-7F07-4E19-A227-2CB72107D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962184"/>
              </p:ext>
            </p:extLst>
          </p:nvPr>
        </p:nvGraphicFramePr>
        <p:xfrm>
          <a:off x="5486400" y="8864180"/>
          <a:ext cx="444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5" imgW="444240" imgH="368280" progId="Equation.DSMT4">
                  <p:embed/>
                </p:oleObj>
              </mc:Choice>
              <mc:Fallback>
                <p:oleObj name="Equation" r:id="rId65" imgW="444240" imgH="368280" progId="Equation.DSMT4">
                  <p:embed/>
                  <p:pic>
                    <p:nvPicPr>
                      <p:cNvPr id="117" name="Object 116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5486400" y="8864180"/>
                        <a:ext cx="444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261EBC9A-CE31-4FAC-993B-133A18D2C9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066574"/>
              </p:ext>
            </p:extLst>
          </p:nvPr>
        </p:nvGraphicFramePr>
        <p:xfrm>
          <a:off x="2209800" y="454187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7" imgW="469800" imgH="393480" progId="Equation.DSMT4">
                  <p:embed/>
                </p:oleObj>
              </mc:Choice>
              <mc:Fallback>
                <p:oleObj name="Equation" r:id="rId67" imgW="469800" imgH="393480" progId="Equation.DSMT4">
                  <p:embed/>
                  <p:pic>
                    <p:nvPicPr>
                      <p:cNvPr id="118" name="Object 117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2209800" y="454187"/>
                        <a:ext cx="469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Object 166">
            <a:extLst>
              <a:ext uri="{FF2B5EF4-FFF2-40B4-BE49-F238E27FC236}">
                <a16:creationId xmlns:a16="http://schemas.microsoft.com/office/drawing/2014/main" id="{24ABFC2E-A56D-47A0-BCBB-042CFA3BC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388499"/>
              </p:ext>
            </p:extLst>
          </p:nvPr>
        </p:nvGraphicFramePr>
        <p:xfrm>
          <a:off x="6389917" y="463518"/>
          <a:ext cx="584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9" imgW="583920" imgH="253800" progId="Equation.DSMT4">
                  <p:embed/>
                </p:oleObj>
              </mc:Choice>
              <mc:Fallback>
                <p:oleObj name="Equation" r:id="rId69" imgW="583920" imgH="253800" progId="Equation.DSMT4">
                  <p:embed/>
                  <p:pic>
                    <p:nvPicPr>
                      <p:cNvPr id="119" name="Object 118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6389917" y="463518"/>
                        <a:ext cx="584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" name="Object 167">
            <a:extLst>
              <a:ext uri="{FF2B5EF4-FFF2-40B4-BE49-F238E27FC236}">
                <a16:creationId xmlns:a16="http://schemas.microsoft.com/office/drawing/2014/main" id="{625A5B47-8161-4494-8982-DA8FFEF9A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489735"/>
              </p:ext>
            </p:extLst>
          </p:nvPr>
        </p:nvGraphicFramePr>
        <p:xfrm>
          <a:off x="3048000" y="2567573"/>
          <a:ext cx="495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1" imgW="495000" imgH="507960" progId="Equation.DSMT4">
                  <p:embed/>
                </p:oleObj>
              </mc:Choice>
              <mc:Fallback>
                <p:oleObj name="Equation" r:id="rId71" imgW="495000" imgH="507960" progId="Equation.DSMT4">
                  <p:embed/>
                  <p:pic>
                    <p:nvPicPr>
                      <p:cNvPr id="120" name="Object 119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3048000" y="2567573"/>
                        <a:ext cx="4953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" name="Object 168">
            <a:extLst>
              <a:ext uri="{FF2B5EF4-FFF2-40B4-BE49-F238E27FC236}">
                <a16:creationId xmlns:a16="http://schemas.microsoft.com/office/drawing/2014/main" id="{B6EC0390-5B50-4A4B-9B91-688C039ED0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117953"/>
              </p:ext>
            </p:extLst>
          </p:nvPr>
        </p:nvGraphicFramePr>
        <p:xfrm>
          <a:off x="6534538" y="2586235"/>
          <a:ext cx="24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3" imgW="241200" imgH="469800" progId="Equation.DSMT4">
                  <p:embed/>
                </p:oleObj>
              </mc:Choice>
              <mc:Fallback>
                <p:oleObj name="Equation" r:id="rId73" imgW="241200" imgH="469800" progId="Equation.DSMT4">
                  <p:embed/>
                  <p:pic>
                    <p:nvPicPr>
                      <p:cNvPr id="121" name="Object 120"/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6534538" y="2586235"/>
                        <a:ext cx="241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Object 169">
            <a:extLst>
              <a:ext uri="{FF2B5EF4-FFF2-40B4-BE49-F238E27FC236}">
                <a16:creationId xmlns:a16="http://schemas.microsoft.com/office/drawing/2014/main" id="{5296DAFB-4040-4E00-8A0B-8CE3F47D0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082384"/>
              </p:ext>
            </p:extLst>
          </p:nvPr>
        </p:nvGraphicFramePr>
        <p:xfrm>
          <a:off x="3114869" y="4758711"/>
          <a:ext cx="508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5" imgW="507960" imgH="215640" progId="Equation.DSMT4">
                  <p:embed/>
                </p:oleObj>
              </mc:Choice>
              <mc:Fallback>
                <p:oleObj name="Equation" r:id="rId75" imgW="507960" imgH="215640" progId="Equation.DSMT4">
                  <p:embed/>
                  <p:pic>
                    <p:nvPicPr>
                      <p:cNvPr id="122" name="Object 121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3114869" y="4758711"/>
                        <a:ext cx="508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" name="Object 170">
            <a:extLst>
              <a:ext uri="{FF2B5EF4-FFF2-40B4-BE49-F238E27FC236}">
                <a16:creationId xmlns:a16="http://schemas.microsoft.com/office/drawing/2014/main" id="{EABDDD17-E548-4E8F-B4C1-9CE963288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772609"/>
              </p:ext>
            </p:extLst>
          </p:nvPr>
        </p:nvGraphicFramePr>
        <p:xfrm>
          <a:off x="6419462" y="4758711"/>
          <a:ext cx="457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7" imgW="457200" imgH="190440" progId="Equation.DSMT4">
                  <p:embed/>
                </p:oleObj>
              </mc:Choice>
              <mc:Fallback>
                <p:oleObj name="Equation" r:id="rId77" imgW="457200" imgH="190440" progId="Equation.DSMT4">
                  <p:embed/>
                  <p:pic>
                    <p:nvPicPr>
                      <p:cNvPr id="123" name="Object 122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6419462" y="4758711"/>
                        <a:ext cx="457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" name="Object 171">
            <a:extLst>
              <a:ext uri="{FF2B5EF4-FFF2-40B4-BE49-F238E27FC236}">
                <a16:creationId xmlns:a16="http://schemas.microsoft.com/office/drawing/2014/main" id="{14CF95B3-B792-4180-97AE-03C7EE6806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287889"/>
              </p:ext>
            </p:extLst>
          </p:nvPr>
        </p:nvGraphicFramePr>
        <p:xfrm>
          <a:off x="1447800" y="7772491"/>
          <a:ext cx="1346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9" imgW="1346040" imgH="253800" progId="Equation.DSMT4">
                  <p:embed/>
                </p:oleObj>
              </mc:Choice>
              <mc:Fallback>
                <p:oleObj name="Equation" r:id="rId79" imgW="1346040" imgH="253800" progId="Equation.DSMT4">
                  <p:embed/>
                  <p:pic>
                    <p:nvPicPr>
                      <p:cNvPr id="124" name="Object 123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447800" y="7772491"/>
                        <a:ext cx="1346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" name="Object 172">
            <a:extLst>
              <a:ext uri="{FF2B5EF4-FFF2-40B4-BE49-F238E27FC236}">
                <a16:creationId xmlns:a16="http://schemas.microsoft.com/office/drawing/2014/main" id="{7E71007C-46E8-42DB-83BD-7F1452F1A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123775"/>
              </p:ext>
            </p:extLst>
          </p:nvPr>
        </p:nvGraphicFramePr>
        <p:xfrm>
          <a:off x="5638800" y="726398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1" imgW="330120" imgH="368280" progId="Equation.DSMT4">
                  <p:embed/>
                </p:oleObj>
              </mc:Choice>
              <mc:Fallback>
                <p:oleObj name="Equation" r:id="rId81" imgW="330120" imgH="368280" progId="Equation.DSMT4">
                  <p:embed/>
                  <p:pic>
                    <p:nvPicPr>
                      <p:cNvPr id="125" name="Object 124"/>
                      <p:cNvPicPr/>
                      <p:nvPr/>
                    </p:nvPicPr>
                    <p:blipFill>
                      <a:blip r:embed="rId82"/>
                      <a:stretch>
                        <a:fillRect/>
                      </a:stretch>
                    </p:blipFill>
                    <p:spPr>
                      <a:xfrm>
                        <a:off x="5638800" y="7263980"/>
                        <a:ext cx="330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335B0F7-1C43-43C9-8C9A-7B74FAA3D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23135"/>
              </p:ext>
            </p:extLst>
          </p:nvPr>
        </p:nvGraphicFramePr>
        <p:xfrm>
          <a:off x="353007" y="447434"/>
          <a:ext cx="3421062" cy="372555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  Which set of numbers does not contain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the value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375B1E8B-288F-4FAF-BA42-87D190DB4619}"/>
              </a:ext>
            </a:extLst>
          </p:cNvPr>
          <p:cNvSpPr/>
          <p:nvPr/>
        </p:nvSpPr>
        <p:spPr>
          <a:xfrm>
            <a:off x="3810000" y="427220"/>
            <a:ext cx="231826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16.  Which statement is false?</a:t>
            </a:r>
            <a:endParaRPr lang="en-US" dirty="0"/>
          </a:p>
        </p:txBody>
      </p:sp>
      <p:sp>
        <p:nvSpPr>
          <p:cNvPr id="71" name="Text Box 807">
            <a:extLst>
              <a:ext uri="{FF2B5EF4-FFF2-40B4-BE49-F238E27FC236}">
                <a16:creationId xmlns:a16="http://schemas.microsoft.com/office/drawing/2014/main" id="{63D765DE-20F4-4CD8-98B8-43AD6437D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189220"/>
            <a:ext cx="30575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real numbers are complex numbers.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irrational numbers are real numbers.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complex numbers are pure imaginary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numbers.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whole numbers are rational numbers.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Text Box 807">
            <a:extLst>
              <a:ext uri="{FF2B5EF4-FFF2-40B4-BE49-F238E27FC236}">
                <a16:creationId xmlns:a16="http://schemas.microsoft.com/office/drawing/2014/main" id="{FD77FEC8-92FC-4949-A54A-67C375D7E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17820"/>
            <a:ext cx="1990725" cy="110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 Numbers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Pure Imaginary Numbers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Rational Numbers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20F66123-1F30-4D6B-A1D9-B61B82164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068478"/>
              </p:ext>
            </p:extLst>
          </p:nvPr>
        </p:nvGraphicFramePr>
        <p:xfrm>
          <a:off x="2133600" y="808220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330120" progId="Equation.DSMT4">
                  <p:embed/>
                </p:oleObj>
              </mc:Choice>
              <mc:Fallback>
                <p:oleObj name="Equation" r:id="rId3" imgW="457200" imgH="33012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3600" y="808220"/>
                        <a:ext cx="457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3F073450-7669-4345-99E8-18A1BDD39212}"/>
              </a:ext>
            </a:extLst>
          </p:cNvPr>
          <p:cNvSpPr/>
          <p:nvPr/>
        </p:nvSpPr>
        <p:spPr>
          <a:xfrm>
            <a:off x="381000" y="2713220"/>
            <a:ext cx="335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17.  Which statement illustrates the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associative property of addition?</a:t>
            </a:r>
            <a:endParaRPr lang="en-US" dirty="0"/>
          </a:p>
        </p:txBody>
      </p: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F469DAAC-3C02-4447-9B44-5C1CAEB28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547899"/>
              </p:ext>
            </p:extLst>
          </p:nvPr>
        </p:nvGraphicFramePr>
        <p:xfrm>
          <a:off x="3810000" y="2789420"/>
          <a:ext cx="3573462" cy="372555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  Identify the multiplicative inverse of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value below.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0DEFBFEA-E81D-49C2-A8B6-E87208D83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273745"/>
              </p:ext>
            </p:extLst>
          </p:nvPr>
        </p:nvGraphicFramePr>
        <p:xfrm>
          <a:off x="5410200" y="324662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560" imgH="368280" progId="Equation.DSMT4">
                  <p:embed/>
                </p:oleObj>
              </mc:Choice>
              <mc:Fallback>
                <p:oleObj name="Equation" r:id="rId5" imgW="304560" imgH="36828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0200" y="3246620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tangle 76">
            <a:extLst>
              <a:ext uri="{FF2B5EF4-FFF2-40B4-BE49-F238E27FC236}">
                <a16:creationId xmlns:a16="http://schemas.microsoft.com/office/drawing/2014/main" id="{DD0138C5-A230-4CEA-855E-20B841A927DE}"/>
              </a:ext>
            </a:extLst>
          </p:cNvPr>
          <p:cNvSpPr/>
          <p:nvPr/>
        </p:nvSpPr>
        <p:spPr>
          <a:xfrm>
            <a:off x="362338" y="5027213"/>
            <a:ext cx="35238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19.  Which is the complete factorization of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the expression                      ?</a:t>
            </a:r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8782880-A971-4BBD-B110-1B79D4C2033E}"/>
              </a:ext>
            </a:extLst>
          </p:cNvPr>
          <p:cNvSpPr/>
          <p:nvPr/>
        </p:nvSpPr>
        <p:spPr>
          <a:xfrm>
            <a:off x="3830214" y="5028765"/>
            <a:ext cx="348498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20. Which of the following is the factored form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of               ?</a:t>
            </a:r>
            <a:endParaRPr lang="en-US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E2FB1A77-FA89-4B78-A73E-7EFDCD315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816619"/>
              </p:ext>
            </p:extLst>
          </p:nvPr>
        </p:nvGraphicFramePr>
        <p:xfrm>
          <a:off x="334345" y="7409627"/>
          <a:ext cx="3573462" cy="372555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 For which polynomial is the expression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a factor?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8A1A93F8-30D0-4EE7-9AE8-B1B30228FDBE}"/>
              </a:ext>
            </a:extLst>
          </p:cNvPr>
          <p:cNvSpPr/>
          <p:nvPr/>
        </p:nvSpPr>
        <p:spPr>
          <a:xfrm>
            <a:off x="3810000" y="7361420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22. Which of the following expressions is not a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factor of                             ? </a:t>
            </a:r>
            <a:endParaRPr lang="en-US" dirty="0"/>
          </a:p>
        </p:txBody>
      </p:sp>
      <p:sp>
        <p:nvSpPr>
          <p:cNvPr id="81" name="Text Box 807">
            <a:extLst>
              <a:ext uri="{FF2B5EF4-FFF2-40B4-BE49-F238E27FC236}">
                <a16:creationId xmlns:a16="http://schemas.microsoft.com/office/drawing/2014/main" id="{C872E999-84AF-4742-8ADC-D73EDE7C5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27620"/>
            <a:ext cx="232029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6E56F1E6-380A-43FA-93A3-8C498E80CD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167079"/>
              </p:ext>
            </p:extLst>
          </p:nvPr>
        </p:nvGraphicFramePr>
        <p:xfrm>
          <a:off x="1810138" y="5218489"/>
          <a:ext cx="863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190440" progId="Equation.DSMT4">
                  <p:embed/>
                </p:oleObj>
              </mc:Choice>
              <mc:Fallback>
                <p:oleObj name="Equation" r:id="rId7" imgW="863280" imgH="19044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0138" y="5218489"/>
                        <a:ext cx="863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DBCC71D5-C159-409F-96B9-D762613A9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325045"/>
              </p:ext>
            </p:extLst>
          </p:nvPr>
        </p:nvGraphicFramePr>
        <p:xfrm>
          <a:off x="4372945" y="5216937"/>
          <a:ext cx="596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190440" progId="Equation.DSMT4">
                  <p:embed/>
                </p:oleObj>
              </mc:Choice>
              <mc:Fallback>
                <p:oleObj name="Equation" r:id="rId9" imgW="596880" imgH="19044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72945" y="5216937"/>
                        <a:ext cx="596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B724981A-11E4-44F3-B542-0B25C705C5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727882"/>
              </p:ext>
            </p:extLst>
          </p:nvPr>
        </p:nvGraphicFramePr>
        <p:xfrm>
          <a:off x="685800" y="7590020"/>
          <a:ext cx="546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45760" imgH="228600" progId="Equation.DSMT4">
                  <p:embed/>
                </p:oleObj>
              </mc:Choice>
              <mc:Fallback>
                <p:oleObj name="Equation" r:id="rId11" imgW="545760" imgH="22860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5800" y="7590020"/>
                        <a:ext cx="546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0ABC3794-2AEC-4545-A559-74958322A5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86475"/>
              </p:ext>
            </p:extLst>
          </p:nvPr>
        </p:nvGraphicFramePr>
        <p:xfrm>
          <a:off x="4830145" y="7551144"/>
          <a:ext cx="1143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3000" imgH="190440" progId="Equation.DSMT4">
                  <p:embed/>
                </p:oleObj>
              </mc:Choice>
              <mc:Fallback>
                <p:oleObj name="Equation" r:id="rId13" imgW="1143000" imgH="19044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30145" y="7551144"/>
                        <a:ext cx="11430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6EFFB1AD-FC2F-4D87-9ACC-BF60C4A660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53690"/>
              </p:ext>
            </p:extLst>
          </p:nvPr>
        </p:nvGraphicFramePr>
        <p:xfrm>
          <a:off x="990600" y="3645204"/>
          <a:ext cx="1854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54000" imgH="317160" progId="Equation.DSMT4">
                  <p:embed/>
                </p:oleObj>
              </mc:Choice>
              <mc:Fallback>
                <p:oleObj name="Equation" r:id="rId15" imgW="1854000" imgH="3171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0600" y="3645204"/>
                        <a:ext cx="18542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5B62C3C7-FBD5-429B-BD5E-18F9A4AC74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55281"/>
              </p:ext>
            </p:extLst>
          </p:nvPr>
        </p:nvGraphicFramePr>
        <p:xfrm>
          <a:off x="990600" y="4008620"/>
          <a:ext cx="170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01720" imgH="228600" progId="Equation.DSMT4">
                  <p:embed/>
                </p:oleObj>
              </mc:Choice>
              <mc:Fallback>
                <p:oleObj name="Equation" r:id="rId17" imgW="1701720" imgH="2286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0600" y="4008620"/>
                        <a:ext cx="170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AB0D4FDE-493E-4209-BF19-795BC50C1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654349"/>
              </p:ext>
            </p:extLst>
          </p:nvPr>
        </p:nvGraphicFramePr>
        <p:xfrm>
          <a:off x="1014412" y="4295836"/>
          <a:ext cx="1485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85720" imgH="291960" progId="Equation.DSMT4">
                  <p:embed/>
                </p:oleObj>
              </mc:Choice>
              <mc:Fallback>
                <p:oleObj name="Equation" r:id="rId19" imgW="1485720" imgH="2919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14412" y="4295836"/>
                        <a:ext cx="1485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0818B934-620D-47BD-B261-F9DAE3FF5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806628"/>
              </p:ext>
            </p:extLst>
          </p:nvPr>
        </p:nvGraphicFramePr>
        <p:xfrm>
          <a:off x="990600" y="4618220"/>
          <a:ext cx="160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00200" imgH="228600" progId="Equation.DSMT4">
                  <p:embed/>
                </p:oleObj>
              </mc:Choice>
              <mc:Fallback>
                <p:oleObj name="Equation" r:id="rId21" imgW="1600200" imgH="2286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90600" y="4618220"/>
                        <a:ext cx="160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Text Box 807">
            <a:extLst>
              <a:ext uri="{FF2B5EF4-FFF2-40B4-BE49-F238E27FC236}">
                <a16:creationId xmlns:a16="http://schemas.microsoft.com/office/drawing/2014/main" id="{41F15D44-554F-47A5-9CEA-29AD01B39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856220"/>
            <a:ext cx="2362200" cy="96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2B3DFB16-5F73-4183-84C1-FFAA95FECC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826997"/>
              </p:ext>
            </p:extLst>
          </p:nvPr>
        </p:nvGraphicFramePr>
        <p:xfrm>
          <a:off x="4545624" y="3950004"/>
          <a:ext cx="190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0440" imgH="368280" progId="Equation.DSMT4">
                  <p:embed/>
                </p:oleObj>
              </mc:Choice>
              <mc:Fallback>
                <p:oleObj name="Equation" r:id="rId23" imgW="190440" imgH="3682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45624" y="3950004"/>
                        <a:ext cx="190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3AE9E710-A775-40AD-ACB9-8875067911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894131"/>
              </p:ext>
            </p:extLst>
          </p:nvPr>
        </p:nvGraphicFramePr>
        <p:xfrm>
          <a:off x="4545624" y="4389620"/>
          <a:ext cx="190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0440" imgH="368280" progId="Equation.DSMT4">
                  <p:embed/>
                </p:oleObj>
              </mc:Choice>
              <mc:Fallback>
                <p:oleObj name="Equation" r:id="rId25" imgW="190440" imgH="36828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45624" y="4389620"/>
                        <a:ext cx="190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5DE2B0AF-85D3-4146-89B3-7CE0E45BF9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95159"/>
              </p:ext>
            </p:extLst>
          </p:nvPr>
        </p:nvGraphicFramePr>
        <p:xfrm>
          <a:off x="5630008" y="3950984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360" imgH="368280" progId="Equation.DSMT4">
                  <p:embed/>
                </p:oleObj>
              </mc:Choice>
              <mc:Fallback>
                <p:oleObj name="Equation" r:id="rId27" imgW="279360" imgH="36828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30008" y="3950984"/>
                        <a:ext cx="279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A5C13BE1-5324-4DAE-98D1-18AD32EEB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467727"/>
              </p:ext>
            </p:extLst>
          </p:nvPr>
        </p:nvGraphicFramePr>
        <p:xfrm>
          <a:off x="5638800" y="438962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79360" imgH="368280" progId="Equation.DSMT4">
                  <p:embed/>
                </p:oleObj>
              </mc:Choice>
              <mc:Fallback>
                <p:oleObj name="Equation" r:id="rId29" imgW="279360" imgH="3682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638800" y="4389620"/>
                        <a:ext cx="279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807">
            <a:extLst>
              <a:ext uri="{FF2B5EF4-FFF2-40B4-BE49-F238E27FC236}">
                <a16:creationId xmlns:a16="http://schemas.microsoft.com/office/drawing/2014/main" id="{107E59E0-5E47-4FB4-8E76-8EEFDDC76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37420"/>
            <a:ext cx="1752600" cy="1316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5AE4BC11-8136-4AE7-9A6A-2D2DA0670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482488"/>
              </p:ext>
            </p:extLst>
          </p:nvPr>
        </p:nvGraphicFramePr>
        <p:xfrm>
          <a:off x="987672" y="5904828"/>
          <a:ext cx="850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850680" imgH="253800" progId="Equation.DSMT4">
                  <p:embed/>
                </p:oleObj>
              </mc:Choice>
              <mc:Fallback>
                <p:oleObj name="Equation" r:id="rId31" imgW="850680" imgH="25380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87672" y="5904828"/>
                        <a:ext cx="850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36874B84-1D3F-409C-AD06-B55508BAE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423498"/>
              </p:ext>
            </p:extLst>
          </p:nvPr>
        </p:nvGraphicFramePr>
        <p:xfrm>
          <a:off x="981808" y="6227212"/>
          <a:ext cx="1384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384200" imgH="253800" progId="Equation.DSMT4">
                  <p:embed/>
                </p:oleObj>
              </mc:Choice>
              <mc:Fallback>
                <p:oleObj name="Equation" r:id="rId33" imgW="1384200" imgH="253800" progId="Equation.DSMT4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81808" y="6227212"/>
                        <a:ext cx="1384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8DB5F579-A28D-45F0-9932-E02DA2D37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051536"/>
              </p:ext>
            </p:extLst>
          </p:nvPr>
        </p:nvGraphicFramePr>
        <p:xfrm>
          <a:off x="981808" y="6540804"/>
          <a:ext cx="1460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460160" imgH="253800" progId="Equation.DSMT4">
                  <p:embed/>
                </p:oleObj>
              </mc:Choice>
              <mc:Fallback>
                <p:oleObj name="Equation" r:id="rId35" imgW="1460160" imgH="25380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81808" y="6540804"/>
                        <a:ext cx="1460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8C6C1D14-E19E-4DBD-B122-1213FB5E5B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421876"/>
              </p:ext>
            </p:extLst>
          </p:nvPr>
        </p:nvGraphicFramePr>
        <p:xfrm>
          <a:off x="1009650" y="6877844"/>
          <a:ext cx="1181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80800" imgH="228600" progId="Equation.DSMT4">
                  <p:embed/>
                </p:oleObj>
              </mc:Choice>
              <mc:Fallback>
                <p:oleObj name="Equation" r:id="rId37" imgW="1180800" imgH="228600" progId="Equation.DSMT4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09650" y="6877844"/>
                        <a:ext cx="1181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Text Box 807">
            <a:extLst>
              <a:ext uri="{FF2B5EF4-FFF2-40B4-BE49-F238E27FC236}">
                <a16:creationId xmlns:a16="http://schemas.microsoft.com/office/drawing/2014/main" id="{51F7ADE1-EAC5-495C-88B4-5122AC453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913620"/>
            <a:ext cx="1793875" cy="1248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826A95E3-5E0D-4735-8035-0441A95EBB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534070"/>
              </p:ext>
            </p:extLst>
          </p:nvPr>
        </p:nvGraphicFramePr>
        <p:xfrm>
          <a:off x="4419600" y="5922412"/>
          <a:ext cx="469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469800" imgH="253800" progId="Equation.DSMT4">
                  <p:embed/>
                </p:oleObj>
              </mc:Choice>
              <mc:Fallback>
                <p:oleObj name="Equation" r:id="rId39" imgW="469800" imgH="25380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419600" y="5922412"/>
                        <a:ext cx="469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4DDB8998-221E-4A63-908C-DDF22633EA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592382"/>
              </p:ext>
            </p:extLst>
          </p:nvPr>
        </p:nvGraphicFramePr>
        <p:xfrm>
          <a:off x="4419600" y="6253588"/>
          <a:ext cx="965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965160" imgH="253800" progId="Equation.DSMT4">
                  <p:embed/>
                </p:oleObj>
              </mc:Choice>
              <mc:Fallback>
                <p:oleObj name="Equation" r:id="rId41" imgW="965160" imgH="253800" progId="Equation.DSMT4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419600" y="6253588"/>
                        <a:ext cx="965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1938C5E9-7C26-4340-B0A5-A38AAFFEC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477517"/>
              </p:ext>
            </p:extLst>
          </p:nvPr>
        </p:nvGraphicFramePr>
        <p:xfrm>
          <a:off x="4454525" y="6550025"/>
          <a:ext cx="1244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244520" imgH="253800" progId="Equation.DSMT4">
                  <p:embed/>
                </p:oleObj>
              </mc:Choice>
              <mc:Fallback>
                <p:oleObj name="Equation" r:id="rId43" imgW="1244520" imgH="253800" progId="Equation.DSMT4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454525" y="6550025"/>
                        <a:ext cx="1244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A4C01C87-6ECA-40DE-B3EC-C4211635D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07011"/>
              </p:ext>
            </p:extLst>
          </p:nvPr>
        </p:nvGraphicFramePr>
        <p:xfrm>
          <a:off x="4451350" y="6859588"/>
          <a:ext cx="1244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244520" imgH="253800" progId="Equation.DSMT4">
                  <p:embed/>
                </p:oleObj>
              </mc:Choice>
              <mc:Fallback>
                <p:oleObj name="Equation" r:id="rId45" imgW="1244520" imgH="25380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451350" y="6859588"/>
                        <a:ext cx="1244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Text Box 807">
            <a:extLst>
              <a:ext uri="{FF2B5EF4-FFF2-40B4-BE49-F238E27FC236}">
                <a16:creationId xmlns:a16="http://schemas.microsoft.com/office/drawing/2014/main" id="{720E4B98-E230-422A-A8B6-E156E39E6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123420"/>
            <a:ext cx="11271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6" name="Text Box 807">
            <a:extLst>
              <a:ext uri="{FF2B5EF4-FFF2-40B4-BE49-F238E27FC236}">
                <a16:creationId xmlns:a16="http://schemas.microsoft.com/office/drawing/2014/main" id="{1E6B55F3-3D8E-44E8-9FBC-EA34E8D74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123420"/>
            <a:ext cx="11271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93920A2A-7559-4E1E-95D4-793A6FBE3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642902"/>
              </p:ext>
            </p:extLst>
          </p:nvPr>
        </p:nvGraphicFramePr>
        <p:xfrm>
          <a:off x="914400" y="8208412"/>
          <a:ext cx="469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469800" imgH="203040" progId="Equation.DSMT4">
                  <p:embed/>
                </p:oleObj>
              </mc:Choice>
              <mc:Fallback>
                <p:oleObj name="Equation" r:id="rId47" imgW="469800" imgH="203040" progId="Equation.DSMT4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14400" y="8208412"/>
                        <a:ext cx="469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BFC382BC-A232-4084-9345-D61C667D4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833692"/>
              </p:ext>
            </p:extLst>
          </p:nvPr>
        </p:nvGraphicFramePr>
        <p:xfrm>
          <a:off x="896816" y="8530796"/>
          <a:ext cx="622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622080" imgH="215640" progId="Equation.DSMT4">
                  <p:embed/>
                </p:oleObj>
              </mc:Choice>
              <mc:Fallback>
                <p:oleObj name="Equation" r:id="rId49" imgW="622080" imgH="215640" progId="Equation.DSMT4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896816" y="8530796"/>
                        <a:ext cx="622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2C3492E9-FE6A-4110-9C38-F8115273E5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4807"/>
              </p:ext>
            </p:extLst>
          </p:nvPr>
        </p:nvGraphicFramePr>
        <p:xfrm>
          <a:off x="914400" y="8844388"/>
          <a:ext cx="609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609480" imgH="215640" progId="Equation.DSMT4">
                  <p:embed/>
                </p:oleObj>
              </mc:Choice>
              <mc:Fallback>
                <p:oleObj name="Equation" r:id="rId51" imgW="609480" imgH="215640" progId="Equation.DSMT4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914400" y="8844388"/>
                        <a:ext cx="609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DE574974-CFB4-41C8-9DE7-04347B954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432226"/>
              </p:ext>
            </p:extLst>
          </p:nvPr>
        </p:nvGraphicFramePr>
        <p:xfrm>
          <a:off x="929056" y="9172636"/>
          <a:ext cx="673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672840" imgH="215640" progId="Equation.DSMT4">
                  <p:embed/>
                </p:oleObj>
              </mc:Choice>
              <mc:Fallback>
                <p:oleObj name="Equation" r:id="rId53" imgW="672840" imgH="21564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929056" y="9172636"/>
                        <a:ext cx="673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5960B20F-9FCC-48BC-819D-6363139D2A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233052"/>
              </p:ext>
            </p:extLst>
          </p:nvPr>
        </p:nvGraphicFramePr>
        <p:xfrm>
          <a:off x="4443048" y="8217204"/>
          <a:ext cx="228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228600" imgH="177480" progId="Equation.DSMT4">
                  <p:embed/>
                </p:oleObj>
              </mc:Choice>
              <mc:Fallback>
                <p:oleObj name="Equation" r:id="rId55" imgW="228600" imgH="17748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4443048" y="8217204"/>
                        <a:ext cx="228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51A5D125-B656-4482-B05F-BB96873C17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065599"/>
              </p:ext>
            </p:extLst>
          </p:nvPr>
        </p:nvGraphicFramePr>
        <p:xfrm>
          <a:off x="4419600" y="8504420"/>
          <a:ext cx="508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507960" imgH="253800" progId="Equation.DSMT4">
                  <p:embed/>
                </p:oleObj>
              </mc:Choice>
              <mc:Fallback>
                <p:oleObj name="Equation" r:id="rId57" imgW="507960" imgH="25380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419600" y="8504420"/>
                        <a:ext cx="508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45F7D970-5BC1-419B-8318-2BCF4169D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12100"/>
              </p:ext>
            </p:extLst>
          </p:nvPr>
        </p:nvGraphicFramePr>
        <p:xfrm>
          <a:off x="4419600" y="8809220"/>
          <a:ext cx="584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583920" imgH="253800" progId="Equation.DSMT4">
                  <p:embed/>
                </p:oleObj>
              </mc:Choice>
              <mc:Fallback>
                <p:oleObj name="Equation" r:id="rId59" imgW="583920" imgH="25380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19600" y="8809220"/>
                        <a:ext cx="584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787494BA-081C-4340-BFA3-DECF188FB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273085"/>
              </p:ext>
            </p:extLst>
          </p:nvPr>
        </p:nvGraphicFramePr>
        <p:xfrm>
          <a:off x="4437184" y="9131604"/>
          <a:ext cx="44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444240" imgH="228600" progId="Equation.DSMT4">
                  <p:embed/>
                </p:oleObj>
              </mc:Choice>
              <mc:Fallback>
                <p:oleObj name="Equation" r:id="rId61" imgW="444240" imgH="22860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4437184" y="9131604"/>
                        <a:ext cx="44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FD4FA14-9DDE-424E-9904-E086DA836C63}"/>
              </a:ext>
            </a:extLst>
          </p:cNvPr>
          <p:cNvSpPr/>
          <p:nvPr/>
        </p:nvSpPr>
        <p:spPr>
          <a:xfrm>
            <a:off x="381000" y="457200"/>
            <a:ext cx="18036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23.  Find the quotient: 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149F84-04B4-434D-9329-4281DB86142C}"/>
              </a:ext>
            </a:extLst>
          </p:cNvPr>
          <p:cNvSpPr/>
          <p:nvPr/>
        </p:nvSpPr>
        <p:spPr>
          <a:xfrm>
            <a:off x="363416" y="3522784"/>
            <a:ext cx="9701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24.  Solve: </a:t>
            </a:r>
            <a:endParaRPr lang="en-US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F7B6BE1D-A530-4786-B686-B0149661A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194338"/>
              </p:ext>
            </p:extLst>
          </p:nvPr>
        </p:nvGraphicFramePr>
        <p:xfrm>
          <a:off x="3810000" y="3555024"/>
          <a:ext cx="3268662" cy="372555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  What of the following represents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solution to the inequality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DA64BD7E-4185-4E56-A6E8-80A0474727AC}"/>
              </a:ext>
            </a:extLst>
          </p:cNvPr>
          <p:cNvSpPr/>
          <p:nvPr/>
        </p:nvSpPr>
        <p:spPr>
          <a:xfrm>
            <a:off x="363416" y="6603024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26.  Which of the following describes the roots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of the function                              ? 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1CF8912-B15B-423A-B806-FE810F7857C0}"/>
              </a:ext>
            </a:extLst>
          </p:cNvPr>
          <p:cNvSpPr/>
          <p:nvPr/>
        </p:nvSpPr>
        <p:spPr>
          <a:xfrm>
            <a:off x="3833448" y="6611816"/>
            <a:ext cx="9701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27.  Solve: </a:t>
            </a:r>
            <a:endParaRPr lang="en-US" dirty="0"/>
          </a:p>
        </p:txBody>
      </p:sp>
      <p:sp>
        <p:nvSpPr>
          <p:cNvPr id="65" name="Text Box 807">
            <a:extLst>
              <a:ext uri="{FF2B5EF4-FFF2-40B4-BE49-F238E27FC236}">
                <a16:creationId xmlns:a16="http://schemas.microsoft.com/office/drawing/2014/main" id="{31A917C5-C9B3-405D-B753-E394E80E1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229600"/>
            <a:ext cx="2070100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exactly 1 rational root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distinct rational roots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distinct irrational roots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distinct imaginary roots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Text Box 807">
            <a:extLst>
              <a:ext uri="{FF2B5EF4-FFF2-40B4-BE49-F238E27FC236}">
                <a16:creationId xmlns:a16="http://schemas.microsoft.com/office/drawing/2014/main" id="{1696957D-4A2C-438D-BB7F-44CE4E66E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295400"/>
            <a:ext cx="1793875" cy="201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Text Box 807">
            <a:extLst>
              <a:ext uri="{FF2B5EF4-FFF2-40B4-BE49-F238E27FC236}">
                <a16:creationId xmlns:a16="http://schemas.microsoft.com/office/drawing/2014/main" id="{79743D29-6846-4432-A223-D14C9AA12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17938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Text Box 807">
            <a:extLst>
              <a:ext uri="{FF2B5EF4-FFF2-40B4-BE49-F238E27FC236}">
                <a16:creationId xmlns:a16="http://schemas.microsoft.com/office/drawing/2014/main" id="{2CA37D00-DFB3-4888-85C2-51B40B9BB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953000"/>
            <a:ext cx="1793875" cy="13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Text Box 807">
            <a:extLst>
              <a:ext uri="{FF2B5EF4-FFF2-40B4-BE49-F238E27FC236}">
                <a16:creationId xmlns:a16="http://schemas.microsoft.com/office/drawing/2014/main" id="{3D1F811F-A7E1-4686-89F6-8538447D8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077200"/>
            <a:ext cx="1793875" cy="13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C6C8D126-C7B7-47F0-9DE1-2E9C01FD7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481220"/>
              </p:ext>
            </p:extLst>
          </p:nvPr>
        </p:nvGraphicFramePr>
        <p:xfrm>
          <a:off x="4419600" y="8127024"/>
          <a:ext cx="533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291960" progId="Equation.DSMT4">
                  <p:embed/>
                </p:oleObj>
              </mc:Choice>
              <mc:Fallback>
                <p:oleObj name="Equation" r:id="rId3" imgW="533160" imgH="29196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9600" y="8127024"/>
                        <a:ext cx="533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B49A1F09-ED18-4179-AFC7-B1DADD39B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961054"/>
              </p:ext>
            </p:extLst>
          </p:nvPr>
        </p:nvGraphicFramePr>
        <p:xfrm>
          <a:off x="4419600" y="8458200"/>
          <a:ext cx="596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291960" progId="Equation.DSMT4">
                  <p:embed/>
                </p:oleObj>
              </mc:Choice>
              <mc:Fallback>
                <p:oleObj name="Equation" r:id="rId5" imgW="596880" imgH="29196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9600" y="8458200"/>
                        <a:ext cx="596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616C4AFA-DC63-4EBF-A46F-D24B3DBF7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378445"/>
              </p:ext>
            </p:extLst>
          </p:nvPr>
        </p:nvGraphicFramePr>
        <p:xfrm>
          <a:off x="4419600" y="8763000"/>
          <a:ext cx="495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000" imgH="291960" progId="Equation.DSMT4">
                  <p:embed/>
                </p:oleObj>
              </mc:Choice>
              <mc:Fallback>
                <p:oleObj name="Equation" r:id="rId7" imgW="495000" imgH="29196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19600" y="8763000"/>
                        <a:ext cx="495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46565EEC-52C3-404A-BDA7-BCAE31F52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791499"/>
              </p:ext>
            </p:extLst>
          </p:nvPr>
        </p:nvGraphicFramePr>
        <p:xfrm>
          <a:off x="4419600" y="9067800"/>
          <a:ext cx="558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58720" imgH="291960" progId="Equation.DSMT4">
                  <p:embed/>
                </p:oleObj>
              </mc:Choice>
              <mc:Fallback>
                <p:oleObj name="Equation" r:id="rId9" imgW="558720" imgH="29196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19600" y="9067800"/>
                        <a:ext cx="558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2E018790-CDD4-4C5C-BDE4-E111ADDDB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261221"/>
              </p:ext>
            </p:extLst>
          </p:nvPr>
        </p:nvGraphicFramePr>
        <p:xfrm>
          <a:off x="4495800" y="5011616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79280" imgH="228600" progId="Equation.DSMT4">
                  <p:embed/>
                </p:oleObj>
              </mc:Choice>
              <mc:Fallback>
                <p:oleObj name="Equation" r:id="rId11" imgW="1079280" imgH="22860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95800" y="5011616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21786187-BB56-46DB-8D9E-B44F15626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59254"/>
              </p:ext>
            </p:extLst>
          </p:nvPr>
        </p:nvGraphicFramePr>
        <p:xfrm>
          <a:off x="4495800" y="5310552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79280" imgH="228600" progId="Equation.DSMT4">
                  <p:embed/>
                </p:oleObj>
              </mc:Choice>
              <mc:Fallback>
                <p:oleObj name="Equation" r:id="rId13" imgW="1079280" imgH="2286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95800" y="5310552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AB774AC5-1244-4A40-B465-2E800EC6E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18608"/>
              </p:ext>
            </p:extLst>
          </p:nvPr>
        </p:nvGraphicFramePr>
        <p:xfrm>
          <a:off x="4495800" y="5580184"/>
          <a:ext cx="495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95000" imgH="228600" progId="Equation.DSMT4">
                  <p:embed/>
                </p:oleObj>
              </mc:Choice>
              <mc:Fallback>
                <p:oleObj name="Equation" r:id="rId15" imgW="495000" imgH="2286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95800" y="5580184"/>
                        <a:ext cx="495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B550703B-0769-4387-BCBD-285884A11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478419"/>
              </p:ext>
            </p:extLst>
          </p:nvPr>
        </p:nvGraphicFramePr>
        <p:xfrm>
          <a:off x="4489450" y="5867400"/>
          <a:ext cx="495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95000" imgH="228600" progId="Equation.DSMT4">
                  <p:embed/>
                </p:oleObj>
              </mc:Choice>
              <mc:Fallback>
                <p:oleObj name="Equation" r:id="rId17" imgW="495000" imgH="22860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89450" y="5867400"/>
                        <a:ext cx="495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B690ADEA-4624-4048-8B9C-7C84CD771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866118"/>
              </p:ext>
            </p:extLst>
          </p:nvPr>
        </p:nvGraphicFramePr>
        <p:xfrm>
          <a:off x="914400" y="4724400"/>
          <a:ext cx="31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228600" progId="Equation.DSMT4">
                  <p:embed/>
                </p:oleObj>
              </mc:Choice>
              <mc:Fallback>
                <p:oleObj name="Equation" r:id="rId19" imgW="317160" imgH="22860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4400" y="4724400"/>
                        <a:ext cx="31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DAE537A6-C3D6-448A-8C77-274AF50A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22134"/>
              </p:ext>
            </p:extLst>
          </p:nvPr>
        </p:nvGraphicFramePr>
        <p:xfrm>
          <a:off x="879232" y="4970584"/>
          <a:ext cx="49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95000" imgH="406080" progId="Equation.DSMT4">
                  <p:embed/>
                </p:oleObj>
              </mc:Choice>
              <mc:Fallback>
                <p:oleObj name="Equation" r:id="rId21" imgW="495000" imgH="40608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79232" y="4970584"/>
                        <a:ext cx="495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5344918A-B8AC-4501-BD91-3FC3DBCCE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917270"/>
              </p:ext>
            </p:extLst>
          </p:nvPr>
        </p:nvGraphicFramePr>
        <p:xfrm>
          <a:off x="873368" y="5410200"/>
          <a:ext cx="52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20560" imgH="406080" progId="Equation.DSMT4">
                  <p:embed/>
                </p:oleObj>
              </mc:Choice>
              <mc:Fallback>
                <p:oleObj name="Equation" r:id="rId23" imgW="520560" imgH="40608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73368" y="5410200"/>
                        <a:ext cx="52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39983F88-A966-4F85-AB49-A4DA2E7BD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511547"/>
              </p:ext>
            </p:extLst>
          </p:nvPr>
        </p:nvGraphicFramePr>
        <p:xfrm>
          <a:off x="870440" y="5808784"/>
          <a:ext cx="58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83920" imgH="406080" progId="Equation.DSMT4">
                  <p:embed/>
                </p:oleObj>
              </mc:Choice>
              <mc:Fallback>
                <p:oleObj name="Equation" r:id="rId25" imgW="583920" imgH="40608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0440" y="5808784"/>
                        <a:ext cx="584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D3D89873-7900-423F-9E3C-8BCF5097E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490051"/>
              </p:ext>
            </p:extLst>
          </p:nvPr>
        </p:nvGraphicFramePr>
        <p:xfrm>
          <a:off x="5791200" y="1286608"/>
          <a:ext cx="1079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79280" imgH="368280" progId="Equation.DSMT4">
                  <p:embed/>
                </p:oleObj>
              </mc:Choice>
              <mc:Fallback>
                <p:oleObj name="Equation" r:id="rId27" imgW="1079280" imgH="3682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791200" y="1286608"/>
                        <a:ext cx="1079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42A85F62-0962-4CC7-B079-E1C443A83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61163"/>
              </p:ext>
            </p:extLst>
          </p:nvPr>
        </p:nvGraphicFramePr>
        <p:xfrm>
          <a:off x="5791200" y="2294792"/>
          <a:ext cx="1143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3000" imgH="368280" progId="Equation.DSMT4">
                  <p:embed/>
                </p:oleObj>
              </mc:Choice>
              <mc:Fallback>
                <p:oleObj name="Equation" r:id="rId29" imgW="1143000" imgH="3682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791200" y="2294792"/>
                        <a:ext cx="1143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2C9AE875-52AC-4376-A076-7F636731D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15690"/>
              </p:ext>
            </p:extLst>
          </p:nvPr>
        </p:nvGraphicFramePr>
        <p:xfrm>
          <a:off x="5782408" y="1770184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18960" imgH="368280" progId="Equation.DSMT4">
                  <p:embed/>
                </p:oleObj>
              </mc:Choice>
              <mc:Fallback>
                <p:oleObj name="Equation" r:id="rId31" imgW="1218960" imgH="3682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782408" y="1770184"/>
                        <a:ext cx="1219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BFBD57A4-9BF9-4CDF-B981-D9F0CEF0B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278572"/>
              </p:ext>
            </p:extLst>
          </p:nvPr>
        </p:nvGraphicFramePr>
        <p:xfrm>
          <a:off x="5799992" y="2784232"/>
          <a:ext cx="120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06360" imgH="368280" progId="Equation.DSMT4">
                  <p:embed/>
                </p:oleObj>
              </mc:Choice>
              <mc:Fallback>
                <p:oleObj name="Equation" r:id="rId33" imgW="1206360" imgH="3682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799992" y="2784232"/>
                        <a:ext cx="1206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66FFF60E-5DCB-47FC-8D99-BAD26F5008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216507"/>
              </p:ext>
            </p:extLst>
          </p:nvPr>
        </p:nvGraphicFramePr>
        <p:xfrm>
          <a:off x="2133600" y="457200"/>
          <a:ext cx="1778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77680" imgH="253800" progId="Equation.DSMT4">
                  <p:embed/>
                </p:oleObj>
              </mc:Choice>
              <mc:Fallback>
                <p:oleObj name="Equation" r:id="rId35" imgW="1777680" imgH="25380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133600" y="457200"/>
                        <a:ext cx="1778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BAE59B42-7127-4E37-9169-1747A21EE5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690773"/>
              </p:ext>
            </p:extLst>
          </p:nvPr>
        </p:nvGraphicFramePr>
        <p:xfrm>
          <a:off x="1277816" y="3555024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901440" imgH="228600" progId="Equation.DSMT4">
                  <p:embed/>
                </p:oleObj>
              </mc:Choice>
              <mc:Fallback>
                <p:oleObj name="Equation" r:id="rId37" imgW="901440" imgH="22860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77816" y="3555024"/>
                        <a:ext cx="901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3E87365D-8C5D-4EEA-B796-717080633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856902"/>
              </p:ext>
            </p:extLst>
          </p:nvPr>
        </p:nvGraphicFramePr>
        <p:xfrm>
          <a:off x="4953000" y="4114800"/>
          <a:ext cx="1016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015920" imgH="228600" progId="Equation.DSMT4">
                  <p:embed/>
                </p:oleObj>
              </mc:Choice>
              <mc:Fallback>
                <p:oleObj name="Equation" r:id="rId39" imgW="1015920" imgH="22860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953000" y="4114800"/>
                        <a:ext cx="1016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39663B39-DCFA-4121-8DFE-D36986FE0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441485"/>
              </p:ext>
            </p:extLst>
          </p:nvPr>
        </p:nvGraphicFramePr>
        <p:xfrm>
          <a:off x="1828800" y="6799384"/>
          <a:ext cx="1257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257120" imgH="228600" progId="Equation.DSMT4">
                  <p:embed/>
                </p:oleObj>
              </mc:Choice>
              <mc:Fallback>
                <p:oleObj name="Equation" r:id="rId41" imgW="1257120" imgH="22860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828800" y="6799384"/>
                        <a:ext cx="1257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6015CB13-E30D-4024-A35B-8DD569A45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39772"/>
              </p:ext>
            </p:extLst>
          </p:nvPr>
        </p:nvGraphicFramePr>
        <p:xfrm>
          <a:off x="4724400" y="6629400"/>
          <a:ext cx="990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990360" imgH="190440" progId="Equation.DSMT4">
                  <p:embed/>
                </p:oleObj>
              </mc:Choice>
              <mc:Fallback>
                <p:oleObj name="Equation" r:id="rId43" imgW="990360" imgH="19044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724400" y="6629400"/>
                        <a:ext cx="990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BDF191FD-AC70-4BAF-91EC-69A2F990410C}"/>
              </a:ext>
            </a:extLst>
          </p:cNvPr>
          <p:cNvSpPr/>
          <p:nvPr/>
        </p:nvSpPr>
        <p:spPr>
          <a:xfrm>
            <a:off x="381000" y="457200"/>
            <a:ext cx="9701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28.  Solve: </a:t>
            </a:r>
            <a:endParaRPr lang="en-US" dirty="0"/>
          </a:p>
        </p:txBody>
      </p:sp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93796A82-E5F1-4AF7-9795-2F9F83292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300163"/>
              </p:ext>
            </p:extLst>
          </p:nvPr>
        </p:nvGraphicFramePr>
        <p:xfrm>
          <a:off x="1286608" y="474784"/>
          <a:ext cx="1130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190440" progId="Equation.DSMT4">
                  <p:embed/>
                </p:oleObj>
              </mc:Choice>
              <mc:Fallback>
                <p:oleObj name="Equation" r:id="rId3" imgW="1130040" imgH="19044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6608" y="474784"/>
                        <a:ext cx="1130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ACA03497-2DE3-4305-9377-7217F729F83E}"/>
              </a:ext>
            </a:extLst>
          </p:cNvPr>
          <p:cNvSpPr/>
          <p:nvPr/>
        </p:nvSpPr>
        <p:spPr>
          <a:xfrm>
            <a:off x="3810000" y="422032"/>
            <a:ext cx="3505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 startAt="29"/>
            </a:pP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Which equation has a solution set of               </a:t>
            </a:r>
          </a:p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</a:t>
            </a:r>
          </a:p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?</a:t>
            </a:r>
            <a:endParaRPr lang="en-US" dirty="0"/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11B89602-F4F1-4743-86CE-74EB86703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554872"/>
              </p:ext>
            </p:extLst>
          </p:nvPr>
        </p:nvGraphicFramePr>
        <p:xfrm>
          <a:off x="4185136" y="679936"/>
          <a:ext cx="55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406080" progId="Equation.DSMT4">
                  <p:embed/>
                </p:oleObj>
              </mc:Choice>
              <mc:Fallback>
                <p:oleObj name="Equation" r:id="rId5" imgW="558720" imgH="40608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85136" y="679936"/>
                        <a:ext cx="558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10FF9F75-1357-4357-80B3-78D6D25380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478953"/>
              </p:ext>
            </p:extLst>
          </p:nvPr>
        </p:nvGraphicFramePr>
        <p:xfrm>
          <a:off x="3250224" y="3563816"/>
          <a:ext cx="736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190440" progId="Equation.DSMT4">
                  <p:embed/>
                </p:oleObj>
              </mc:Choice>
              <mc:Fallback>
                <p:oleObj name="Equation" r:id="rId7" imgW="736560" imgH="19044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50224" y="3563816"/>
                        <a:ext cx="736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74">
            <a:extLst>
              <a:ext uri="{FF2B5EF4-FFF2-40B4-BE49-F238E27FC236}">
                <a16:creationId xmlns:a16="http://schemas.microsoft.com/office/drawing/2014/main" id="{007C4F06-EACE-4B00-9F88-3704531072EF}"/>
              </a:ext>
            </a:extLst>
          </p:cNvPr>
          <p:cNvSpPr/>
          <p:nvPr/>
        </p:nvSpPr>
        <p:spPr>
          <a:xfrm>
            <a:off x="372208" y="3537440"/>
            <a:ext cx="382989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30.  Which is a solution to the equation                   ?</a:t>
            </a:r>
            <a:endParaRPr lang="en-US" dirty="0"/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A7893D59-7390-4A51-BE8B-0677FB52F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02501"/>
              </p:ext>
            </p:extLst>
          </p:nvPr>
        </p:nvGraphicFramePr>
        <p:xfrm>
          <a:off x="337040" y="6601680"/>
          <a:ext cx="3497262" cy="372555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31.  Which is not a solution to the equation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A5D0E926-91C1-4E3C-9214-3A078B1DAB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144868"/>
              </p:ext>
            </p:extLst>
          </p:nvPr>
        </p:nvGraphicFramePr>
        <p:xfrm>
          <a:off x="1416050" y="7216775"/>
          <a:ext cx="142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22360" imgH="190440" progId="Equation.DSMT4">
                  <p:embed/>
                </p:oleObj>
              </mc:Choice>
              <mc:Fallback>
                <p:oleObj name="Equation" r:id="rId9" imgW="1422360" imgH="19044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16050" y="7216775"/>
                        <a:ext cx="1422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807">
            <a:extLst>
              <a:ext uri="{FF2B5EF4-FFF2-40B4-BE49-F238E27FC236}">
                <a16:creationId xmlns:a16="http://schemas.microsoft.com/office/drawing/2014/main" id="{BB87B399-360B-4E64-BCF4-CC7508D71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840" y="2159830"/>
            <a:ext cx="1752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Text Box 807">
            <a:extLst>
              <a:ext uri="{FF2B5EF4-FFF2-40B4-BE49-F238E27FC236}">
                <a16:creationId xmlns:a16="http://schemas.microsoft.com/office/drawing/2014/main" id="{F3A1806D-9685-4E2F-8DDA-07CB225C2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840" y="2236030"/>
            <a:ext cx="2362200" cy="128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Text Box 807">
            <a:extLst>
              <a:ext uri="{FF2B5EF4-FFF2-40B4-BE49-F238E27FC236}">
                <a16:creationId xmlns:a16="http://schemas.microsoft.com/office/drawing/2014/main" id="{F2350172-3E26-4754-961B-70C33AA3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213360"/>
            <a:ext cx="762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1" name="Text Box 807">
            <a:extLst>
              <a:ext uri="{FF2B5EF4-FFF2-40B4-BE49-F238E27FC236}">
                <a16:creationId xmlns:a16="http://schemas.microsoft.com/office/drawing/2014/main" id="{415B376C-E014-4094-819F-3A6D58D80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289560"/>
            <a:ext cx="1905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" name="Text Box 807">
            <a:extLst>
              <a:ext uri="{FF2B5EF4-FFF2-40B4-BE49-F238E27FC236}">
                <a16:creationId xmlns:a16="http://schemas.microsoft.com/office/drawing/2014/main" id="{06DA0B5E-50EB-48F1-9FDD-335BF4859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029200"/>
            <a:ext cx="1600200" cy="1354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8E88336-1CBF-4388-8EA9-DEA5D85D909D}"/>
              </a:ext>
            </a:extLst>
          </p:cNvPr>
          <p:cNvSpPr/>
          <p:nvPr/>
        </p:nvSpPr>
        <p:spPr>
          <a:xfrm>
            <a:off x="3810000" y="6569440"/>
            <a:ext cx="3505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32.  A polynomial function has a zero at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        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. 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Which of the following expressions must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be a factor of the polynomial?</a:t>
            </a:r>
            <a:endParaRPr lang="en-US" dirty="0"/>
          </a:p>
        </p:txBody>
      </p:sp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A80D9513-D3A5-4D93-A564-99AE32EBA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296618"/>
              </p:ext>
            </p:extLst>
          </p:nvPr>
        </p:nvGraphicFramePr>
        <p:xfrm>
          <a:off x="6688016" y="6622192"/>
          <a:ext cx="378012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9040" imgH="177480" progId="Equation.DSMT4">
                  <p:embed/>
                </p:oleObj>
              </mc:Choice>
              <mc:Fallback>
                <p:oleObj name="Equation" r:id="rId11" imgW="419040" imgH="17748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88016" y="6622192"/>
                        <a:ext cx="378012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A70D736E-12B9-40AB-BDF0-8237490104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626668"/>
              </p:ext>
            </p:extLst>
          </p:nvPr>
        </p:nvGraphicFramePr>
        <p:xfrm>
          <a:off x="930640" y="2194998"/>
          <a:ext cx="736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291960" progId="Equation.DSMT4">
                  <p:embed/>
                </p:oleObj>
              </mc:Choice>
              <mc:Fallback>
                <p:oleObj name="Equation" r:id="rId13" imgW="736560" imgH="29196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0640" y="2194998"/>
                        <a:ext cx="736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1F442526-099F-48A3-B2F2-F64D12C34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819346"/>
              </p:ext>
            </p:extLst>
          </p:nvPr>
        </p:nvGraphicFramePr>
        <p:xfrm>
          <a:off x="930640" y="2508590"/>
          <a:ext cx="660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60240" imgH="291960" progId="Equation.DSMT4">
                  <p:embed/>
                </p:oleObj>
              </mc:Choice>
              <mc:Fallback>
                <p:oleObj name="Equation" r:id="rId15" imgW="660240" imgH="29196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0640" y="2508590"/>
                        <a:ext cx="660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D0B9D0B8-4DFA-4175-A29C-DE3BD9B28E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295491"/>
              </p:ext>
            </p:extLst>
          </p:nvPr>
        </p:nvGraphicFramePr>
        <p:xfrm>
          <a:off x="930640" y="2845630"/>
          <a:ext cx="698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98400" imgH="291960" progId="Equation.DSMT4">
                  <p:embed/>
                </p:oleObj>
              </mc:Choice>
              <mc:Fallback>
                <p:oleObj name="Equation" r:id="rId17" imgW="698400" imgH="29196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30640" y="2845630"/>
                        <a:ext cx="6985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433901A4-ADD9-4145-BF2C-093D3C8C3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257140"/>
              </p:ext>
            </p:extLst>
          </p:nvPr>
        </p:nvGraphicFramePr>
        <p:xfrm>
          <a:off x="930640" y="3150430"/>
          <a:ext cx="609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09480" imgH="291960" progId="Equation.DSMT4">
                  <p:embed/>
                </p:oleObj>
              </mc:Choice>
              <mc:Fallback>
                <p:oleObj name="Equation" r:id="rId19" imgW="609480" imgH="29196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30640" y="3150430"/>
                        <a:ext cx="609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00EFCE30-001A-483B-92A0-B1C11E03D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138149"/>
              </p:ext>
            </p:extLst>
          </p:nvPr>
        </p:nvGraphicFramePr>
        <p:xfrm>
          <a:off x="4342056" y="2338606"/>
          <a:ext cx="800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99920" imgH="190440" progId="Equation.DSMT4">
                  <p:embed/>
                </p:oleObj>
              </mc:Choice>
              <mc:Fallback>
                <p:oleObj name="Equation" r:id="rId21" imgW="799920" imgH="19044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42056" y="2338606"/>
                        <a:ext cx="800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1076458B-1DD4-440E-A6BC-141335FA8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269174"/>
              </p:ext>
            </p:extLst>
          </p:nvPr>
        </p:nvGraphicFramePr>
        <p:xfrm>
          <a:off x="4359640" y="2608238"/>
          <a:ext cx="1066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66680" imgH="190440" progId="Equation.DSMT4">
                  <p:embed/>
                </p:oleObj>
              </mc:Choice>
              <mc:Fallback>
                <p:oleObj name="Equation" r:id="rId23" imgW="1066680" imgH="19044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59640" y="2608238"/>
                        <a:ext cx="1066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1325DD0A-3040-428D-A6DA-F9F9870275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994444"/>
              </p:ext>
            </p:extLst>
          </p:nvPr>
        </p:nvGraphicFramePr>
        <p:xfrm>
          <a:off x="4359640" y="2904246"/>
          <a:ext cx="939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939600" imgH="190440" progId="Equation.DSMT4">
                  <p:embed/>
                </p:oleObj>
              </mc:Choice>
              <mc:Fallback>
                <p:oleObj name="Equation" r:id="rId25" imgW="939600" imgH="19044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59640" y="2904246"/>
                        <a:ext cx="939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1959A7AD-B335-4E89-AA81-E827BD583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628558"/>
              </p:ext>
            </p:extLst>
          </p:nvPr>
        </p:nvGraphicFramePr>
        <p:xfrm>
          <a:off x="4378690" y="3163130"/>
          <a:ext cx="1308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07880" imgH="190440" progId="Equation.DSMT4">
                  <p:embed/>
                </p:oleObj>
              </mc:Choice>
              <mc:Fallback>
                <p:oleObj name="Equation" r:id="rId27" imgW="1307880" imgH="19044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78690" y="3163130"/>
                        <a:ext cx="1308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549727FB-2CAC-4A50-A75E-C30E6572D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119370"/>
              </p:ext>
            </p:extLst>
          </p:nvPr>
        </p:nvGraphicFramePr>
        <p:xfrm>
          <a:off x="5867400" y="5105400"/>
          <a:ext cx="419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19040" imgH="177480" progId="Equation.DSMT4">
                  <p:embed/>
                </p:oleObj>
              </mc:Choice>
              <mc:Fallback>
                <p:oleObj name="Equation" r:id="rId29" imgW="419040" imgH="1774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867400" y="5105400"/>
                        <a:ext cx="419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F72E3D4D-71E8-4A06-8113-2AD50868B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80945"/>
              </p:ext>
            </p:extLst>
          </p:nvPr>
        </p:nvGraphicFramePr>
        <p:xfrm>
          <a:off x="5867400" y="5410200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06080" imgH="177480" progId="Equation.DSMT4">
                  <p:embed/>
                </p:oleObj>
              </mc:Choice>
              <mc:Fallback>
                <p:oleObj name="Equation" r:id="rId31" imgW="406080" imgH="17748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867400" y="5410200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AEE1AB71-4F70-4AEA-A181-4F0A6178A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45112"/>
              </p:ext>
            </p:extLst>
          </p:nvPr>
        </p:nvGraphicFramePr>
        <p:xfrm>
          <a:off x="5867400" y="5715000"/>
          <a:ext cx="838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838080" imgH="215640" progId="Equation.DSMT4">
                  <p:embed/>
                </p:oleObj>
              </mc:Choice>
              <mc:Fallback>
                <p:oleObj name="Equation" r:id="rId33" imgW="838080" imgH="21564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867400" y="5715000"/>
                        <a:ext cx="838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8B5A6FAF-94AC-46AF-9604-0918606DD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65414"/>
              </p:ext>
            </p:extLst>
          </p:nvPr>
        </p:nvGraphicFramePr>
        <p:xfrm>
          <a:off x="5876192" y="6019800"/>
          <a:ext cx="787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787320" imgH="215640" progId="Equation.DSMT4">
                  <p:embed/>
                </p:oleObj>
              </mc:Choice>
              <mc:Fallback>
                <p:oleObj name="Equation" r:id="rId35" imgW="787320" imgH="21564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876192" y="6019800"/>
                        <a:ext cx="787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01AD5790-5C4D-4A74-9F84-6619BDA07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126038"/>
              </p:ext>
            </p:extLst>
          </p:nvPr>
        </p:nvGraphicFramePr>
        <p:xfrm>
          <a:off x="990600" y="8292488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26720" imgH="177480" progId="Equation.DSMT4">
                  <p:embed/>
                </p:oleObj>
              </mc:Choice>
              <mc:Fallback>
                <p:oleObj name="Equation" r:id="rId37" imgW="126720" imgH="17748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90600" y="8292488"/>
                        <a:ext cx="127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F30B99BA-7398-45FF-B0ED-391E7CDFD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369571"/>
              </p:ext>
            </p:extLst>
          </p:nvPr>
        </p:nvGraphicFramePr>
        <p:xfrm>
          <a:off x="981808" y="8594360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03040" imgH="164880" progId="Equation.DSMT4">
                  <p:embed/>
                </p:oleObj>
              </mc:Choice>
              <mc:Fallback>
                <p:oleObj name="Equation" r:id="rId39" imgW="203040" imgH="1648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81808" y="8594360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5FD51985-85CF-42F7-B76D-2F90B0A6AC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280070"/>
              </p:ext>
            </p:extLst>
          </p:nvPr>
        </p:nvGraphicFramePr>
        <p:xfrm>
          <a:off x="990600" y="889036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14120" imgH="177480" progId="Equation.DSMT4">
                  <p:embed/>
                </p:oleObj>
              </mc:Choice>
              <mc:Fallback>
                <p:oleObj name="Equation" r:id="rId41" imgW="114120" imgH="1774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990600" y="889036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1C34C5E9-FEB9-4C57-BFC6-2963A89A2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118176"/>
              </p:ext>
            </p:extLst>
          </p:nvPr>
        </p:nvGraphicFramePr>
        <p:xfrm>
          <a:off x="964224" y="9186376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203040" imgH="177480" progId="Equation.DSMT4">
                  <p:embed/>
                </p:oleObj>
              </mc:Choice>
              <mc:Fallback>
                <p:oleObj name="Equation" r:id="rId43" imgW="203040" imgH="17748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964224" y="9186376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6DC918DF-A5B7-4030-86C4-63A2BF14E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619432"/>
              </p:ext>
            </p:extLst>
          </p:nvPr>
        </p:nvGraphicFramePr>
        <p:xfrm>
          <a:off x="4495800" y="833352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495000" imgH="253800" progId="Equation.DSMT4">
                  <p:embed/>
                </p:oleObj>
              </mc:Choice>
              <mc:Fallback>
                <p:oleObj name="Equation" r:id="rId45" imgW="495000" imgH="25380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495800" y="8333520"/>
                        <a:ext cx="495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2E5D9419-D40E-474A-99B3-DBE687A31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158536"/>
              </p:ext>
            </p:extLst>
          </p:nvPr>
        </p:nvGraphicFramePr>
        <p:xfrm>
          <a:off x="4495800" y="8629528"/>
          <a:ext cx="482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482400" imgH="253800" progId="Equation.DSMT4">
                  <p:embed/>
                </p:oleObj>
              </mc:Choice>
              <mc:Fallback>
                <p:oleObj name="Equation" r:id="rId47" imgW="482400" imgH="25380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495800" y="8629528"/>
                        <a:ext cx="482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5F26B785-7D02-4CFD-B434-F2F4C747E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260123"/>
              </p:ext>
            </p:extLst>
          </p:nvPr>
        </p:nvGraphicFramePr>
        <p:xfrm>
          <a:off x="4495800" y="8948984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558720" imgH="253800" progId="Equation.DSMT4">
                  <p:embed/>
                </p:oleObj>
              </mc:Choice>
              <mc:Fallback>
                <p:oleObj name="Equation" r:id="rId49" imgW="558720" imgH="25380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495800" y="8948984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9E0AF141-9E86-4534-84EA-A2E7195F4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154522"/>
              </p:ext>
            </p:extLst>
          </p:nvPr>
        </p:nvGraphicFramePr>
        <p:xfrm>
          <a:off x="4495800" y="9221544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558720" imgH="253800" progId="Equation.DSMT4">
                  <p:embed/>
                </p:oleObj>
              </mc:Choice>
              <mc:Fallback>
                <p:oleObj name="Equation" r:id="rId51" imgW="558720" imgH="25380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4495800" y="9221544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79999E73-8523-4716-B361-5E9C670D0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7711190"/>
            <a:ext cx="1790700" cy="18669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977746A-DD30-4AEB-A738-DDB96FF1E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564986"/>
            <a:ext cx="1647825" cy="174307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22C46A3D-46DF-4AC7-A4BD-C300F209147D}"/>
              </a:ext>
            </a:extLst>
          </p:cNvPr>
          <p:cNvSpPr/>
          <p:nvPr/>
        </p:nvSpPr>
        <p:spPr>
          <a:xfrm>
            <a:off x="381000" y="397240"/>
            <a:ext cx="63627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33.  A polynomial function has a zeros at -4 (multiplicity 3), -1 (multiplicity 8) and 2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(multiplicity 1). Which equation could represent this function? 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7E5379-751A-4226-AE6E-7CA32E2DD92A}"/>
              </a:ext>
            </a:extLst>
          </p:cNvPr>
          <p:cNvSpPr/>
          <p:nvPr/>
        </p:nvSpPr>
        <p:spPr>
          <a:xfrm>
            <a:off x="432955" y="1110750"/>
            <a:ext cx="367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A.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7353AA-DCB9-4355-A238-92105C66E6CD}"/>
              </a:ext>
            </a:extLst>
          </p:cNvPr>
          <p:cNvSpPr/>
          <p:nvPr/>
        </p:nvSpPr>
        <p:spPr>
          <a:xfrm>
            <a:off x="2133600" y="1124604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1AF3F07-7CA6-4BF9-AE22-4BD75C94D6AF}"/>
              </a:ext>
            </a:extLst>
          </p:cNvPr>
          <p:cNvSpPr/>
          <p:nvPr/>
        </p:nvSpPr>
        <p:spPr>
          <a:xfrm>
            <a:off x="3778827" y="1117676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30D5D75-C599-45FE-B099-A60369C2A61E}"/>
              </a:ext>
            </a:extLst>
          </p:cNvPr>
          <p:cNvSpPr/>
          <p:nvPr/>
        </p:nvSpPr>
        <p:spPr>
          <a:xfrm>
            <a:off x="5427517" y="1124604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1AE3182-9B70-4FCF-A61A-0B5AAB0D9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27" y="854440"/>
            <a:ext cx="1457325" cy="166687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0840449-B6DC-4259-BED2-53B29F9D5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809" y="899467"/>
            <a:ext cx="1514475" cy="166687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F4CB34D-1AF8-4A03-B026-FF7386039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0890" y="909858"/>
            <a:ext cx="1504950" cy="16002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C20E12F-448E-4DBB-82B9-C7B9397954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290" y="799022"/>
            <a:ext cx="1485900" cy="1857375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B98A9015-1BFF-4BFD-B059-4DB1B9A24E05}"/>
              </a:ext>
            </a:extLst>
          </p:cNvPr>
          <p:cNvSpPr/>
          <p:nvPr/>
        </p:nvSpPr>
        <p:spPr>
          <a:xfrm>
            <a:off x="370609" y="2693631"/>
            <a:ext cx="9701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34.  Solve: 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7B0F1A-F1CD-410E-927C-120853791866}"/>
              </a:ext>
            </a:extLst>
          </p:cNvPr>
          <p:cNvSpPr/>
          <p:nvPr/>
        </p:nvSpPr>
        <p:spPr>
          <a:xfrm>
            <a:off x="3841173" y="2790613"/>
            <a:ext cx="9701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35.  Solve: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7ECA1FC-1753-4F5A-AC7A-9C65C546DCB8}"/>
              </a:ext>
            </a:extLst>
          </p:cNvPr>
          <p:cNvSpPr/>
          <p:nvPr/>
        </p:nvSpPr>
        <p:spPr>
          <a:xfrm>
            <a:off x="370609" y="4993485"/>
            <a:ext cx="34393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36. The graph of a parent function is shown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below.  Which function belongs to the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same family?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F1E42BA-40B5-417C-9231-0D76E8ECB7D8}"/>
              </a:ext>
            </a:extLst>
          </p:cNvPr>
          <p:cNvSpPr/>
          <p:nvPr/>
        </p:nvSpPr>
        <p:spPr>
          <a:xfrm>
            <a:off x="3810000" y="4990022"/>
            <a:ext cx="3581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37. The graph of the absolute value parent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function is vertically stretched, then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shifted 3 units left, 8 units down.  Which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equation could represent this function?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E59D3E4-B613-4122-A263-370F036590A7}"/>
              </a:ext>
            </a:extLst>
          </p:cNvPr>
          <p:cNvSpPr/>
          <p:nvPr/>
        </p:nvSpPr>
        <p:spPr>
          <a:xfrm>
            <a:off x="381000" y="7331440"/>
            <a:ext cx="3429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38. Which equation defines the function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graphed below?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4D8A5F-7D00-4F43-B402-4D4535BBC160}"/>
              </a:ext>
            </a:extLst>
          </p:cNvPr>
          <p:cNvSpPr/>
          <p:nvPr/>
        </p:nvSpPr>
        <p:spPr>
          <a:xfrm>
            <a:off x="3830782" y="7331440"/>
            <a:ext cx="35044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39. Which function has two distinct real zeros?</a:t>
            </a:r>
            <a:endParaRPr lang="en-US" dirty="0"/>
          </a:p>
        </p:txBody>
      </p:sp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903C2F0D-73B6-4EF5-999A-285F158DF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299378"/>
              </p:ext>
            </p:extLst>
          </p:nvPr>
        </p:nvGraphicFramePr>
        <p:xfrm>
          <a:off x="3429000" y="487399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190080" progId="Equation.DSMT4">
                  <p:embed/>
                </p:oleObj>
              </mc:Choice>
              <mc:Fallback>
                <p:oleObj name="Equation" r:id="rId9" imgW="914400" imgH="19008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9000" y="487399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79E46D8C-C1DB-4A74-84A0-E8F4A1940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889"/>
              </p:ext>
            </p:extLst>
          </p:nvPr>
        </p:nvGraphicFramePr>
        <p:xfrm>
          <a:off x="990600" y="3760431"/>
          <a:ext cx="482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400" imgH="177480" progId="Equation.DSMT4">
                  <p:embed/>
                </p:oleObj>
              </mc:Choice>
              <mc:Fallback>
                <p:oleObj name="Equation" r:id="rId11" imgW="482400" imgH="17748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0600" y="3760431"/>
                        <a:ext cx="482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Text Box 807">
            <a:extLst>
              <a:ext uri="{FF2B5EF4-FFF2-40B4-BE49-F238E27FC236}">
                <a16:creationId xmlns:a16="http://schemas.microsoft.com/office/drawing/2014/main" id="{DC13499F-3730-48A7-B5FC-2131CB34E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8015990"/>
            <a:ext cx="112014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Text Box 807">
            <a:extLst>
              <a:ext uri="{FF2B5EF4-FFF2-40B4-BE49-F238E27FC236}">
                <a16:creationId xmlns:a16="http://schemas.microsoft.com/office/drawing/2014/main" id="{ED615F4B-DAAE-4BAF-B72C-88D870A0B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521440"/>
            <a:ext cx="112014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7" name="Text Box 807">
            <a:extLst>
              <a:ext uri="{FF2B5EF4-FFF2-40B4-BE49-F238E27FC236}">
                <a16:creationId xmlns:a16="http://schemas.microsoft.com/office/drawing/2014/main" id="{7B4FDA2F-2630-4DC6-B455-FECDBBD7A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07440"/>
            <a:ext cx="1447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Text Box 807">
            <a:extLst>
              <a:ext uri="{FF2B5EF4-FFF2-40B4-BE49-F238E27FC236}">
                <a16:creationId xmlns:a16="http://schemas.microsoft.com/office/drawing/2014/main" id="{CD3CBF3B-3C78-4520-990D-2CA877608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0857" y="8164496"/>
            <a:ext cx="1600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9" name="Text Box 807">
            <a:extLst>
              <a:ext uri="{FF2B5EF4-FFF2-40B4-BE49-F238E27FC236}">
                <a16:creationId xmlns:a16="http://schemas.microsoft.com/office/drawing/2014/main" id="{9FA3181E-E8D4-41BA-A435-449269440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73840"/>
            <a:ext cx="1120140" cy="1122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0A1A34D6-6067-4E49-B50F-01056870F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370065"/>
              </p:ext>
            </p:extLst>
          </p:nvPr>
        </p:nvGraphicFramePr>
        <p:xfrm>
          <a:off x="990600" y="4009813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06080" imgH="177480" progId="Equation.DSMT4">
                  <p:embed/>
                </p:oleObj>
              </mc:Choice>
              <mc:Fallback>
                <p:oleObj name="Equation" r:id="rId13" imgW="406080" imgH="177480" progId="Equation.DSMT4">
                  <p:embed/>
                  <p:pic>
                    <p:nvPicPr>
                      <p:cNvPr id="100" name="Object 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90600" y="4009813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34D3C6B5-94F4-41BF-89DE-8AE451FFF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080304"/>
              </p:ext>
            </p:extLst>
          </p:nvPr>
        </p:nvGraphicFramePr>
        <p:xfrm>
          <a:off x="980209" y="4269586"/>
          <a:ext cx="495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95000" imgH="177480" progId="Equation.DSMT4">
                  <p:embed/>
                </p:oleObj>
              </mc:Choice>
              <mc:Fallback>
                <p:oleObj name="Equation" r:id="rId15" imgW="495000" imgH="177480" progId="Equation.DSMT4">
                  <p:embed/>
                  <p:pic>
                    <p:nvPicPr>
                      <p:cNvPr id="101" name="Object 1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0209" y="4269586"/>
                        <a:ext cx="495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C1D14967-C930-49EA-9802-251E7828EE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93994"/>
              </p:ext>
            </p:extLst>
          </p:nvPr>
        </p:nvGraphicFramePr>
        <p:xfrm>
          <a:off x="990600" y="4512040"/>
          <a:ext cx="393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480" imgH="177480" progId="Equation.DSMT4">
                  <p:embed/>
                </p:oleObj>
              </mc:Choice>
              <mc:Fallback>
                <p:oleObj name="Equation" r:id="rId17" imgW="393480" imgH="177480" progId="Equation.DSMT4">
                  <p:embed/>
                  <p:pic>
                    <p:nvPicPr>
                      <p:cNvPr id="102" name="Object 10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0600" y="4512040"/>
                        <a:ext cx="393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EB7A2EA7-A51C-4739-831F-BA4DB0CC6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541137"/>
              </p:ext>
            </p:extLst>
          </p:nvPr>
        </p:nvGraphicFramePr>
        <p:xfrm>
          <a:off x="4419600" y="3608031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080" imgH="177480" progId="Equation.DSMT4">
                  <p:embed/>
                </p:oleObj>
              </mc:Choice>
              <mc:Fallback>
                <p:oleObj name="Equation" r:id="rId19" imgW="406080" imgH="177480" progId="Equation.DSMT4">
                  <p:embed/>
                  <p:pic>
                    <p:nvPicPr>
                      <p:cNvPr id="103" name="Object 10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19600" y="3608031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0DED5B11-931C-4310-B6B4-3FC4F4835E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896092"/>
              </p:ext>
            </p:extLst>
          </p:nvPr>
        </p:nvGraphicFramePr>
        <p:xfrm>
          <a:off x="4395355" y="3957858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0120" imgH="177480" progId="Equation.DSMT4">
                  <p:embed/>
                </p:oleObj>
              </mc:Choice>
              <mc:Fallback>
                <p:oleObj name="Equation" r:id="rId21" imgW="330120" imgH="177480" progId="Equation.DSMT4">
                  <p:embed/>
                  <p:pic>
                    <p:nvPicPr>
                      <p:cNvPr id="104" name="Object 10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95355" y="3957858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AF497FEC-B651-4DDE-96AA-1314AFBBA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720732"/>
              </p:ext>
            </p:extLst>
          </p:nvPr>
        </p:nvGraphicFramePr>
        <p:xfrm>
          <a:off x="4398818" y="4162213"/>
          <a:ext cx="41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040" imgH="368280" progId="Equation.DSMT4">
                  <p:embed/>
                </p:oleObj>
              </mc:Choice>
              <mc:Fallback>
                <p:oleObj name="Equation" r:id="rId23" imgW="419040" imgH="368280" progId="Equation.DSMT4">
                  <p:embed/>
                  <p:pic>
                    <p:nvPicPr>
                      <p:cNvPr id="105" name="Object 10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98818" y="4162213"/>
                        <a:ext cx="41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1A82E2ED-607E-49B1-B5CB-D97CAB537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887746"/>
              </p:ext>
            </p:extLst>
          </p:nvPr>
        </p:nvGraphicFramePr>
        <p:xfrm>
          <a:off x="4419600" y="4563995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06080" imgH="177480" progId="Equation.DSMT4">
                  <p:embed/>
                </p:oleObj>
              </mc:Choice>
              <mc:Fallback>
                <p:oleObj name="Equation" r:id="rId25" imgW="406080" imgH="177480" progId="Equation.DSMT4">
                  <p:embed/>
                  <p:pic>
                    <p:nvPicPr>
                      <p:cNvPr id="106" name="Object 10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19600" y="4563995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70506BA2-CB0E-437E-8861-F79E7CB79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502115"/>
              </p:ext>
            </p:extLst>
          </p:nvPr>
        </p:nvGraphicFramePr>
        <p:xfrm>
          <a:off x="1238250" y="2719388"/>
          <a:ext cx="1079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79280" imgH="215640" progId="Equation.DSMT4">
                  <p:embed/>
                </p:oleObj>
              </mc:Choice>
              <mc:Fallback>
                <p:oleObj name="Equation" r:id="rId27" imgW="1079280" imgH="215640" progId="Equation.DSMT4">
                  <p:embed/>
                  <p:pic>
                    <p:nvPicPr>
                      <p:cNvPr id="107" name="Object 10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38250" y="2719388"/>
                        <a:ext cx="1079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3CF5FAEF-4840-41B0-8CB8-69215FFC7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263258"/>
              </p:ext>
            </p:extLst>
          </p:nvPr>
        </p:nvGraphicFramePr>
        <p:xfrm>
          <a:off x="4724400" y="2759440"/>
          <a:ext cx="81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12520" imgH="419040" progId="Equation.DSMT4">
                  <p:embed/>
                </p:oleObj>
              </mc:Choice>
              <mc:Fallback>
                <p:oleObj name="Equation" r:id="rId29" imgW="812520" imgH="419040" progId="Equation.DSMT4">
                  <p:embed/>
                  <p:pic>
                    <p:nvPicPr>
                      <p:cNvPr id="108" name="Object 10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24400" y="2759440"/>
                        <a:ext cx="812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7A683147-0F10-4E1F-B430-01BA18F91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739680"/>
              </p:ext>
            </p:extLst>
          </p:nvPr>
        </p:nvGraphicFramePr>
        <p:xfrm>
          <a:off x="2656609" y="5862858"/>
          <a:ext cx="863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863280" imgH="241200" progId="Equation.DSMT4">
                  <p:embed/>
                </p:oleObj>
              </mc:Choice>
              <mc:Fallback>
                <p:oleObj name="Equation" r:id="rId31" imgW="863280" imgH="24120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656609" y="5862858"/>
                        <a:ext cx="863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139">
            <a:extLst>
              <a:ext uri="{FF2B5EF4-FFF2-40B4-BE49-F238E27FC236}">
                <a16:creationId xmlns:a16="http://schemas.microsoft.com/office/drawing/2014/main" id="{777B7DB0-21FD-4CD5-AE37-4D8C85E62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909561"/>
              </p:ext>
            </p:extLst>
          </p:nvPr>
        </p:nvGraphicFramePr>
        <p:xfrm>
          <a:off x="2667000" y="6188440"/>
          <a:ext cx="863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863280" imgH="241200" progId="Equation.DSMT4">
                  <p:embed/>
                </p:oleObj>
              </mc:Choice>
              <mc:Fallback>
                <p:oleObj name="Equation" r:id="rId33" imgW="863280" imgH="241200" progId="Equation.DSMT4">
                  <p:embed/>
                  <p:pic>
                    <p:nvPicPr>
                      <p:cNvPr id="110" name="Object 10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67000" y="6188440"/>
                        <a:ext cx="863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7D2A793B-9375-4279-BBCE-C42D6B0ED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10355"/>
              </p:ext>
            </p:extLst>
          </p:nvPr>
        </p:nvGraphicFramePr>
        <p:xfrm>
          <a:off x="2667000" y="6493239"/>
          <a:ext cx="914400" cy="238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76240" imgH="228600" progId="Equation.DSMT4">
                  <p:embed/>
                </p:oleObj>
              </mc:Choice>
              <mc:Fallback>
                <p:oleObj name="Equation" r:id="rId35" imgW="876240" imgH="22860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67000" y="6493239"/>
                        <a:ext cx="914400" cy="2385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D1282D2A-95AE-408F-BE91-E8CD1E8B8E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182802"/>
              </p:ext>
            </p:extLst>
          </p:nvPr>
        </p:nvGraphicFramePr>
        <p:xfrm>
          <a:off x="2667000" y="6763404"/>
          <a:ext cx="921326" cy="26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888840" imgH="253800" progId="Equation.DSMT4">
                  <p:embed/>
                </p:oleObj>
              </mc:Choice>
              <mc:Fallback>
                <p:oleObj name="Equation" r:id="rId37" imgW="888840" imgH="253800" progId="Equation.DSMT4">
                  <p:embed/>
                  <p:pic>
                    <p:nvPicPr>
                      <p:cNvPr id="112" name="Object 11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67000" y="6763404"/>
                        <a:ext cx="921326" cy="263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Text Box 807">
            <a:extLst>
              <a:ext uri="{FF2B5EF4-FFF2-40B4-BE49-F238E27FC236}">
                <a16:creationId xmlns:a16="http://schemas.microsoft.com/office/drawing/2014/main" id="{2FDFE3DC-3563-43C8-8CBD-C9009B12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669" y="6143673"/>
            <a:ext cx="3103331" cy="85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C.               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4" name="Object 143">
            <a:extLst>
              <a:ext uri="{FF2B5EF4-FFF2-40B4-BE49-F238E27FC236}">
                <a16:creationId xmlns:a16="http://schemas.microsoft.com/office/drawing/2014/main" id="{9F012306-592D-4AAC-9590-D0F7A38DF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548678"/>
              </p:ext>
            </p:extLst>
          </p:nvPr>
        </p:nvGraphicFramePr>
        <p:xfrm>
          <a:off x="4409209" y="6198831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079280" imgH="228600" progId="Equation.DSMT4">
                  <p:embed/>
                </p:oleObj>
              </mc:Choice>
              <mc:Fallback>
                <p:oleObj name="Equation" r:id="rId39" imgW="1079280" imgH="228600" progId="Equation.DSMT4">
                  <p:embed/>
                  <p:pic>
                    <p:nvPicPr>
                      <p:cNvPr id="114" name="Object 11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409209" y="6198831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C31A04A5-B256-4033-A262-15C4FB1C4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601810"/>
              </p:ext>
            </p:extLst>
          </p:nvPr>
        </p:nvGraphicFramePr>
        <p:xfrm>
          <a:off x="5797550" y="6199188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079280" imgH="228600" progId="Equation.DSMT4">
                  <p:embed/>
                </p:oleObj>
              </mc:Choice>
              <mc:Fallback>
                <p:oleObj name="Equation" r:id="rId41" imgW="1079280" imgH="228600" progId="Equation.DSMT4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797550" y="6199188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02D7468B-C894-40AA-9266-61824F95B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703169"/>
              </p:ext>
            </p:extLst>
          </p:nvPr>
        </p:nvGraphicFramePr>
        <p:xfrm>
          <a:off x="4364182" y="6600613"/>
          <a:ext cx="1104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104840" imgH="368280" progId="Equation.DSMT4">
                  <p:embed/>
                </p:oleObj>
              </mc:Choice>
              <mc:Fallback>
                <p:oleObj name="Equation" r:id="rId43" imgW="1104840" imgH="368280" progId="Equation.DSMT4">
                  <p:embed/>
                  <p:pic>
                    <p:nvPicPr>
                      <p:cNvPr id="116" name="Object 11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364182" y="6600613"/>
                        <a:ext cx="1104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Object 146">
            <a:extLst>
              <a:ext uri="{FF2B5EF4-FFF2-40B4-BE49-F238E27FC236}">
                <a16:creationId xmlns:a16="http://schemas.microsoft.com/office/drawing/2014/main" id="{46EB40EB-67A1-49F8-807D-14416E499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76048"/>
              </p:ext>
            </p:extLst>
          </p:nvPr>
        </p:nvGraphicFramePr>
        <p:xfrm>
          <a:off x="5780809" y="6611004"/>
          <a:ext cx="1104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104840" imgH="368280" progId="Equation.DSMT4">
                  <p:embed/>
                </p:oleObj>
              </mc:Choice>
              <mc:Fallback>
                <p:oleObj name="Equation" r:id="rId45" imgW="1104840" imgH="368280" progId="Equation.DSMT4">
                  <p:embed/>
                  <p:pic>
                    <p:nvPicPr>
                      <p:cNvPr id="117" name="Object 116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780809" y="6611004"/>
                        <a:ext cx="1104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A90B5CCF-D57D-4B8F-A271-3F6373585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821745"/>
              </p:ext>
            </p:extLst>
          </p:nvPr>
        </p:nvGraphicFramePr>
        <p:xfrm>
          <a:off x="2743200" y="8092190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888840" imgH="228600" progId="Equation.DSMT4">
                  <p:embed/>
                </p:oleObj>
              </mc:Choice>
              <mc:Fallback>
                <p:oleObj name="Equation" r:id="rId47" imgW="888840" imgH="228600" progId="Equation.DSMT4">
                  <p:embed/>
                  <p:pic>
                    <p:nvPicPr>
                      <p:cNvPr id="118" name="Object 117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743200" y="8092190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AF3BDFCF-F9B1-4EE6-960C-7EA207FDD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862823"/>
              </p:ext>
            </p:extLst>
          </p:nvPr>
        </p:nvGraphicFramePr>
        <p:xfrm>
          <a:off x="2743200" y="8396990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888840" imgH="228600" progId="Equation.DSMT4">
                  <p:embed/>
                </p:oleObj>
              </mc:Choice>
              <mc:Fallback>
                <p:oleObj name="Equation" r:id="rId49" imgW="888840" imgH="228600" progId="Equation.DSMT4">
                  <p:embed/>
                  <p:pic>
                    <p:nvPicPr>
                      <p:cNvPr id="119" name="Object 118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743200" y="8396990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49">
            <a:extLst>
              <a:ext uri="{FF2B5EF4-FFF2-40B4-BE49-F238E27FC236}">
                <a16:creationId xmlns:a16="http://schemas.microsoft.com/office/drawing/2014/main" id="{99264F5B-D408-4C75-9E24-555FB1DA8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329167"/>
              </p:ext>
            </p:extLst>
          </p:nvPr>
        </p:nvGraphicFramePr>
        <p:xfrm>
          <a:off x="2743200" y="8701790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888840" imgH="228600" progId="Equation.DSMT4">
                  <p:embed/>
                </p:oleObj>
              </mc:Choice>
              <mc:Fallback>
                <p:oleObj name="Equation" r:id="rId51" imgW="888840" imgH="228600" progId="Equation.DSMT4">
                  <p:embed/>
                  <p:pic>
                    <p:nvPicPr>
                      <p:cNvPr id="120" name="Object 119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2743200" y="8701790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Object 150">
            <a:extLst>
              <a:ext uri="{FF2B5EF4-FFF2-40B4-BE49-F238E27FC236}">
                <a16:creationId xmlns:a16="http://schemas.microsoft.com/office/drawing/2014/main" id="{AF619CDB-21D8-462E-ACD0-5B9768A6C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862573"/>
              </p:ext>
            </p:extLst>
          </p:nvPr>
        </p:nvGraphicFramePr>
        <p:xfrm>
          <a:off x="2743200" y="9006590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888840" imgH="228600" progId="Equation.DSMT4">
                  <p:embed/>
                </p:oleObj>
              </mc:Choice>
              <mc:Fallback>
                <p:oleObj name="Equation" r:id="rId53" imgW="888840" imgH="228600" progId="Equation.DSMT4">
                  <p:embed/>
                  <p:pic>
                    <p:nvPicPr>
                      <p:cNvPr id="121" name="Object 120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2743200" y="9006590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Object 151">
            <a:extLst>
              <a:ext uri="{FF2B5EF4-FFF2-40B4-BE49-F238E27FC236}">
                <a16:creationId xmlns:a16="http://schemas.microsoft.com/office/drawing/2014/main" id="{2D911671-4205-4C4A-A8AC-E114FE75D2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850858"/>
              </p:ext>
            </p:extLst>
          </p:nvPr>
        </p:nvGraphicFramePr>
        <p:xfrm>
          <a:off x="4355657" y="8240696"/>
          <a:ext cx="82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825480" imgH="228600" progId="Equation.DSMT4">
                  <p:embed/>
                </p:oleObj>
              </mc:Choice>
              <mc:Fallback>
                <p:oleObj name="Equation" r:id="rId55" imgW="825480" imgH="228600" progId="Equation.DSMT4">
                  <p:embed/>
                  <p:pic>
                    <p:nvPicPr>
                      <p:cNvPr id="122" name="Object 121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4355657" y="8240696"/>
                        <a:ext cx="825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" name="Object 152">
            <a:extLst>
              <a:ext uri="{FF2B5EF4-FFF2-40B4-BE49-F238E27FC236}">
                <a16:creationId xmlns:a16="http://schemas.microsoft.com/office/drawing/2014/main" id="{F30909C4-0D6E-4322-B29F-D5E833660C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996253"/>
              </p:ext>
            </p:extLst>
          </p:nvPr>
        </p:nvGraphicFramePr>
        <p:xfrm>
          <a:off x="4355657" y="8545496"/>
          <a:ext cx="901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901440" imgH="253800" progId="Equation.DSMT4">
                  <p:embed/>
                </p:oleObj>
              </mc:Choice>
              <mc:Fallback>
                <p:oleObj name="Equation" r:id="rId57" imgW="901440" imgH="253800" progId="Equation.DSMT4">
                  <p:embed/>
                  <p:pic>
                    <p:nvPicPr>
                      <p:cNvPr id="123" name="Object 122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355657" y="8545496"/>
                        <a:ext cx="901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53">
            <a:extLst>
              <a:ext uri="{FF2B5EF4-FFF2-40B4-BE49-F238E27FC236}">
                <a16:creationId xmlns:a16="http://schemas.microsoft.com/office/drawing/2014/main" id="{A7EFCA2A-2CA4-4874-8399-CC7752074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970768"/>
              </p:ext>
            </p:extLst>
          </p:nvPr>
        </p:nvGraphicFramePr>
        <p:xfrm>
          <a:off x="4359120" y="8891860"/>
          <a:ext cx="812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812520" imgH="228600" progId="Equation.DSMT4">
                  <p:embed/>
                </p:oleObj>
              </mc:Choice>
              <mc:Fallback>
                <p:oleObj name="Equation" r:id="rId59" imgW="812520" imgH="228600" progId="Equation.DSMT4">
                  <p:embed/>
                  <p:pic>
                    <p:nvPicPr>
                      <p:cNvPr id="124" name="Object 123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359120" y="8891860"/>
                        <a:ext cx="812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" name="Object 154">
            <a:extLst>
              <a:ext uri="{FF2B5EF4-FFF2-40B4-BE49-F238E27FC236}">
                <a16:creationId xmlns:a16="http://schemas.microsoft.com/office/drawing/2014/main" id="{0163BC0A-22B4-4B93-9918-C0B98D946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133171"/>
              </p:ext>
            </p:extLst>
          </p:nvPr>
        </p:nvGraphicFramePr>
        <p:xfrm>
          <a:off x="4330700" y="9242425"/>
          <a:ext cx="800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799920" imgH="228600" progId="Equation.DSMT4">
                  <p:embed/>
                </p:oleObj>
              </mc:Choice>
              <mc:Fallback>
                <p:oleObj name="Equation" r:id="rId61" imgW="799920" imgH="228600" progId="Equation.DSMT4">
                  <p:embed/>
                  <p:pic>
                    <p:nvPicPr>
                      <p:cNvPr id="125" name="Object 124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4330700" y="9242425"/>
                        <a:ext cx="800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F08D923F-F5F1-4916-9DF3-4AB820ECB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71967"/>
              </p:ext>
            </p:extLst>
          </p:nvPr>
        </p:nvGraphicFramePr>
        <p:xfrm>
          <a:off x="345140" y="430160"/>
          <a:ext cx="3541060" cy="372555"/>
        </p:xfrm>
        <a:graphic>
          <a:graphicData uri="http://schemas.openxmlformats.org/drawingml/2006/table">
            <a:tbl>
              <a:tblPr/>
              <a:tblGrid>
                <a:gridCol w="354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40.  Which of the following describes the range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of the function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00A65848-830B-426D-B09A-7EA3CF11B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988055"/>
              </p:ext>
            </p:extLst>
          </p:nvPr>
        </p:nvGraphicFramePr>
        <p:xfrm>
          <a:off x="3810000" y="430160"/>
          <a:ext cx="3505200" cy="381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41.  Which function does not have a domain of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all real numbers?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A53A44B6-12A3-4707-8B34-E533B6025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599524"/>
              </p:ext>
            </p:extLst>
          </p:nvPr>
        </p:nvGraphicFramePr>
        <p:xfrm>
          <a:off x="345141" y="2747535"/>
          <a:ext cx="3541060" cy="179769"/>
        </p:xfrm>
        <a:graphic>
          <a:graphicData uri="http://schemas.openxmlformats.org/drawingml/2006/table">
            <a:tbl>
              <a:tblPr/>
              <a:tblGrid>
                <a:gridCol w="354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42.  Identify the vertex of the function below.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11C88E93-2F2D-4B83-AE0A-B28634EA7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194085"/>
              </p:ext>
            </p:extLst>
          </p:nvPr>
        </p:nvGraphicFramePr>
        <p:xfrm>
          <a:off x="3810001" y="2747535"/>
          <a:ext cx="3505200" cy="37255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43.  Which of the following statements is true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regarding the function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744B49AB-BE06-4274-BB77-EB62DC6C3A60}"/>
              </a:ext>
            </a:extLst>
          </p:cNvPr>
          <p:cNvSpPr/>
          <p:nvPr/>
        </p:nvSpPr>
        <p:spPr>
          <a:xfrm>
            <a:off x="381000" y="5060430"/>
            <a:ext cx="716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44.  The graph of the cubic parent function is  reflected across the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-axis.  Which of the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following describes the end behavior of the new function as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approaches negative infinity?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FB882D0-3172-4646-9D75-D220FDCF2529}"/>
              </a:ext>
            </a:extLst>
          </p:cNvPr>
          <p:cNvSpPr/>
          <p:nvPr/>
        </p:nvSpPr>
        <p:spPr>
          <a:xfrm>
            <a:off x="381000" y="7346430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45.  Which function family can have more than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one increasing interval?</a:t>
            </a:r>
            <a:endParaRPr lang="en-US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ED443715-4464-4CAC-8099-1C2332AAC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76113"/>
              </p:ext>
            </p:extLst>
          </p:nvPr>
        </p:nvGraphicFramePr>
        <p:xfrm>
          <a:off x="3810000" y="7373325"/>
          <a:ext cx="3192462" cy="372555"/>
        </p:xfrm>
        <a:graphic>
          <a:graphicData uri="http://schemas.openxmlformats.org/drawingml/2006/table">
            <a:tbl>
              <a:tblPr/>
              <a:tblGrid>
                <a:gridCol w="319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46.  During which interval is the function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below only decreasing?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" name="Text Box 807">
            <a:extLst>
              <a:ext uri="{FF2B5EF4-FFF2-40B4-BE49-F238E27FC236}">
                <a16:creationId xmlns:a16="http://schemas.microsoft.com/office/drawing/2014/main" id="{12348820-81FE-4CE2-A04C-D5BBB0B0F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413230"/>
            <a:ext cx="1552575" cy="109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Square Root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Cube Root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Quadratic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Cubic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Text Box 807">
            <a:extLst>
              <a:ext uri="{FF2B5EF4-FFF2-40B4-BE49-F238E27FC236}">
                <a16:creationId xmlns:a16="http://schemas.microsoft.com/office/drawing/2014/main" id="{7C3473ED-3CEC-4347-AEEA-699FF497B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51030"/>
            <a:ext cx="2687955" cy="109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negative infinity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positive infinity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0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3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Text Box 807">
            <a:extLst>
              <a:ext uri="{FF2B5EF4-FFF2-40B4-BE49-F238E27FC236}">
                <a16:creationId xmlns:a16="http://schemas.microsoft.com/office/drawing/2014/main" id="{97069072-887B-45C0-A5E8-66219C664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787440"/>
            <a:ext cx="3044825" cy="109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(3, 0)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zero and a relative minimum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(3, 0)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zero and a relative maximum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(7, 0)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zero and a relative minimum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(7, 0)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zero and a relative maximum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8097EEE9-9633-4B7F-A5AA-716B6E5E4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60971"/>
              </p:ext>
            </p:extLst>
          </p:nvPr>
        </p:nvGraphicFramePr>
        <p:xfrm>
          <a:off x="990600" y="6118265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720" imgH="228600" progId="Equation.DSMT4">
                  <p:embed/>
                </p:oleObj>
              </mc:Choice>
              <mc:Fallback>
                <p:oleObj name="Equation" r:id="rId3" imgW="342720" imgH="228600" progId="Equation.DSMT4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6118265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354A1E15-8BD0-44D3-BE4F-95D731E5A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42830"/>
              </p:ext>
            </p:extLst>
          </p:nvPr>
        </p:nvGraphicFramePr>
        <p:xfrm>
          <a:off x="981635" y="6355830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20" imgH="228600" progId="Equation.DSMT4">
                  <p:embed/>
                </p:oleObj>
              </mc:Choice>
              <mc:Fallback>
                <p:oleObj name="Equation" r:id="rId5" imgW="342720" imgH="228600" progId="Equation.DSMT4">
                  <p:embed/>
                  <p:pic>
                    <p:nvPicPr>
                      <p:cNvPr id="30" name="Object 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1635" y="6355830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1EBD4B8B-8B82-4DC9-886D-31CB4F0EE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082765"/>
              </p:ext>
            </p:extLst>
          </p:nvPr>
        </p:nvGraphicFramePr>
        <p:xfrm>
          <a:off x="981635" y="6584430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2720" imgH="228600" progId="Equation.DSMT4">
                  <p:embed/>
                </p:oleObj>
              </mc:Choice>
              <mc:Fallback>
                <p:oleObj name="Equation" r:id="rId7" imgW="342720" imgH="228600" progId="Equation.DSMT4">
                  <p:embed/>
                  <p:pic>
                    <p:nvPicPr>
                      <p:cNvPr id="31" name="Object 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1635" y="6584430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2A9EC8D9-CB48-4774-B856-134E671ED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90168"/>
              </p:ext>
            </p:extLst>
          </p:nvPr>
        </p:nvGraphicFramePr>
        <p:xfrm>
          <a:off x="990600" y="6813030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2720" imgH="228600" progId="Equation.DSMT4">
                  <p:embed/>
                </p:oleObj>
              </mc:Choice>
              <mc:Fallback>
                <p:oleObj name="Equation" r:id="rId9" imgW="342720" imgH="228600" progId="Equation.DSMT4">
                  <p:embed/>
                  <p:pic>
                    <p:nvPicPr>
                      <p:cNvPr id="32" name="Object 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90600" y="6813030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807">
            <a:extLst>
              <a:ext uri="{FF2B5EF4-FFF2-40B4-BE49-F238E27FC236}">
                <a16:creationId xmlns:a16="http://schemas.microsoft.com/office/drawing/2014/main" id="{A6D60349-BF9C-48DF-90E2-818FD7536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337030"/>
            <a:ext cx="128524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Text Box 807">
            <a:extLst>
              <a:ext uri="{FF2B5EF4-FFF2-40B4-BE49-F238E27FC236}">
                <a16:creationId xmlns:a16="http://schemas.microsoft.com/office/drawing/2014/main" id="{D950178C-1D03-4E05-AC72-811343BD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88830"/>
            <a:ext cx="1285240" cy="138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Text Box 807">
            <a:extLst>
              <a:ext uri="{FF2B5EF4-FFF2-40B4-BE49-F238E27FC236}">
                <a16:creationId xmlns:a16="http://schemas.microsoft.com/office/drawing/2014/main" id="{32F40056-E871-4FAD-96CD-A687CA62F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098030"/>
            <a:ext cx="1285240" cy="138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Text Box 807">
            <a:extLst>
              <a:ext uri="{FF2B5EF4-FFF2-40B4-BE49-F238E27FC236}">
                <a16:creationId xmlns:a16="http://schemas.microsoft.com/office/drawing/2014/main" id="{DAE930F9-A1CD-4459-924F-144776B6F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50430"/>
            <a:ext cx="1285240" cy="138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28DEAEA7-2D9C-4EF3-B9D8-06A06D3B4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463017"/>
              </p:ext>
            </p:extLst>
          </p:nvPr>
        </p:nvGraphicFramePr>
        <p:xfrm>
          <a:off x="1066800" y="1286290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8720" imgH="253800" progId="Equation.DSMT4">
                  <p:embed/>
                </p:oleObj>
              </mc:Choice>
              <mc:Fallback>
                <p:oleObj name="Equation" r:id="rId11" imgW="558720" imgH="25380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66800" y="1286290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08953AF3-E322-4DAF-800F-BF7002799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850976"/>
              </p:ext>
            </p:extLst>
          </p:nvPr>
        </p:nvGraphicFramePr>
        <p:xfrm>
          <a:off x="1066800" y="1613500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58720" imgH="253800" progId="Equation.DSMT4">
                  <p:embed/>
                </p:oleObj>
              </mc:Choice>
              <mc:Fallback>
                <p:oleObj name="Equation" r:id="rId13" imgW="558720" imgH="25380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66800" y="1613500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1F05A6E7-6174-4317-9ECC-1048AF9F1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145592"/>
              </p:ext>
            </p:extLst>
          </p:nvPr>
        </p:nvGraphicFramePr>
        <p:xfrm>
          <a:off x="1066800" y="1936230"/>
          <a:ext cx="647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47640" imgH="253800" progId="Equation.DSMT4">
                  <p:embed/>
                </p:oleObj>
              </mc:Choice>
              <mc:Fallback>
                <p:oleObj name="Equation" r:id="rId15" imgW="647640" imgH="25380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66800" y="1936230"/>
                        <a:ext cx="647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C7FB00FE-5768-49BF-90B3-25BACE6C4E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445085"/>
              </p:ext>
            </p:extLst>
          </p:nvPr>
        </p:nvGraphicFramePr>
        <p:xfrm>
          <a:off x="1066800" y="2241030"/>
          <a:ext cx="647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47640" imgH="253800" progId="Equation.DSMT4">
                  <p:embed/>
                </p:oleObj>
              </mc:Choice>
              <mc:Fallback>
                <p:oleObj name="Equation" r:id="rId17" imgW="647640" imgH="25380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66800" y="2241030"/>
                        <a:ext cx="647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7328A3F6-1675-4673-95B4-BE8F4E2DF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539957"/>
              </p:ext>
            </p:extLst>
          </p:nvPr>
        </p:nvGraphicFramePr>
        <p:xfrm>
          <a:off x="1600200" y="869430"/>
          <a:ext cx="1320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20480" imgH="253800" progId="Equation.DSMT4">
                  <p:embed/>
                </p:oleObj>
              </mc:Choice>
              <mc:Fallback>
                <p:oleObj name="Equation" r:id="rId19" imgW="1320480" imgH="25380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00200" y="869430"/>
                        <a:ext cx="1320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13206A63-D3A9-491A-9943-5FFCD88D4D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69682"/>
              </p:ext>
            </p:extLst>
          </p:nvPr>
        </p:nvGraphicFramePr>
        <p:xfrm>
          <a:off x="1541933" y="3079230"/>
          <a:ext cx="1206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06360" imgH="253800" progId="Equation.DSMT4">
                  <p:embed/>
                </p:oleObj>
              </mc:Choice>
              <mc:Fallback>
                <p:oleObj name="Equation" r:id="rId21" imgW="1206360" imgH="2538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41933" y="3079230"/>
                        <a:ext cx="1206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20B1712C-5E03-48E7-8862-4E391C2A2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497102"/>
              </p:ext>
            </p:extLst>
          </p:nvPr>
        </p:nvGraphicFramePr>
        <p:xfrm>
          <a:off x="4800600" y="3155430"/>
          <a:ext cx="1422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22360" imgH="253800" progId="Equation.DSMT4">
                  <p:embed/>
                </p:oleObj>
              </mc:Choice>
              <mc:Fallback>
                <p:oleObj name="Equation" r:id="rId23" imgW="1422360" imgH="25380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00600" y="3155430"/>
                        <a:ext cx="14224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5BCB31DB-F403-4C1E-9425-E1FD4E08BE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782122"/>
              </p:ext>
            </p:extLst>
          </p:nvPr>
        </p:nvGraphicFramePr>
        <p:xfrm>
          <a:off x="4876800" y="7893270"/>
          <a:ext cx="1409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09400" imgH="253800" progId="Equation.DSMT4">
                  <p:embed/>
                </p:oleObj>
              </mc:Choice>
              <mc:Fallback>
                <p:oleObj name="Equation" r:id="rId25" imgW="1409400" imgH="2538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76800" y="7893270"/>
                        <a:ext cx="1409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71265D48-4166-4D88-80D7-C57B9C326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718353"/>
              </p:ext>
            </p:extLst>
          </p:nvPr>
        </p:nvGraphicFramePr>
        <p:xfrm>
          <a:off x="4495800" y="1147335"/>
          <a:ext cx="838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838080" imgH="241200" progId="Equation.DSMT4">
                  <p:embed/>
                </p:oleObj>
              </mc:Choice>
              <mc:Fallback>
                <p:oleObj name="Equation" r:id="rId27" imgW="838080" imgH="2412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95800" y="1147335"/>
                        <a:ext cx="838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BFACAEEB-31DB-4CA4-9AE8-BD66EFD490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790388"/>
              </p:ext>
            </p:extLst>
          </p:nvPr>
        </p:nvGraphicFramePr>
        <p:xfrm>
          <a:off x="4495800" y="1523855"/>
          <a:ext cx="977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977760" imgH="228600" progId="Equation.DSMT4">
                  <p:embed/>
                </p:oleObj>
              </mc:Choice>
              <mc:Fallback>
                <p:oleObj name="Equation" r:id="rId29" imgW="977760" imgH="22860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95800" y="1523855"/>
                        <a:ext cx="977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18419D69-8C9D-4186-ADF2-FC28FAACD9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540047"/>
              </p:ext>
            </p:extLst>
          </p:nvPr>
        </p:nvGraphicFramePr>
        <p:xfrm>
          <a:off x="4495800" y="1877960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079280" imgH="228600" progId="Equation.DSMT4">
                  <p:embed/>
                </p:oleObj>
              </mc:Choice>
              <mc:Fallback>
                <p:oleObj name="Equation" r:id="rId31" imgW="1079280" imgH="22860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495800" y="1877960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D5B9B4B2-F3B7-4D8A-865C-D2E5AAAF6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554534"/>
              </p:ext>
            </p:extLst>
          </p:nvPr>
        </p:nvGraphicFramePr>
        <p:xfrm>
          <a:off x="4495800" y="2164830"/>
          <a:ext cx="965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65160" imgH="368280" progId="Equation.DSMT4">
                  <p:embed/>
                </p:oleObj>
              </mc:Choice>
              <mc:Fallback>
                <p:oleObj name="Equation" r:id="rId33" imgW="965160" imgH="36828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495800" y="2164830"/>
                        <a:ext cx="965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4C844DCF-EADC-4AE1-A475-F61160873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49926"/>
              </p:ext>
            </p:extLst>
          </p:nvPr>
        </p:nvGraphicFramePr>
        <p:xfrm>
          <a:off x="990600" y="3756065"/>
          <a:ext cx="41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19040" imgH="228600" progId="Equation.DSMT4">
                  <p:embed/>
                </p:oleObj>
              </mc:Choice>
              <mc:Fallback>
                <p:oleObj name="Equation" r:id="rId35" imgW="419040" imgH="22860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90600" y="3756065"/>
                        <a:ext cx="419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8467E8DD-48AF-48D8-98E4-9696668AC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521624"/>
              </p:ext>
            </p:extLst>
          </p:nvPr>
        </p:nvGraphicFramePr>
        <p:xfrm>
          <a:off x="990600" y="4038455"/>
          <a:ext cx="41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19040" imgH="228600" progId="Equation.DSMT4">
                  <p:embed/>
                </p:oleObj>
              </mc:Choice>
              <mc:Fallback>
                <p:oleObj name="Equation" r:id="rId37" imgW="419040" imgH="22860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90600" y="4038455"/>
                        <a:ext cx="419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99E5BE7A-E97E-445B-B868-B85B37D77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138433"/>
              </p:ext>
            </p:extLst>
          </p:nvPr>
        </p:nvGraphicFramePr>
        <p:xfrm>
          <a:off x="990600" y="4307395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07960" imgH="228600" progId="Equation.DSMT4">
                  <p:embed/>
                </p:oleObj>
              </mc:Choice>
              <mc:Fallback>
                <p:oleObj name="Equation" r:id="rId39" imgW="507960" imgH="22860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90600" y="4307395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8C16C9F6-F495-49DD-BBB3-43B881F15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204606"/>
              </p:ext>
            </p:extLst>
          </p:nvPr>
        </p:nvGraphicFramePr>
        <p:xfrm>
          <a:off x="990600" y="4594265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431640" imgH="228600" progId="Equation.DSMT4">
                  <p:embed/>
                </p:oleObj>
              </mc:Choice>
              <mc:Fallback>
                <p:oleObj name="Equation" r:id="rId41" imgW="431640" imgH="22860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990600" y="4594265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75642B00-2F5B-4764-8EB9-7F2DFEDD72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408930"/>
              </p:ext>
            </p:extLst>
          </p:nvPr>
        </p:nvGraphicFramePr>
        <p:xfrm>
          <a:off x="4495800" y="8413230"/>
          <a:ext cx="596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596880" imgH="177480" progId="Equation.DSMT4">
                  <p:embed/>
                </p:oleObj>
              </mc:Choice>
              <mc:Fallback>
                <p:oleObj name="Equation" r:id="rId43" imgW="596880" imgH="1774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495800" y="8413230"/>
                        <a:ext cx="596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E4844D61-D0D0-41C0-B032-7ED82F1F3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334358"/>
              </p:ext>
            </p:extLst>
          </p:nvPr>
        </p:nvGraphicFramePr>
        <p:xfrm>
          <a:off x="4486835" y="8659760"/>
          <a:ext cx="596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596880" imgH="177480" progId="Equation.DSMT4">
                  <p:embed/>
                </p:oleObj>
              </mc:Choice>
              <mc:Fallback>
                <p:oleObj name="Equation" r:id="rId45" imgW="596880" imgH="1774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486835" y="8659760"/>
                        <a:ext cx="596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AFCD991E-B48D-49EE-B544-FF7364CC70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334153"/>
              </p:ext>
            </p:extLst>
          </p:nvPr>
        </p:nvGraphicFramePr>
        <p:xfrm>
          <a:off x="4482355" y="8928700"/>
          <a:ext cx="609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609480" imgH="177480" progId="Equation.DSMT4">
                  <p:embed/>
                </p:oleObj>
              </mc:Choice>
              <mc:Fallback>
                <p:oleObj name="Equation" r:id="rId47" imgW="609480" imgH="17748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482355" y="8928700"/>
                        <a:ext cx="609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D1A84899-A9EB-4C6D-8FEF-AF5AD17DD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092457"/>
              </p:ext>
            </p:extLst>
          </p:nvPr>
        </p:nvGraphicFramePr>
        <p:xfrm>
          <a:off x="4495800" y="9175230"/>
          <a:ext cx="622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622080" imgH="177480" progId="Equation.DSMT4">
                  <p:embed/>
                </p:oleObj>
              </mc:Choice>
              <mc:Fallback>
                <p:oleObj name="Equation" r:id="rId49" imgW="622080" imgH="1774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495800" y="9175230"/>
                        <a:ext cx="622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0EF007C-059C-447E-A018-F5E77B880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80" y="3101790"/>
            <a:ext cx="1638300" cy="1752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EDD32E-5753-4FC3-B60A-70F06F5AE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125" y="2989730"/>
            <a:ext cx="1724025" cy="18573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F00119E-10DE-43F9-9125-01083CB5F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315" y="3016625"/>
            <a:ext cx="1724025" cy="18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5EFD6F5-6F96-4EBD-8909-0FFC1C084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950" y="3048000"/>
            <a:ext cx="1685925" cy="172402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335C05F-C737-4316-A7E6-ED7E7C49AD1C}"/>
              </a:ext>
            </a:extLst>
          </p:cNvPr>
          <p:cNvSpPr/>
          <p:nvPr/>
        </p:nvSpPr>
        <p:spPr>
          <a:xfrm>
            <a:off x="381000" y="457200"/>
            <a:ext cx="6934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47.  The graph of a quadratic function increases through the interval                 , then decreases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through the interval               .  If the vertex of the graph is located at (5, 9), which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equation could represent this function?</a:t>
            </a:r>
            <a:endParaRPr lang="en-US" dirty="0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C1579CFF-C433-4F19-98AE-86466B89D6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911186"/>
              </p:ext>
            </p:extLst>
          </p:nvPr>
        </p:nvGraphicFramePr>
        <p:xfrm>
          <a:off x="5298140" y="502025"/>
          <a:ext cx="685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177480" progId="Equation.DSMT4">
                  <p:embed/>
                </p:oleObj>
              </mc:Choice>
              <mc:Fallback>
                <p:oleObj name="Equation" r:id="rId7" imgW="685800" imgH="17748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98140" y="502025"/>
                        <a:ext cx="685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ABAC309C-7702-47AB-B236-72B17F11B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223085"/>
              </p:ext>
            </p:extLst>
          </p:nvPr>
        </p:nvGraphicFramePr>
        <p:xfrm>
          <a:off x="2241175" y="663390"/>
          <a:ext cx="596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177480" progId="Equation.DSMT4">
                  <p:embed/>
                </p:oleObj>
              </mc:Choice>
              <mc:Fallback>
                <p:oleObj name="Equation" r:id="rId9" imgW="596880" imgH="17748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41175" y="663390"/>
                        <a:ext cx="596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807">
            <a:extLst>
              <a:ext uri="{FF2B5EF4-FFF2-40B4-BE49-F238E27FC236}">
                <a16:creationId xmlns:a16="http://schemas.microsoft.com/office/drawing/2014/main" id="{E3EEB03E-7D2D-406A-A4B0-B41FBF300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295400"/>
            <a:ext cx="1722120" cy="131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5A609C6-FEB6-4A71-BE59-72C34724E7F3}"/>
              </a:ext>
            </a:extLst>
          </p:cNvPr>
          <p:cNvSpPr/>
          <p:nvPr/>
        </p:nvSpPr>
        <p:spPr>
          <a:xfrm>
            <a:off x="372035" y="2756645"/>
            <a:ext cx="45768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48.  Which graph represents the inequality                            ? </a:t>
            </a:r>
            <a:endParaRPr lang="en-US" dirty="0"/>
          </a:p>
        </p:txBody>
      </p:sp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8AA2AC42-D47E-43AD-8463-B782863F8F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43078"/>
              </p:ext>
            </p:extLst>
          </p:nvPr>
        </p:nvGraphicFramePr>
        <p:xfrm>
          <a:off x="3437965" y="2792505"/>
          <a:ext cx="1181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80800" imgH="228600" progId="Equation.DSMT4">
                  <p:embed/>
                </p:oleObj>
              </mc:Choice>
              <mc:Fallback>
                <p:oleObj name="Equation" r:id="rId11" imgW="1180800" imgH="22860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37965" y="2792505"/>
                        <a:ext cx="1181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D657A005-5696-4C40-A0F8-99F6848FD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527113"/>
              </p:ext>
            </p:extLst>
          </p:nvPr>
        </p:nvGraphicFramePr>
        <p:xfrm>
          <a:off x="5791200" y="1322295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17440" imgH="253800" progId="Equation.DSMT4">
                  <p:embed/>
                </p:oleObj>
              </mc:Choice>
              <mc:Fallback>
                <p:oleObj name="Equation" r:id="rId13" imgW="1117440" imgH="2538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91200" y="1322295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4D9CAF11-EFB1-4799-A355-E7687831CA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780468"/>
              </p:ext>
            </p:extLst>
          </p:nvPr>
        </p:nvGraphicFramePr>
        <p:xfrm>
          <a:off x="5764305" y="1627095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253800" progId="Equation.DSMT4">
                  <p:embed/>
                </p:oleObj>
              </mc:Choice>
              <mc:Fallback>
                <p:oleObj name="Equation" r:id="rId15" imgW="1117440" imgH="25380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64305" y="1627095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01FFAFFF-E441-460D-95E6-E93D2CF084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530322"/>
              </p:ext>
            </p:extLst>
          </p:nvPr>
        </p:nvGraphicFramePr>
        <p:xfrm>
          <a:off x="5732930" y="1963270"/>
          <a:ext cx="1219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18960" imgH="253800" progId="Equation.DSMT4">
                  <p:embed/>
                </p:oleObj>
              </mc:Choice>
              <mc:Fallback>
                <p:oleObj name="Equation" r:id="rId17" imgW="1218960" imgH="2538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2930" y="1963270"/>
                        <a:ext cx="1219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AD318B71-8580-41AC-A25F-1CD2F2F68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574830"/>
              </p:ext>
            </p:extLst>
          </p:nvPr>
        </p:nvGraphicFramePr>
        <p:xfrm>
          <a:off x="5755340" y="2303930"/>
          <a:ext cx="1206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06360" imgH="253800" progId="Equation.DSMT4">
                  <p:embed/>
                </p:oleObj>
              </mc:Choice>
              <mc:Fallback>
                <p:oleObj name="Equation" r:id="rId19" imgW="1206360" imgH="2538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55340" y="2303930"/>
                        <a:ext cx="1206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B4EE170B-593B-423D-A76A-22E28212B4D5}"/>
              </a:ext>
            </a:extLst>
          </p:cNvPr>
          <p:cNvSpPr/>
          <p:nvPr/>
        </p:nvSpPr>
        <p:spPr>
          <a:xfrm>
            <a:off x="381000" y="3276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A.</a:t>
            </a:r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B10EC6-BB5F-4103-BF6F-2E58D5A01D14}"/>
              </a:ext>
            </a:extLst>
          </p:cNvPr>
          <p:cNvSpPr/>
          <p:nvPr/>
        </p:nvSpPr>
        <p:spPr>
          <a:xfrm>
            <a:off x="2057400" y="3276600"/>
            <a:ext cx="409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B. 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DCB9C9-B2DE-46C0-89C9-D7E854D95891}"/>
              </a:ext>
            </a:extLst>
          </p:cNvPr>
          <p:cNvSpPr/>
          <p:nvPr/>
        </p:nvSpPr>
        <p:spPr>
          <a:xfrm>
            <a:off x="3810000" y="32766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B08FCB-DBF8-428C-9A57-84D48A600C9B}"/>
              </a:ext>
            </a:extLst>
          </p:cNvPr>
          <p:cNvSpPr/>
          <p:nvPr/>
        </p:nvSpPr>
        <p:spPr>
          <a:xfrm>
            <a:off x="5486400" y="32766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0DD6D2A-5F74-492D-9F6F-7A9B6BD908AA}"/>
              </a:ext>
            </a:extLst>
          </p:cNvPr>
          <p:cNvSpPr/>
          <p:nvPr/>
        </p:nvSpPr>
        <p:spPr>
          <a:xfrm>
            <a:off x="381000" y="4984375"/>
            <a:ext cx="6934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49.  Kate’s soccer team is selling coupon books and recipe books to raise money for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transportation to their games.  Coupon books cost $12 each and recipe books cost $7.50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each.  If Kate sold a total of 42 books and raised $441, how many coupon books did she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sell?</a:t>
            </a:r>
            <a:endParaRPr lang="en-US" dirty="0"/>
          </a:p>
        </p:txBody>
      </p:sp>
      <p:sp>
        <p:nvSpPr>
          <p:cNvPr id="69" name="Text Box 807">
            <a:extLst>
              <a:ext uri="{FF2B5EF4-FFF2-40B4-BE49-F238E27FC236}">
                <a16:creationId xmlns:a16="http://schemas.microsoft.com/office/drawing/2014/main" id="{518AB10A-3B65-42CF-B2D7-5E08AACCF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943600"/>
            <a:ext cx="1514475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 coupon books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 coupon books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 coupon books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 coupon books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C1FCA2-E0AC-49D2-A1BA-DEF1077E52EC}"/>
              </a:ext>
            </a:extLst>
          </p:cNvPr>
          <p:cNvSpPr/>
          <p:nvPr/>
        </p:nvSpPr>
        <p:spPr>
          <a:xfrm>
            <a:off x="363070" y="7288305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50.  A baseball is thrown from a height of 5 feet.  The height,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h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, of the ball at time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seconds is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modeled by the equation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h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(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) = -16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100" b="1" baseline="30000" dirty="0">
                <a:latin typeface="Tahoma" panose="020B060403050404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+100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t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+ 5.  How long will it take the ball to reach the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ground?</a:t>
            </a:r>
            <a:endParaRPr lang="en-US" dirty="0"/>
          </a:p>
        </p:txBody>
      </p:sp>
      <p:sp>
        <p:nvSpPr>
          <p:cNvPr id="71" name="Text Box 807">
            <a:extLst>
              <a:ext uri="{FF2B5EF4-FFF2-40B4-BE49-F238E27FC236}">
                <a16:creationId xmlns:a16="http://schemas.microsoft.com/office/drawing/2014/main" id="{2834E731-BBE2-4365-9CE2-7BAD3D1D6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8382000"/>
            <a:ext cx="1514475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5.8 seconds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6.3 seconds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7.2 seconds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7.6 seconds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7FDD4377-ABAC-48B6-89A2-BE6CFAE80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62559"/>
              </p:ext>
            </p:extLst>
          </p:nvPr>
        </p:nvGraphicFramePr>
        <p:xfrm>
          <a:off x="339525" y="460535"/>
          <a:ext cx="6994525" cy="565341"/>
        </p:xfrm>
        <a:graphic>
          <a:graphicData uri="http://schemas.openxmlformats.org/drawingml/2006/table">
            <a:tbl>
              <a:tblPr/>
              <a:tblGrid>
                <a:gridCol w="69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51. The table below shows the yearly average selling price of a home in the Orchard Woods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subdivision during certain years.  Using a quartic model, approximate the selling price of a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home in Orchard Woods in 2020.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" name="Picture 53">
            <a:extLst>
              <a:ext uri="{FF2B5EF4-FFF2-40B4-BE49-F238E27FC236}">
                <a16:creationId xmlns:a16="http://schemas.microsoft.com/office/drawing/2014/main" id="{8627EC4B-9C6D-4EF9-B96F-B2DCDFAF2A0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04210"/>
            <a:ext cx="1360170" cy="1394460"/>
          </a:xfrm>
          <a:prstGeom prst="rect">
            <a:avLst/>
          </a:prstGeom>
        </p:spPr>
      </p:pic>
      <p:sp>
        <p:nvSpPr>
          <p:cNvPr id="55" name="Text Box 807">
            <a:extLst>
              <a:ext uri="{FF2B5EF4-FFF2-40B4-BE49-F238E27FC236}">
                <a16:creationId xmlns:a16="http://schemas.microsoft.com/office/drawing/2014/main" id="{32A85287-1EB6-4704-912F-D1DF019C0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432810"/>
            <a:ext cx="1165860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$300,303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$306,128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$310,502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$315,457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AC0D2DA-33D9-44E5-9862-93AE7524F938}"/>
              </a:ext>
            </a:extLst>
          </p:cNvPr>
          <p:cNvSpPr/>
          <p:nvPr/>
        </p:nvSpPr>
        <p:spPr>
          <a:xfrm>
            <a:off x="410900" y="2762935"/>
            <a:ext cx="65822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Use the functions                      ,                        , and                                  for questions 52-57.</a:t>
            </a:r>
            <a:endParaRPr lang="en-US" dirty="0"/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99A02FB3-1BD7-40FF-8125-EA55441E8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807184"/>
              </p:ext>
            </p:extLst>
          </p:nvPr>
        </p:nvGraphicFramePr>
        <p:xfrm>
          <a:off x="1729450" y="2781260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28600" progId="Equation.DSMT4">
                  <p:embed/>
                </p:oleObj>
              </mc:Choice>
              <mc:Fallback>
                <p:oleObj name="Equation" r:id="rId4" imgW="901440" imgH="228600" progId="Equation.DSMT4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9450" y="2781260"/>
                        <a:ext cx="901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F720BB93-5096-442A-96AB-B81B6AB53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655898"/>
              </p:ext>
            </p:extLst>
          </p:nvPr>
        </p:nvGraphicFramePr>
        <p:xfrm>
          <a:off x="2667000" y="2781260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28600" progId="Equation.DSMT4">
                  <p:embed/>
                </p:oleObj>
              </mc:Choice>
              <mc:Fallback>
                <p:oleObj name="Equation" r:id="rId6" imgW="1041120" imgH="228600" progId="Equation.DSMT4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7000" y="2781260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EB08A48F-C28C-4B8A-9C00-70665D858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296630"/>
              </p:ext>
            </p:extLst>
          </p:nvPr>
        </p:nvGraphicFramePr>
        <p:xfrm>
          <a:off x="4038600" y="2781260"/>
          <a:ext cx="1333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228600" progId="Equation.DSMT4">
                  <p:embed/>
                </p:oleObj>
              </mc:Choice>
              <mc:Fallback>
                <p:oleObj name="Equation" r:id="rId8" imgW="1333440" imgH="22860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38600" y="2781260"/>
                        <a:ext cx="1333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D86C874F-351F-4A1E-9D98-5239BC66131F}"/>
              </a:ext>
            </a:extLst>
          </p:cNvPr>
          <p:cNvSpPr/>
          <p:nvPr/>
        </p:nvSpPr>
        <p:spPr>
          <a:xfrm>
            <a:off x="381000" y="3033010"/>
            <a:ext cx="8370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52.  Find </a:t>
            </a:r>
            <a:endParaRPr lang="en-US" dirty="0"/>
          </a:p>
        </p:txBody>
      </p: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56A8C954-5BC9-4162-A556-39648E01E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803062"/>
              </p:ext>
            </p:extLst>
          </p:nvPr>
        </p:nvGraphicFramePr>
        <p:xfrm>
          <a:off x="1168400" y="3033713"/>
          <a:ext cx="812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520" imgH="253800" progId="Equation.DSMT4">
                  <p:embed/>
                </p:oleObj>
              </mc:Choice>
              <mc:Fallback>
                <p:oleObj name="Equation" r:id="rId10" imgW="812520" imgH="253800" progId="Equation.DSMT4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68400" y="3033713"/>
                        <a:ext cx="812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9D397358-12B4-4207-ADE8-A64B23F9F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981141"/>
              </p:ext>
            </p:extLst>
          </p:nvPr>
        </p:nvGraphicFramePr>
        <p:xfrm>
          <a:off x="3829050" y="493166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64880" progId="Equation.DSMT4">
                  <p:embed/>
                </p:oleObj>
              </mc:Choice>
              <mc:Fallback>
                <p:oleObj name="Equation" r:id="rId12" imgW="114120" imgH="164880" progId="Equation.DSMT4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29050" y="493166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8290E63F-892D-40E3-90B3-E994B1C2A162}"/>
              </a:ext>
            </a:extLst>
          </p:cNvPr>
          <p:cNvSpPr/>
          <p:nvPr/>
        </p:nvSpPr>
        <p:spPr>
          <a:xfrm>
            <a:off x="3833150" y="3009860"/>
            <a:ext cx="1936749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53.  If                   , find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7920FD9D-1B21-4A80-907C-B547DE371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86337"/>
              </p:ext>
            </p:extLst>
          </p:nvPr>
        </p:nvGraphicFramePr>
        <p:xfrm>
          <a:off x="4366550" y="3056160"/>
          <a:ext cx="774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28600" progId="Equation.DSMT4">
                  <p:embed/>
                </p:oleObj>
              </mc:Choice>
              <mc:Fallback>
                <p:oleObj name="Equation" r:id="rId14" imgW="774360" imgH="22860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366550" y="3056160"/>
                        <a:ext cx="774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807">
            <a:extLst>
              <a:ext uri="{FF2B5EF4-FFF2-40B4-BE49-F238E27FC236}">
                <a16:creationId xmlns:a16="http://schemas.microsoft.com/office/drawing/2014/main" id="{89D48271-66C7-4B23-8CD3-B84AE4DED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71210"/>
            <a:ext cx="768985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-40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-16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Text Box 807">
            <a:extLst>
              <a:ext uri="{FF2B5EF4-FFF2-40B4-BE49-F238E27FC236}">
                <a16:creationId xmlns:a16="http://schemas.microsoft.com/office/drawing/2014/main" id="{851C3282-052F-4528-A74E-872B22993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023610"/>
            <a:ext cx="2895600" cy="96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C.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D.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069A956D-6799-40A5-AD54-975FE3172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24614"/>
              </p:ext>
            </p:extLst>
          </p:nvPr>
        </p:nvGraphicFramePr>
        <p:xfrm>
          <a:off x="4525700" y="4111385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040" imgH="177480" progId="Equation.DSMT4">
                  <p:embed/>
                </p:oleObj>
              </mc:Choice>
              <mc:Fallback>
                <p:oleObj name="Equation" r:id="rId16" imgW="203040" imgH="17748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25700" y="4111385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9F00FA0A-A750-490D-8612-46980A8FB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309111"/>
              </p:ext>
            </p:extLst>
          </p:nvPr>
        </p:nvGraphicFramePr>
        <p:xfrm>
          <a:off x="4495800" y="463321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1200" imgH="368280" progId="Equation.DSMT4">
                  <p:embed/>
                </p:oleObj>
              </mc:Choice>
              <mc:Fallback>
                <p:oleObj name="Equation" r:id="rId18" imgW="241200" imgH="368280" progId="Equation.DSMT4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95800" y="463321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813BB494-550A-4AEE-B811-4D7A4C377B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514720"/>
              </p:ext>
            </p:extLst>
          </p:nvPr>
        </p:nvGraphicFramePr>
        <p:xfrm>
          <a:off x="5867400" y="4099810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400" imgH="177480" progId="Equation.DSMT4">
                  <p:embed/>
                </p:oleObj>
              </mc:Choice>
              <mc:Fallback>
                <p:oleObj name="Equation" r:id="rId20" imgW="266400" imgH="177480" progId="Equation.DSMT4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867400" y="4099810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0423E260-15EB-41BD-8118-BF2A1CC1E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944660"/>
              </p:ext>
            </p:extLst>
          </p:nvPr>
        </p:nvGraphicFramePr>
        <p:xfrm>
          <a:off x="5878975" y="4644785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368280" progId="Equation.DSMT4">
                  <p:embed/>
                </p:oleObj>
              </mc:Choice>
              <mc:Fallback>
                <p:oleObj name="Equation" r:id="rId22" imgW="241200" imgH="368280" progId="Equation.DSMT4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878975" y="4644785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4BA4505D-A4F3-4A79-B261-2EA5B6EC1D2B}"/>
              </a:ext>
            </a:extLst>
          </p:cNvPr>
          <p:cNvSpPr/>
          <p:nvPr/>
        </p:nvSpPr>
        <p:spPr>
          <a:xfrm>
            <a:off x="381000" y="5254385"/>
            <a:ext cx="8370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54.  Find </a:t>
            </a:r>
            <a:endParaRPr lang="en-US" dirty="0"/>
          </a:p>
        </p:txBody>
      </p:sp>
      <p:sp>
        <p:nvSpPr>
          <p:cNvPr id="72" name="Text Box 807">
            <a:extLst>
              <a:ext uri="{FF2B5EF4-FFF2-40B4-BE49-F238E27FC236}">
                <a16:creationId xmlns:a16="http://schemas.microsoft.com/office/drawing/2014/main" id="{207427D4-5A49-41C6-9969-66232C103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081010"/>
            <a:ext cx="1981200" cy="120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Text Box 807">
            <a:extLst>
              <a:ext uri="{FF2B5EF4-FFF2-40B4-BE49-F238E27FC236}">
                <a16:creationId xmlns:a16="http://schemas.microsoft.com/office/drawing/2014/main" id="{B886BD99-E57B-4002-A4FA-DBAA69648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04810"/>
            <a:ext cx="1376045" cy="120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81731BD3-0D06-4008-8F6C-F1FC217F5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755645"/>
              </p:ext>
            </p:extLst>
          </p:nvPr>
        </p:nvGraphicFramePr>
        <p:xfrm>
          <a:off x="914400" y="6069435"/>
          <a:ext cx="723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23600" imgH="190440" progId="Equation.DSMT4">
                  <p:embed/>
                </p:oleObj>
              </mc:Choice>
              <mc:Fallback>
                <p:oleObj name="Equation" r:id="rId24" imgW="723600" imgH="190440" progId="Equation.DSMT4">
                  <p:embed/>
                  <p:pic>
                    <p:nvPicPr>
                      <p:cNvPr id="33" name="Object 32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14400" y="6069435"/>
                        <a:ext cx="723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5B19E4F3-2E33-4ACE-B636-DC0FFDE2D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89081"/>
              </p:ext>
            </p:extLst>
          </p:nvPr>
        </p:nvGraphicFramePr>
        <p:xfrm>
          <a:off x="917775" y="6339510"/>
          <a:ext cx="800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99920" imgH="190440" progId="Equation.DSMT4">
                  <p:embed/>
                </p:oleObj>
              </mc:Choice>
              <mc:Fallback>
                <p:oleObj name="Equation" r:id="rId26" imgW="799920" imgH="19044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17775" y="6339510"/>
                        <a:ext cx="800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21AB6010-6A5A-4726-A6F2-9EF163252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247761"/>
              </p:ext>
            </p:extLst>
          </p:nvPr>
        </p:nvGraphicFramePr>
        <p:xfrm>
          <a:off x="889000" y="6614410"/>
          <a:ext cx="863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63280" imgH="190440" progId="Equation.DSMT4">
                  <p:embed/>
                </p:oleObj>
              </mc:Choice>
              <mc:Fallback>
                <p:oleObj name="Equation" r:id="rId28" imgW="863280" imgH="19044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89000" y="6614410"/>
                        <a:ext cx="863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8A44F231-19F0-49D8-A2C9-EB5E37C36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605340"/>
              </p:ext>
            </p:extLst>
          </p:nvPr>
        </p:nvGraphicFramePr>
        <p:xfrm>
          <a:off x="889803" y="6889310"/>
          <a:ext cx="876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76240" imgH="190440" progId="Equation.DSMT4">
                  <p:embed/>
                </p:oleObj>
              </mc:Choice>
              <mc:Fallback>
                <p:oleObj name="Equation" r:id="rId30" imgW="876240" imgH="19044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89803" y="6889310"/>
                        <a:ext cx="876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6D23CEF9-39D0-492A-8AA8-E62E818AF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157662"/>
              </p:ext>
            </p:extLst>
          </p:nvPr>
        </p:nvGraphicFramePr>
        <p:xfrm>
          <a:off x="1089950" y="5265960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72840" imgH="228600" progId="Equation.DSMT4">
                  <p:embed/>
                </p:oleObj>
              </mc:Choice>
              <mc:Fallback>
                <p:oleObj name="Equation" r:id="rId32" imgW="672840" imgH="22860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89950" y="5265960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E3BC29F4-CB65-42CA-B868-8AF25BB2E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754584"/>
              </p:ext>
            </p:extLst>
          </p:nvPr>
        </p:nvGraphicFramePr>
        <p:xfrm>
          <a:off x="4537275" y="5254385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647640" imgH="228600" progId="Equation.DSMT4">
                  <p:embed/>
                </p:oleObj>
              </mc:Choice>
              <mc:Fallback>
                <p:oleObj name="Equation" r:id="rId34" imgW="647640" imgH="22860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537275" y="5254385"/>
                        <a:ext cx="647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0980C324-2644-4584-9599-7C5563B18AA7}"/>
              </a:ext>
            </a:extLst>
          </p:cNvPr>
          <p:cNvSpPr/>
          <p:nvPr/>
        </p:nvSpPr>
        <p:spPr>
          <a:xfrm>
            <a:off x="3839900" y="5254385"/>
            <a:ext cx="8370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55.  Find 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A4F7AA3-A12E-45FD-B9C4-B875DC8DCB08}"/>
              </a:ext>
            </a:extLst>
          </p:cNvPr>
          <p:cNvSpPr/>
          <p:nvPr/>
        </p:nvSpPr>
        <p:spPr>
          <a:xfrm>
            <a:off x="381000" y="7475760"/>
            <a:ext cx="3505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56. Which describes the domain of the function   </a:t>
            </a:r>
          </a:p>
          <a:p>
            <a:endParaRPr lang="en-US" sz="1100" b="1" dirty="0">
              <a:latin typeface="Tahoma" panose="020B0604030504040204" pitchFamily="34" charset="0"/>
              <a:ea typeface="Calibri" panose="020F0502020204030204" pitchFamily="34" charset="0"/>
            </a:endParaRPr>
          </a:p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?</a:t>
            </a:r>
          </a:p>
          <a:p>
            <a:endParaRPr lang="en-US" sz="1100" b="1" dirty="0">
              <a:latin typeface="Tahoma" panose="020B060403050404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7AC9E92-EC62-4567-AA90-7D6BEA2564C1}"/>
              </a:ext>
            </a:extLst>
          </p:cNvPr>
          <p:cNvSpPr/>
          <p:nvPr/>
        </p:nvSpPr>
        <p:spPr>
          <a:xfrm>
            <a:off x="3833150" y="7482510"/>
            <a:ext cx="8370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57.  Find </a:t>
            </a:r>
            <a:endParaRPr lang="en-US" dirty="0"/>
          </a:p>
        </p:txBody>
      </p:sp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C4FDCF7F-E004-4E80-8E45-B54B6BB81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071926"/>
              </p:ext>
            </p:extLst>
          </p:nvPr>
        </p:nvGraphicFramePr>
        <p:xfrm>
          <a:off x="4560425" y="7482510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672840" imgH="228600" progId="Equation.DSMT4">
                  <p:embed/>
                </p:oleObj>
              </mc:Choice>
              <mc:Fallback>
                <p:oleObj name="Equation" r:id="rId36" imgW="672840" imgH="2286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560425" y="7482510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242FE370-D277-493C-A8BD-DD5FC2205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071654"/>
              </p:ext>
            </p:extLst>
          </p:nvPr>
        </p:nvGraphicFramePr>
        <p:xfrm>
          <a:off x="685800" y="7727510"/>
          <a:ext cx="53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533160" imgH="431640" progId="Equation.DSMT4">
                  <p:embed/>
                </p:oleObj>
              </mc:Choice>
              <mc:Fallback>
                <p:oleObj name="Equation" r:id="rId38" imgW="533160" imgH="43164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85800" y="7727510"/>
                        <a:ext cx="533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7D58FF3C-DDB4-4A69-BF5F-A3CA08B67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879138"/>
              </p:ext>
            </p:extLst>
          </p:nvPr>
        </p:nvGraphicFramePr>
        <p:xfrm>
          <a:off x="4384875" y="6127310"/>
          <a:ext cx="1143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143000" imgH="190440" progId="Equation.DSMT4">
                  <p:embed/>
                </p:oleObj>
              </mc:Choice>
              <mc:Fallback>
                <p:oleObj name="Equation" r:id="rId40" imgW="1143000" imgH="19044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384875" y="6127310"/>
                        <a:ext cx="11430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3F8768E4-17B3-4B21-A090-CA7CCD2C0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929301"/>
              </p:ext>
            </p:extLst>
          </p:nvPr>
        </p:nvGraphicFramePr>
        <p:xfrm>
          <a:off x="4354975" y="6408960"/>
          <a:ext cx="1282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282680" imgH="190440" progId="Equation.DSMT4">
                  <p:embed/>
                </p:oleObj>
              </mc:Choice>
              <mc:Fallback>
                <p:oleObj name="Equation" r:id="rId42" imgW="1282680" imgH="19044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354975" y="6408960"/>
                        <a:ext cx="1282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A9960017-0CF0-40FB-8512-ED2BD8018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243917"/>
              </p:ext>
            </p:extLst>
          </p:nvPr>
        </p:nvGraphicFramePr>
        <p:xfrm>
          <a:off x="4343400" y="6690610"/>
          <a:ext cx="1346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46040" imgH="190440" progId="Equation.DSMT4">
                  <p:embed/>
                </p:oleObj>
              </mc:Choice>
              <mc:Fallback>
                <p:oleObj name="Equation" r:id="rId44" imgW="1346040" imgH="19044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343400" y="6690610"/>
                        <a:ext cx="1346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DC06C9C7-EDB2-4020-AF50-B8D876AEE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442199"/>
              </p:ext>
            </p:extLst>
          </p:nvPr>
        </p:nvGraphicFramePr>
        <p:xfrm>
          <a:off x="4354975" y="6965510"/>
          <a:ext cx="1358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358640" imgH="190440" progId="Equation.DSMT4">
                  <p:embed/>
                </p:oleObj>
              </mc:Choice>
              <mc:Fallback>
                <p:oleObj name="Equation" r:id="rId46" imgW="1358640" imgH="19044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354975" y="6965510"/>
                        <a:ext cx="1358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Text Box 807">
            <a:extLst>
              <a:ext uri="{FF2B5EF4-FFF2-40B4-BE49-F238E27FC236}">
                <a16:creationId xmlns:a16="http://schemas.microsoft.com/office/drawing/2014/main" id="{B0A39027-37D8-42DC-966F-50BA5ACA7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290810"/>
            <a:ext cx="749300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81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420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756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915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" name="Text Box 807">
            <a:extLst>
              <a:ext uri="{FF2B5EF4-FFF2-40B4-BE49-F238E27FC236}">
                <a16:creationId xmlns:a16="http://schemas.microsoft.com/office/drawing/2014/main" id="{FDBA88D7-CE7F-4AEE-AC03-47E05C440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443210"/>
            <a:ext cx="327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Real Number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      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C9588922-D7F3-4AE6-B0E0-5CF5197C36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4930"/>
              </p:ext>
            </p:extLst>
          </p:nvPr>
        </p:nvGraphicFramePr>
        <p:xfrm>
          <a:off x="914400" y="8946710"/>
          <a:ext cx="62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622080" imgH="406080" progId="Equation.DSMT4">
                  <p:embed/>
                </p:oleObj>
              </mc:Choice>
              <mc:Fallback>
                <p:oleObj name="Equation" r:id="rId48" imgW="622080" imgH="40608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914400" y="8946710"/>
                        <a:ext cx="622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AD444AB3-0A8B-401A-83E3-1D0590B260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935355"/>
              </p:ext>
            </p:extLst>
          </p:nvPr>
        </p:nvGraphicFramePr>
        <p:xfrm>
          <a:off x="2678575" y="8496260"/>
          <a:ext cx="635000" cy="25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634680" imgH="253800" progId="Equation.DSMT4">
                  <p:embed/>
                </p:oleObj>
              </mc:Choice>
              <mc:Fallback>
                <p:oleObj name="Equation" r:id="rId50" imgW="634680" imgH="25380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678575" y="8496260"/>
                        <a:ext cx="635000" cy="25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C95E2785-218A-403B-8803-D6C588FFA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18063"/>
              </p:ext>
            </p:extLst>
          </p:nvPr>
        </p:nvGraphicFramePr>
        <p:xfrm>
          <a:off x="2667000" y="8965035"/>
          <a:ext cx="71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711000" imgH="406080" progId="Equation.DSMT4">
                  <p:embed/>
                </p:oleObj>
              </mc:Choice>
              <mc:Fallback>
                <p:oleObj name="Equation" r:id="rId52" imgW="711000" imgH="4060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2667000" y="8965035"/>
                        <a:ext cx="711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5E48FCE-4CDB-4CBE-80B4-01C2D3A0C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739" y="3030415"/>
            <a:ext cx="1762125" cy="17811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8D66EA3-337B-4CF6-B73E-7987D88AC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125" y="3006969"/>
            <a:ext cx="1714500" cy="17811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57C5C5-6A79-498E-B280-AE0C2BA8A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940" y="3036277"/>
            <a:ext cx="1704975" cy="17716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E09A900-B651-4147-9E50-DF5A8F28E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93" y="3048000"/>
            <a:ext cx="1743075" cy="1800225"/>
          </a:xfrm>
          <a:prstGeom prst="rect">
            <a:avLst/>
          </a:prstGeom>
        </p:spPr>
      </p:pic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6F68931C-B58E-44AE-9693-44794A413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726915"/>
              </p:ext>
            </p:extLst>
          </p:nvPr>
        </p:nvGraphicFramePr>
        <p:xfrm>
          <a:off x="351693" y="486508"/>
          <a:ext cx="3497262" cy="192786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58.  Find the inverse of the function below.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D3FAA591-E3D0-4492-94C4-9FC17AE7DA4A}"/>
              </a:ext>
            </a:extLst>
          </p:cNvPr>
          <p:cNvSpPr/>
          <p:nvPr/>
        </p:nvSpPr>
        <p:spPr>
          <a:xfrm>
            <a:off x="3833446" y="422031"/>
            <a:ext cx="35579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59. The point (-7, 1) lies on the graph of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        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. 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Which point must lie on the graph of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          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?</a:t>
            </a:r>
            <a:endParaRPr lang="en-US" dirty="0"/>
          </a:p>
        </p:txBody>
      </p:sp>
      <p:sp>
        <p:nvSpPr>
          <p:cNvPr id="56" name="Text Box 807">
            <a:extLst>
              <a:ext uri="{FF2B5EF4-FFF2-40B4-BE49-F238E27FC236}">
                <a16:creationId xmlns:a16="http://schemas.microsoft.com/office/drawing/2014/main" id="{70232469-0DFA-46C8-91F1-F96D8228B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453661"/>
            <a:ext cx="1130935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(7, -1)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(1, -7)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(-1, 7)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(-7, -1)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Text Box 807">
            <a:extLst>
              <a:ext uri="{FF2B5EF4-FFF2-40B4-BE49-F238E27FC236}">
                <a16:creationId xmlns:a16="http://schemas.microsoft.com/office/drawing/2014/main" id="{A2153F44-230F-4B2D-BB08-7E847DD62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3276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D.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178DF176-2440-4374-B0BE-D868D7B8F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828120"/>
              </p:ext>
            </p:extLst>
          </p:nvPr>
        </p:nvGraphicFramePr>
        <p:xfrm>
          <a:off x="990600" y="1676400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228600" progId="Equation.DSMT4">
                  <p:embed/>
                </p:oleObj>
              </mc:Choice>
              <mc:Fallback>
                <p:oleObj name="Equation" r:id="rId7" imgW="914400" imgH="22860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0600" y="1676400"/>
                        <a:ext cx="914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56EB0979-4B23-4A9F-B170-805F912A8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17884"/>
              </p:ext>
            </p:extLst>
          </p:nvPr>
        </p:nvGraphicFramePr>
        <p:xfrm>
          <a:off x="978877" y="2121877"/>
          <a:ext cx="990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360" imgH="368280" progId="Equation.DSMT4">
                  <p:embed/>
                </p:oleObj>
              </mc:Choice>
              <mc:Fallback>
                <p:oleObj name="Equation" r:id="rId9" imgW="990360" imgH="36828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8877" y="2121877"/>
                        <a:ext cx="990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956AFD13-1DED-46EF-9261-2D62F60AE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36068"/>
              </p:ext>
            </p:extLst>
          </p:nvPr>
        </p:nvGraphicFramePr>
        <p:xfrm>
          <a:off x="2514600" y="1676400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28600" progId="Equation.DSMT4">
                  <p:embed/>
                </p:oleObj>
              </mc:Choice>
              <mc:Fallback>
                <p:oleObj name="Equation" r:id="rId11" imgW="914400" imgH="22860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4600" y="1676400"/>
                        <a:ext cx="914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8615096-9CDA-4EEB-BA25-79C7EAABD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340037"/>
              </p:ext>
            </p:extLst>
          </p:nvPr>
        </p:nvGraphicFramePr>
        <p:xfrm>
          <a:off x="2514600" y="2133600"/>
          <a:ext cx="990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90360" imgH="368280" progId="Equation.DSMT4">
                  <p:embed/>
                </p:oleObj>
              </mc:Choice>
              <mc:Fallback>
                <p:oleObj name="Equation" r:id="rId13" imgW="990360" imgH="36828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14600" y="2133600"/>
                        <a:ext cx="990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0F626CE9-72D0-4044-8A97-5845C9C79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230525"/>
              </p:ext>
            </p:extLst>
          </p:nvPr>
        </p:nvGraphicFramePr>
        <p:xfrm>
          <a:off x="1600200" y="838200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" imgH="228600" progId="Equation.DSMT4">
                  <p:embed/>
                </p:oleObj>
              </mc:Choice>
              <mc:Fallback>
                <p:oleObj name="Equation" r:id="rId15" imgW="914400" imgH="22860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00200" y="838200"/>
                        <a:ext cx="914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B26604BA-8D6D-4258-9567-D2F7DF6988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307354"/>
              </p:ext>
            </p:extLst>
          </p:nvPr>
        </p:nvGraphicFramePr>
        <p:xfrm>
          <a:off x="6781800" y="457200"/>
          <a:ext cx="355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5320" imgH="228600" progId="Equation.DSMT4">
                  <p:embed/>
                </p:oleObj>
              </mc:Choice>
              <mc:Fallback>
                <p:oleObj name="Equation" r:id="rId17" imgW="355320" imgH="22860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81800" y="457200"/>
                        <a:ext cx="355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91146046-036F-42F6-B722-8186F3526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291836"/>
              </p:ext>
            </p:extLst>
          </p:nvPr>
        </p:nvGraphicFramePr>
        <p:xfrm>
          <a:off x="6729046" y="638908"/>
          <a:ext cx="457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" imgH="228600" progId="Equation.DSMT4">
                  <p:embed/>
                </p:oleObj>
              </mc:Choice>
              <mc:Fallback>
                <p:oleObj name="Equation" r:id="rId19" imgW="457200" imgH="2286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29046" y="638908"/>
                        <a:ext cx="457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897C4EF7-396E-4F9C-AA77-D1ACBA7CB7CE}"/>
              </a:ext>
            </a:extLst>
          </p:cNvPr>
          <p:cNvSpPr/>
          <p:nvPr/>
        </p:nvSpPr>
        <p:spPr>
          <a:xfrm>
            <a:off x="369277" y="2778369"/>
            <a:ext cx="44310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60.  Given                       , which graphs represents            ? </a:t>
            </a:r>
            <a:endParaRPr lang="en-US" dirty="0"/>
          </a:p>
        </p:txBody>
      </p:sp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82ED385E-740C-4E41-BEF7-A6AED11DE2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716105"/>
              </p:ext>
            </p:extLst>
          </p:nvPr>
        </p:nvGraphicFramePr>
        <p:xfrm>
          <a:off x="1207477" y="2778369"/>
          <a:ext cx="914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14400" imgH="241200" progId="Equation.DSMT4">
                  <p:embed/>
                </p:oleObj>
              </mc:Choice>
              <mc:Fallback>
                <p:oleObj name="Equation" r:id="rId21" imgW="914400" imgH="2412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07477" y="2778369"/>
                        <a:ext cx="914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FC7FCFA5-F32C-4B7E-AC1E-9686C4F3D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860053"/>
              </p:ext>
            </p:extLst>
          </p:nvPr>
        </p:nvGraphicFramePr>
        <p:xfrm>
          <a:off x="3938954" y="2801815"/>
          <a:ext cx="482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82400" imgH="228600" progId="Equation.DSMT4">
                  <p:embed/>
                </p:oleObj>
              </mc:Choice>
              <mc:Fallback>
                <p:oleObj name="Equation" r:id="rId23" imgW="482400" imgH="2286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938954" y="2801815"/>
                        <a:ext cx="482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D0ECE5FE-A0D5-4EEB-B268-328EA6941445}"/>
              </a:ext>
            </a:extLst>
          </p:cNvPr>
          <p:cNvSpPr/>
          <p:nvPr/>
        </p:nvSpPr>
        <p:spPr>
          <a:xfrm>
            <a:off x="381000" y="3276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A.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B679E9-91B5-4194-AD2E-B7269BA5B70D}"/>
              </a:ext>
            </a:extLst>
          </p:cNvPr>
          <p:cNvSpPr/>
          <p:nvPr/>
        </p:nvSpPr>
        <p:spPr>
          <a:xfrm>
            <a:off x="2057400" y="3276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C205008-9E5C-4E47-9BEF-7346FC36BDCE}"/>
              </a:ext>
            </a:extLst>
          </p:cNvPr>
          <p:cNvSpPr/>
          <p:nvPr/>
        </p:nvSpPr>
        <p:spPr>
          <a:xfrm>
            <a:off x="3810000" y="3276600"/>
            <a:ext cx="3658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 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3BF34E2-E4E8-4334-917E-A771AA09AB34}"/>
              </a:ext>
            </a:extLst>
          </p:cNvPr>
          <p:cNvSpPr/>
          <p:nvPr/>
        </p:nvSpPr>
        <p:spPr>
          <a:xfrm>
            <a:off x="5486400" y="32766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</TotalTime>
  <Words>2125</Words>
  <Application>Microsoft Office PowerPoint</Application>
  <PresentationFormat>Custom</PresentationFormat>
  <Paragraphs>136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Tahoma</vt:lpstr>
      <vt:lpstr>Times New Roman</vt:lpstr>
      <vt:lpstr>Wingdings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Algebra 2 Mid-Year Test</dc:title>
  <dc:creator>Gina</dc:creator>
  <cp:lastModifiedBy>Gina Wilson</cp:lastModifiedBy>
  <cp:revision>130</cp:revision>
  <dcterms:created xsi:type="dcterms:W3CDTF">2017-11-01T08:21:45Z</dcterms:created>
  <dcterms:modified xsi:type="dcterms:W3CDTF">2025-01-03T13:29:03Z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2015-09-11T00:00:00Z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2017-11-01T00:00:00Z</vt:filetime>
  </property>
</Properties>
</file>