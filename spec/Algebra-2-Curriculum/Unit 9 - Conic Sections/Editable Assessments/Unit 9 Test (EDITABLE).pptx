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6" r:id="rId3"/>
    <p:sldId id="267" r:id="rId4"/>
    <p:sldId id="268" r:id="rId5"/>
    <p:sldId id="269" r:id="rId6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3A53A-1550-4C57-8569-2F7B33717655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81527-3C4A-4D02-A3BE-8D7020728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0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81527-3C4A-4D02-A3BE-8D7020728C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19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B754-CF2D-8981-9999-D4EF5813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8FC3F-9AA7-3350-1858-586942A73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0E1FF-9B09-35F9-1161-E8F66D57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C95FB-1204-AAEA-CD65-0982E0F2F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81527-3C4A-4D02-A3BE-8D7020728C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91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82CB-893A-5C40-282C-3B97D355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EE840-07EC-FED9-62B9-000A67854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4903A-97ED-B4B2-05F6-39C853D73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15A73-7B0E-2956-5E79-E85869B43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81527-3C4A-4D02-A3BE-8D7020728C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4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FA43-4742-19D2-6032-3F961DD6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AC09F-A93B-404C-2606-9E78F86BF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635FD-2C42-B83E-2F91-5AF7251B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86DE8-684C-1CB1-3D95-7056FC7E6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81527-3C4A-4D02-A3BE-8D7020728C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97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61A4-837C-8C5A-08F0-AE7AAF0D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1A6BD-4A16-9C3A-B8D0-7F441030C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F3449-BBE2-1120-A1E6-81E8D8C2D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C9A0E-D03E-A4F9-E2CD-00ACC2338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81527-3C4A-4D02-A3BE-8D7020728C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0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4674" y="9764443"/>
            <a:ext cx="151130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 </a:t>
            </a:r>
            <a:r>
              <a:rPr spc="-5" dirty="0"/>
              <a:t>Gina </a:t>
            </a:r>
            <a:r>
              <a:rPr dirty="0"/>
              <a:t>Wilson (All Things Algebra),</a:t>
            </a:r>
            <a:r>
              <a:rPr spc="-4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1.JP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png"/><Relationship Id="rId3" Type="http://schemas.openxmlformats.org/officeDocument/2006/relationships/image" Target="../media/image7.JPG"/><Relationship Id="rId7" Type="http://schemas.openxmlformats.org/officeDocument/2006/relationships/image" Target="../media/image9.wmf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png"/><Relationship Id="rId5" Type="http://schemas.openxmlformats.org/officeDocument/2006/relationships/image" Target="../media/image8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1.wmf"/><Relationship Id="rId3" Type="http://schemas.openxmlformats.org/officeDocument/2006/relationships/image" Target="../media/image16.JPG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7.wmf"/><Relationship Id="rId3" Type="http://schemas.openxmlformats.org/officeDocument/2006/relationships/image" Target="../media/image22.JP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Rectangle 3083">
            <a:extLst>
              <a:ext uri="{FF2B5EF4-FFF2-40B4-BE49-F238E27FC236}">
                <a16:creationId xmlns:a16="http://schemas.microsoft.com/office/drawing/2014/main" id="{15FBEB78-04D3-5F2D-78AC-BA4E1D6767E6}"/>
              </a:ext>
            </a:extLst>
          </p:cNvPr>
          <p:cNvSpPr/>
          <p:nvPr/>
        </p:nvSpPr>
        <p:spPr>
          <a:xfrm>
            <a:off x="398585" y="1066800"/>
            <a:ext cx="50292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equation and identify its key characteristics.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085" name="Object 3084">
            <a:extLst>
              <a:ext uri="{FF2B5EF4-FFF2-40B4-BE49-F238E27FC236}">
                <a16:creationId xmlns:a16="http://schemas.microsoft.com/office/drawing/2014/main" id="{C887136C-12C1-9E5B-5E80-E25969EC9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716" y="1316715"/>
          <a:ext cx="927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228600" progId="Equation.DSMT4">
                  <p:embed/>
                </p:oleObj>
              </mc:Choice>
              <mc:Fallback>
                <p:oleObj name="Equation" r:id="rId4" imgW="927000" imgH="228600" progId="Equation.DSMT4">
                  <p:embed/>
                  <p:pic>
                    <p:nvPicPr>
                      <p:cNvPr id="3085" name="Object 3084">
                        <a:extLst>
                          <a:ext uri="{FF2B5EF4-FFF2-40B4-BE49-F238E27FC236}">
                            <a16:creationId xmlns:a16="http://schemas.microsoft.com/office/drawing/2014/main" id="{C887136C-12C1-9E5B-5E80-E25969EC9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3716" y="1316715"/>
                        <a:ext cx="927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Rectangle 3085">
            <a:extLst>
              <a:ext uri="{FF2B5EF4-FFF2-40B4-BE49-F238E27FC236}">
                <a16:creationId xmlns:a16="http://schemas.microsoft.com/office/drawing/2014/main" id="{68E8D34B-BEB5-0AEA-CAEF-53DF977759CC}"/>
              </a:ext>
            </a:extLst>
          </p:cNvPr>
          <p:cNvSpPr/>
          <p:nvPr/>
        </p:nvSpPr>
        <p:spPr>
          <a:xfrm>
            <a:off x="419325" y="130076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CA98BF8A-FB06-1BA1-BBDE-6025A3D24D64}"/>
              </a:ext>
            </a:extLst>
          </p:cNvPr>
          <p:cNvSpPr/>
          <p:nvPr/>
        </p:nvSpPr>
        <p:spPr>
          <a:xfrm>
            <a:off x="404946" y="3242702"/>
            <a:ext cx="1338828" cy="6592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</a:t>
            </a:r>
            <a:b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Radius: 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093" name="Object 3092">
            <a:extLst>
              <a:ext uri="{FF2B5EF4-FFF2-40B4-BE49-F238E27FC236}">
                <a16:creationId xmlns:a16="http://schemas.microsoft.com/office/drawing/2014/main" id="{CFEFF2AD-E745-EE75-CC03-C94828EEA3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9088" y="1319213"/>
          <a:ext cx="1371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228600" progId="Equation.DSMT4">
                  <p:embed/>
                </p:oleObj>
              </mc:Choice>
              <mc:Fallback>
                <p:oleObj name="Equation" r:id="rId6" imgW="1371600" imgH="228600" progId="Equation.DSMT4">
                  <p:embed/>
                  <p:pic>
                    <p:nvPicPr>
                      <p:cNvPr id="3093" name="Object 3092">
                        <a:extLst>
                          <a:ext uri="{FF2B5EF4-FFF2-40B4-BE49-F238E27FC236}">
                            <a16:creationId xmlns:a16="http://schemas.microsoft.com/office/drawing/2014/main" id="{CFEFF2AD-E745-EE75-CC03-C94828EEA3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29088" y="1319213"/>
                        <a:ext cx="1371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4" name="Rectangle 3093">
            <a:extLst>
              <a:ext uri="{FF2B5EF4-FFF2-40B4-BE49-F238E27FC236}">
                <a16:creationId xmlns:a16="http://schemas.microsoft.com/office/drawing/2014/main" id="{BE4242F4-8234-585A-CDC1-ED8E3B66531D}"/>
              </a:ext>
            </a:extLst>
          </p:cNvPr>
          <p:cNvSpPr/>
          <p:nvPr/>
        </p:nvSpPr>
        <p:spPr>
          <a:xfrm>
            <a:off x="3860073" y="130729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096" name="Object 3095">
            <a:extLst>
              <a:ext uri="{FF2B5EF4-FFF2-40B4-BE49-F238E27FC236}">
                <a16:creationId xmlns:a16="http://schemas.microsoft.com/office/drawing/2014/main" id="{5E73F9A0-DA12-53DA-849C-902BAF455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901" y="3986279"/>
          <a:ext cx="1130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228600" progId="Equation.DSMT4">
                  <p:embed/>
                </p:oleObj>
              </mc:Choice>
              <mc:Fallback>
                <p:oleObj name="Equation" r:id="rId8" imgW="1130040" imgH="228600" progId="Equation.DSMT4">
                  <p:embed/>
                  <p:pic>
                    <p:nvPicPr>
                      <p:cNvPr id="3096" name="Object 3095">
                        <a:extLst>
                          <a:ext uri="{FF2B5EF4-FFF2-40B4-BE49-F238E27FC236}">
                            <a16:creationId xmlns:a16="http://schemas.microsoft.com/office/drawing/2014/main" id="{5E73F9A0-DA12-53DA-849C-902BAF4558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7901" y="3986279"/>
                        <a:ext cx="1130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7" name="Rectangle 3096">
            <a:extLst>
              <a:ext uri="{FF2B5EF4-FFF2-40B4-BE49-F238E27FC236}">
                <a16:creationId xmlns:a16="http://schemas.microsoft.com/office/drawing/2014/main" id="{F3E9B6DF-F4EA-D454-22FA-410ED1C6DEBC}"/>
              </a:ext>
            </a:extLst>
          </p:cNvPr>
          <p:cNvSpPr/>
          <p:nvPr/>
        </p:nvSpPr>
        <p:spPr>
          <a:xfrm>
            <a:off x="438264" y="3974981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108" name="Object 3107">
            <a:extLst>
              <a:ext uri="{FF2B5EF4-FFF2-40B4-BE49-F238E27FC236}">
                <a16:creationId xmlns:a16="http://schemas.microsoft.com/office/drawing/2014/main" id="{2A1AA563-1DE2-45B7-2215-54BAFF2AF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3596" y="4002088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380880" progId="Equation.DSMT4">
                  <p:embed/>
                </p:oleObj>
              </mc:Choice>
              <mc:Fallback>
                <p:oleObj name="Equation" r:id="rId10" imgW="1295280" imgH="380880" progId="Equation.DSMT4">
                  <p:embed/>
                  <p:pic>
                    <p:nvPicPr>
                      <p:cNvPr id="3108" name="Object 3107">
                        <a:extLst>
                          <a:ext uri="{FF2B5EF4-FFF2-40B4-BE49-F238E27FC236}">
                            <a16:creationId xmlns:a16="http://schemas.microsoft.com/office/drawing/2014/main" id="{2A1AA563-1DE2-45B7-2215-54BAFF2AFD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53596" y="4002088"/>
                        <a:ext cx="129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Rectangle 3108">
            <a:extLst>
              <a:ext uri="{FF2B5EF4-FFF2-40B4-BE49-F238E27FC236}">
                <a16:creationId xmlns:a16="http://schemas.microsoft.com/office/drawing/2014/main" id="{F64D057C-F10E-0CEF-784A-A397B5A1C506}"/>
              </a:ext>
            </a:extLst>
          </p:cNvPr>
          <p:cNvSpPr/>
          <p:nvPr/>
        </p:nvSpPr>
        <p:spPr>
          <a:xfrm>
            <a:off x="3886200" y="405989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1F28B66E-3633-AE88-158E-5DC2CFF64399}"/>
              </a:ext>
            </a:extLst>
          </p:cNvPr>
          <p:cNvSpPr/>
          <p:nvPr/>
        </p:nvSpPr>
        <p:spPr>
          <a:xfrm>
            <a:off x="404946" y="739893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111" name="Object 3110">
            <a:extLst>
              <a:ext uri="{FF2B5EF4-FFF2-40B4-BE49-F238E27FC236}">
                <a16:creationId xmlns:a16="http://schemas.microsoft.com/office/drawing/2014/main" id="{D3D31147-6384-61DD-4F31-6B85B4BC8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7418388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228600" progId="Equation.DSMT4">
                  <p:embed/>
                </p:oleObj>
              </mc:Choice>
              <mc:Fallback>
                <p:oleObj name="Equation" r:id="rId12" imgW="774360" imgH="228600" progId="Equation.DSMT4">
                  <p:embed/>
                  <p:pic>
                    <p:nvPicPr>
                      <p:cNvPr id="3111" name="Object 3110">
                        <a:extLst>
                          <a:ext uri="{FF2B5EF4-FFF2-40B4-BE49-F238E27FC236}">
                            <a16:creationId xmlns:a16="http://schemas.microsoft.com/office/drawing/2014/main" id="{D3D31147-6384-61DD-4F31-6B85B4BC8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163" y="7418388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2" name="Table 3111">
            <a:extLst>
              <a:ext uri="{FF2B5EF4-FFF2-40B4-BE49-F238E27FC236}">
                <a16:creationId xmlns:a16="http://schemas.microsoft.com/office/drawing/2014/main" id="{1042B79B-4F87-68AD-7B0A-4E9311032772}"/>
              </a:ext>
            </a:extLst>
          </p:cNvPr>
          <p:cNvGraphicFramePr>
            <a:graphicFrameLocks noGrp="1"/>
          </p:cNvGraphicFramePr>
          <p:nvPr/>
        </p:nvGraphicFramePr>
        <p:xfrm>
          <a:off x="4544220" y="7568899"/>
          <a:ext cx="1905000" cy="268097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Center:</a:t>
                      </a: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13" name="Table 3112">
            <a:extLst>
              <a:ext uri="{FF2B5EF4-FFF2-40B4-BE49-F238E27FC236}">
                <a16:creationId xmlns:a16="http://schemas.microsoft.com/office/drawing/2014/main" id="{CA0B2B08-CB5C-DE55-4698-8974C1CDF66C}"/>
              </a:ext>
            </a:extLst>
          </p:cNvPr>
          <p:cNvGraphicFramePr>
            <a:graphicFrameLocks noGrp="1"/>
          </p:cNvGraphicFramePr>
          <p:nvPr/>
        </p:nvGraphicFramePr>
        <p:xfrm>
          <a:off x="4554418" y="7867018"/>
          <a:ext cx="2822174" cy="908177"/>
        </p:xfrm>
        <a:graphic>
          <a:graphicData uri="http://schemas.openxmlformats.org/drawingml/2006/table">
            <a:tbl>
              <a:tblPr/>
              <a:tblGrid>
                <a:gridCol w="2822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Vertices:</a:t>
                      </a: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______________________________</a:t>
                      </a:r>
                      <a:b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Co-Vertices:</a:t>
                      </a: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</a:t>
                      </a:r>
                      <a:b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Foci:</a:t>
                      </a:r>
                      <a:r>
                        <a:rPr lang="en-US" sz="10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___________________________________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14" name="Rectangle 3113">
            <a:extLst>
              <a:ext uri="{FF2B5EF4-FFF2-40B4-BE49-F238E27FC236}">
                <a16:creationId xmlns:a16="http://schemas.microsoft.com/office/drawing/2014/main" id="{327B608C-70FF-AA02-3AF3-C11775B678CC}"/>
              </a:ext>
            </a:extLst>
          </p:cNvPr>
          <p:cNvSpPr/>
          <p:nvPr/>
        </p:nvSpPr>
        <p:spPr>
          <a:xfrm>
            <a:off x="4554418" y="8922928"/>
            <a:ext cx="28069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Asymptotes: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___________________________</a:t>
            </a:r>
            <a:b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b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pSp>
        <p:nvGrpSpPr>
          <p:cNvPr id="1473" name="Group 1472">
            <a:extLst>
              <a:ext uri="{FF2B5EF4-FFF2-40B4-BE49-F238E27FC236}">
                <a16:creationId xmlns:a16="http://schemas.microsoft.com/office/drawing/2014/main" id="{4D28DF5B-CD8A-F591-BBA7-93DB585F899C}"/>
              </a:ext>
            </a:extLst>
          </p:cNvPr>
          <p:cNvGrpSpPr/>
          <p:nvPr/>
        </p:nvGrpSpPr>
        <p:grpSpPr>
          <a:xfrm>
            <a:off x="1688373" y="1732055"/>
            <a:ext cx="2148840" cy="2148840"/>
            <a:chOff x="-90015" y="-91862"/>
            <a:chExt cx="5035371" cy="5034206"/>
          </a:xfrm>
        </p:grpSpPr>
        <p:sp>
          <p:nvSpPr>
            <p:cNvPr id="1474" name="Rectangle 1473">
              <a:extLst>
                <a:ext uri="{FF2B5EF4-FFF2-40B4-BE49-F238E27FC236}">
                  <a16:creationId xmlns:a16="http://schemas.microsoft.com/office/drawing/2014/main" id="{D5B9172E-4F62-1D7D-F06E-AEA83D22B203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475" name="Straight Connector 1474">
              <a:extLst>
                <a:ext uri="{FF2B5EF4-FFF2-40B4-BE49-F238E27FC236}">
                  <a16:creationId xmlns:a16="http://schemas.microsoft.com/office/drawing/2014/main" id="{6CB7233E-64B6-9ACD-1421-E42F64CA39BF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476" name="Straight Connector 1475">
              <a:extLst>
                <a:ext uri="{FF2B5EF4-FFF2-40B4-BE49-F238E27FC236}">
                  <a16:creationId xmlns:a16="http://schemas.microsoft.com/office/drawing/2014/main" id="{8E7B2C62-B253-CA3F-2526-52E08188A6FF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77" name="Straight Connector 1476">
              <a:extLst>
                <a:ext uri="{FF2B5EF4-FFF2-40B4-BE49-F238E27FC236}">
                  <a16:creationId xmlns:a16="http://schemas.microsoft.com/office/drawing/2014/main" id="{9EB6021E-E30E-6C7B-8A4C-4FA8C5549AD6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78" name="Straight Connector 1477">
              <a:extLst>
                <a:ext uri="{FF2B5EF4-FFF2-40B4-BE49-F238E27FC236}">
                  <a16:creationId xmlns:a16="http://schemas.microsoft.com/office/drawing/2014/main" id="{18D2F368-469A-F61E-DF2B-E7BBA0B8C76A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79" name="Straight Connector 1478">
              <a:extLst>
                <a:ext uri="{FF2B5EF4-FFF2-40B4-BE49-F238E27FC236}">
                  <a16:creationId xmlns:a16="http://schemas.microsoft.com/office/drawing/2014/main" id="{E044DEE3-3323-FF88-3B9A-EDD262EC2295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80" name="Straight Connector 1479">
              <a:extLst>
                <a:ext uri="{FF2B5EF4-FFF2-40B4-BE49-F238E27FC236}">
                  <a16:creationId xmlns:a16="http://schemas.microsoft.com/office/drawing/2014/main" id="{8D17322C-90A5-F033-6E38-944774169A97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81" name="Straight Connector 1480">
              <a:extLst>
                <a:ext uri="{FF2B5EF4-FFF2-40B4-BE49-F238E27FC236}">
                  <a16:creationId xmlns:a16="http://schemas.microsoft.com/office/drawing/2014/main" id="{437C81A7-C0C9-D85E-9117-117097E8AC02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82" name="Straight Connector 1481">
              <a:extLst>
                <a:ext uri="{FF2B5EF4-FFF2-40B4-BE49-F238E27FC236}">
                  <a16:creationId xmlns:a16="http://schemas.microsoft.com/office/drawing/2014/main" id="{C435CDB2-3F6E-0E3D-025A-2D9A1037F454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88" name="Straight Connector 1487">
              <a:extLst>
                <a:ext uri="{FF2B5EF4-FFF2-40B4-BE49-F238E27FC236}">
                  <a16:creationId xmlns:a16="http://schemas.microsoft.com/office/drawing/2014/main" id="{09A1816E-0A88-3C46-6060-5892B5BA9972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89" name="Straight Connector 1488">
              <a:extLst>
                <a:ext uri="{FF2B5EF4-FFF2-40B4-BE49-F238E27FC236}">
                  <a16:creationId xmlns:a16="http://schemas.microsoft.com/office/drawing/2014/main" id="{10AA7FCF-D351-3D4F-86F9-6067C0D80182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90" name="Straight Connector 1489">
              <a:extLst>
                <a:ext uri="{FF2B5EF4-FFF2-40B4-BE49-F238E27FC236}">
                  <a16:creationId xmlns:a16="http://schemas.microsoft.com/office/drawing/2014/main" id="{3E8470CE-39CB-CBB8-1680-7B33D2AC37BB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91" name="Straight Connector 1490">
              <a:extLst>
                <a:ext uri="{FF2B5EF4-FFF2-40B4-BE49-F238E27FC236}">
                  <a16:creationId xmlns:a16="http://schemas.microsoft.com/office/drawing/2014/main" id="{E6C24B64-9EC5-B700-A58A-DCE49F9755BD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93" name="Straight Connector 1492">
              <a:extLst>
                <a:ext uri="{FF2B5EF4-FFF2-40B4-BE49-F238E27FC236}">
                  <a16:creationId xmlns:a16="http://schemas.microsoft.com/office/drawing/2014/main" id="{F013D18B-E804-3D2C-512E-E31DF1B52765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99" name="Straight Connector 1498">
              <a:extLst>
                <a:ext uri="{FF2B5EF4-FFF2-40B4-BE49-F238E27FC236}">
                  <a16:creationId xmlns:a16="http://schemas.microsoft.com/office/drawing/2014/main" id="{050C1020-1E4B-3BB2-588D-C572560A4D23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00" name="Straight Connector 1499">
              <a:extLst>
                <a:ext uri="{FF2B5EF4-FFF2-40B4-BE49-F238E27FC236}">
                  <a16:creationId xmlns:a16="http://schemas.microsoft.com/office/drawing/2014/main" id="{236C5F15-56E9-3E06-ABE7-51EB719CF40E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01" name="Straight Connector 1500">
              <a:extLst>
                <a:ext uri="{FF2B5EF4-FFF2-40B4-BE49-F238E27FC236}">
                  <a16:creationId xmlns:a16="http://schemas.microsoft.com/office/drawing/2014/main" id="{3BA86A36-69C0-CE64-9A6E-CC172C28070D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06" name="Straight Connector 1505">
              <a:extLst>
                <a:ext uri="{FF2B5EF4-FFF2-40B4-BE49-F238E27FC236}">
                  <a16:creationId xmlns:a16="http://schemas.microsoft.com/office/drawing/2014/main" id="{A1BA562F-3B73-8B88-ED24-C907A916A30B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10" name="Straight Connector 1509">
              <a:extLst>
                <a:ext uri="{FF2B5EF4-FFF2-40B4-BE49-F238E27FC236}">
                  <a16:creationId xmlns:a16="http://schemas.microsoft.com/office/drawing/2014/main" id="{B302B614-EAED-953C-C635-8F88F5A08270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2" name="Straight Connector 1521">
              <a:extLst>
                <a:ext uri="{FF2B5EF4-FFF2-40B4-BE49-F238E27FC236}">
                  <a16:creationId xmlns:a16="http://schemas.microsoft.com/office/drawing/2014/main" id="{8999370E-885C-98E5-DA30-2450CB0CA4D3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3" name="Straight Connector 1522">
              <a:extLst>
                <a:ext uri="{FF2B5EF4-FFF2-40B4-BE49-F238E27FC236}">
                  <a16:creationId xmlns:a16="http://schemas.microsoft.com/office/drawing/2014/main" id="{E67409F4-1B8B-1D02-FF23-A0326D47269F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524" name="Straight Connector 1523">
              <a:extLst>
                <a:ext uri="{FF2B5EF4-FFF2-40B4-BE49-F238E27FC236}">
                  <a16:creationId xmlns:a16="http://schemas.microsoft.com/office/drawing/2014/main" id="{AB52BD71-9A48-0DBA-7FBE-9D085EB8E2A2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5" name="Straight Connector 1524">
              <a:extLst>
                <a:ext uri="{FF2B5EF4-FFF2-40B4-BE49-F238E27FC236}">
                  <a16:creationId xmlns:a16="http://schemas.microsoft.com/office/drawing/2014/main" id="{09F71E37-B01F-A253-0DA1-19248A8EEDF8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6" name="Straight Connector 1525">
              <a:extLst>
                <a:ext uri="{FF2B5EF4-FFF2-40B4-BE49-F238E27FC236}">
                  <a16:creationId xmlns:a16="http://schemas.microsoft.com/office/drawing/2014/main" id="{0D28BC30-A3A0-096F-D615-0CB127FC3437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7" name="Straight Connector 1526">
              <a:extLst>
                <a:ext uri="{FF2B5EF4-FFF2-40B4-BE49-F238E27FC236}">
                  <a16:creationId xmlns:a16="http://schemas.microsoft.com/office/drawing/2014/main" id="{3F1B04F6-0711-4272-8C06-8B89E0705C13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8" name="Straight Connector 1527">
              <a:extLst>
                <a:ext uri="{FF2B5EF4-FFF2-40B4-BE49-F238E27FC236}">
                  <a16:creationId xmlns:a16="http://schemas.microsoft.com/office/drawing/2014/main" id="{B07E205C-4887-0C98-506D-A06292FA7333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29" name="Straight Connector 1528">
              <a:extLst>
                <a:ext uri="{FF2B5EF4-FFF2-40B4-BE49-F238E27FC236}">
                  <a16:creationId xmlns:a16="http://schemas.microsoft.com/office/drawing/2014/main" id="{BDABB0C6-5F1F-03C6-5B2D-8E6FA979B259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0" name="Straight Connector 1529">
              <a:extLst>
                <a:ext uri="{FF2B5EF4-FFF2-40B4-BE49-F238E27FC236}">
                  <a16:creationId xmlns:a16="http://schemas.microsoft.com/office/drawing/2014/main" id="{BAE6B53B-E7C4-2E1A-E94D-7557627F2194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1" name="Straight Connector 1530">
              <a:extLst>
                <a:ext uri="{FF2B5EF4-FFF2-40B4-BE49-F238E27FC236}">
                  <a16:creationId xmlns:a16="http://schemas.microsoft.com/office/drawing/2014/main" id="{03CF5734-7DB4-3F9D-EDD0-2B8765487FD2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2" name="Straight Connector 1531">
              <a:extLst>
                <a:ext uri="{FF2B5EF4-FFF2-40B4-BE49-F238E27FC236}">
                  <a16:creationId xmlns:a16="http://schemas.microsoft.com/office/drawing/2014/main" id="{80930F68-D662-56E8-A580-11F16DC05797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3" name="Straight Connector 1532">
              <a:extLst>
                <a:ext uri="{FF2B5EF4-FFF2-40B4-BE49-F238E27FC236}">
                  <a16:creationId xmlns:a16="http://schemas.microsoft.com/office/drawing/2014/main" id="{6D631BE9-9D61-0F38-2F3E-6346DC4A2A42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4" name="Straight Connector 1533">
              <a:extLst>
                <a:ext uri="{FF2B5EF4-FFF2-40B4-BE49-F238E27FC236}">
                  <a16:creationId xmlns:a16="http://schemas.microsoft.com/office/drawing/2014/main" id="{0D5CDEAF-2FB4-08C4-8932-2AB20942BC65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35" name="Straight Connector 1534">
              <a:extLst>
                <a:ext uri="{FF2B5EF4-FFF2-40B4-BE49-F238E27FC236}">
                  <a16:creationId xmlns:a16="http://schemas.microsoft.com/office/drawing/2014/main" id="{8C649338-22A6-2658-3AFC-78950A3DD541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2" name="Straight Connector 3071">
              <a:extLst>
                <a:ext uri="{FF2B5EF4-FFF2-40B4-BE49-F238E27FC236}">
                  <a16:creationId xmlns:a16="http://schemas.microsoft.com/office/drawing/2014/main" id="{71EDA865-E0D8-0D5E-4846-5E3F1E7B8418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3" name="Straight Connector 3072">
              <a:extLst>
                <a:ext uri="{FF2B5EF4-FFF2-40B4-BE49-F238E27FC236}">
                  <a16:creationId xmlns:a16="http://schemas.microsoft.com/office/drawing/2014/main" id="{E5404FA0-3690-53C8-5965-E7041145DE89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4" name="Straight Connector 3073">
              <a:extLst>
                <a:ext uri="{FF2B5EF4-FFF2-40B4-BE49-F238E27FC236}">
                  <a16:creationId xmlns:a16="http://schemas.microsoft.com/office/drawing/2014/main" id="{24FC713F-B75E-213E-6B68-3A696139CD72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5" name="Straight Connector 3074">
              <a:extLst>
                <a:ext uri="{FF2B5EF4-FFF2-40B4-BE49-F238E27FC236}">
                  <a16:creationId xmlns:a16="http://schemas.microsoft.com/office/drawing/2014/main" id="{E0896BC3-4E3F-9FB8-715E-D775E0E241AC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6" name="Straight Connector 3075">
              <a:extLst>
                <a:ext uri="{FF2B5EF4-FFF2-40B4-BE49-F238E27FC236}">
                  <a16:creationId xmlns:a16="http://schemas.microsoft.com/office/drawing/2014/main" id="{4730F6DC-ED7D-FFB7-32CF-E4B7915624EF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77" name="Straight Connector 3076">
              <a:extLst>
                <a:ext uri="{FF2B5EF4-FFF2-40B4-BE49-F238E27FC236}">
                  <a16:creationId xmlns:a16="http://schemas.microsoft.com/office/drawing/2014/main" id="{D6E93A8B-2945-6BB5-8341-03E9FC64D61C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3078" name="Group 3077">
            <a:extLst>
              <a:ext uri="{FF2B5EF4-FFF2-40B4-BE49-F238E27FC236}">
                <a16:creationId xmlns:a16="http://schemas.microsoft.com/office/drawing/2014/main" id="{1D2C11BA-8AB4-977F-E76C-228B1EB28A93}"/>
              </a:ext>
            </a:extLst>
          </p:cNvPr>
          <p:cNvGrpSpPr/>
          <p:nvPr/>
        </p:nvGrpSpPr>
        <p:grpSpPr>
          <a:xfrm>
            <a:off x="5108250" y="1732055"/>
            <a:ext cx="2148840" cy="2148840"/>
            <a:chOff x="-90015" y="-91862"/>
            <a:chExt cx="5035371" cy="5034206"/>
          </a:xfrm>
        </p:grpSpPr>
        <p:sp>
          <p:nvSpPr>
            <p:cNvPr id="3079" name="Rectangle 3078">
              <a:extLst>
                <a:ext uri="{FF2B5EF4-FFF2-40B4-BE49-F238E27FC236}">
                  <a16:creationId xmlns:a16="http://schemas.microsoft.com/office/drawing/2014/main" id="{28FCEE74-2A20-95B6-7880-F9E44E9F0D12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080" name="Straight Connector 3079">
              <a:extLst>
                <a:ext uri="{FF2B5EF4-FFF2-40B4-BE49-F238E27FC236}">
                  <a16:creationId xmlns:a16="http://schemas.microsoft.com/office/drawing/2014/main" id="{DD3673B8-A993-19F5-77F6-5F2B8B249D4C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3081" name="Straight Connector 3080">
              <a:extLst>
                <a:ext uri="{FF2B5EF4-FFF2-40B4-BE49-F238E27FC236}">
                  <a16:creationId xmlns:a16="http://schemas.microsoft.com/office/drawing/2014/main" id="{57DB51FA-EBB8-ED26-2EF7-2D61E92BF889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82" name="Straight Connector 3081">
              <a:extLst>
                <a:ext uri="{FF2B5EF4-FFF2-40B4-BE49-F238E27FC236}">
                  <a16:creationId xmlns:a16="http://schemas.microsoft.com/office/drawing/2014/main" id="{3D38B5C0-EE74-2161-9D1A-39B17DE872B0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83" name="Straight Connector 3082">
              <a:extLst>
                <a:ext uri="{FF2B5EF4-FFF2-40B4-BE49-F238E27FC236}">
                  <a16:creationId xmlns:a16="http://schemas.microsoft.com/office/drawing/2014/main" id="{96179F8B-7570-7826-F2A5-A8C9E162D3B2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88" name="Straight Connector 3087">
              <a:extLst>
                <a:ext uri="{FF2B5EF4-FFF2-40B4-BE49-F238E27FC236}">
                  <a16:creationId xmlns:a16="http://schemas.microsoft.com/office/drawing/2014/main" id="{D184B7CB-4D7B-7D06-8EB1-A64370A77A41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89" name="Straight Connector 3088">
              <a:extLst>
                <a:ext uri="{FF2B5EF4-FFF2-40B4-BE49-F238E27FC236}">
                  <a16:creationId xmlns:a16="http://schemas.microsoft.com/office/drawing/2014/main" id="{9F3B15F0-1A73-E26C-C045-B7AE166A161B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0" name="Straight Connector 3089">
              <a:extLst>
                <a:ext uri="{FF2B5EF4-FFF2-40B4-BE49-F238E27FC236}">
                  <a16:creationId xmlns:a16="http://schemas.microsoft.com/office/drawing/2014/main" id="{184093F3-1FD9-0CB9-7332-1B37CEDB6468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1" name="Straight Connector 3090">
              <a:extLst>
                <a:ext uri="{FF2B5EF4-FFF2-40B4-BE49-F238E27FC236}">
                  <a16:creationId xmlns:a16="http://schemas.microsoft.com/office/drawing/2014/main" id="{EB356F92-D4F8-1E14-B848-F883CEB26CDE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2" name="Straight Connector 3091">
              <a:extLst>
                <a:ext uri="{FF2B5EF4-FFF2-40B4-BE49-F238E27FC236}">
                  <a16:creationId xmlns:a16="http://schemas.microsoft.com/office/drawing/2014/main" id="{1975B8E5-917D-2DEA-F900-352A41750A60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5" name="Straight Connector 3094">
              <a:extLst>
                <a:ext uri="{FF2B5EF4-FFF2-40B4-BE49-F238E27FC236}">
                  <a16:creationId xmlns:a16="http://schemas.microsoft.com/office/drawing/2014/main" id="{CDD7206E-C07C-9540-C6EF-89B7121CEABB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8" name="Straight Connector 3097">
              <a:extLst>
                <a:ext uri="{FF2B5EF4-FFF2-40B4-BE49-F238E27FC236}">
                  <a16:creationId xmlns:a16="http://schemas.microsoft.com/office/drawing/2014/main" id="{AF9D7F58-F305-DC1E-9D72-B4BDD8C19526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99" name="Straight Connector 3098">
              <a:extLst>
                <a:ext uri="{FF2B5EF4-FFF2-40B4-BE49-F238E27FC236}">
                  <a16:creationId xmlns:a16="http://schemas.microsoft.com/office/drawing/2014/main" id="{501EBB86-B2C7-BD1F-0F1B-4F70DFDFD594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0" name="Straight Connector 3099">
              <a:extLst>
                <a:ext uri="{FF2B5EF4-FFF2-40B4-BE49-F238E27FC236}">
                  <a16:creationId xmlns:a16="http://schemas.microsoft.com/office/drawing/2014/main" id="{CED54C37-5AC5-3E61-C915-CCB61EF7955B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1" name="Straight Connector 3100">
              <a:extLst>
                <a:ext uri="{FF2B5EF4-FFF2-40B4-BE49-F238E27FC236}">
                  <a16:creationId xmlns:a16="http://schemas.microsoft.com/office/drawing/2014/main" id="{036F5304-2446-4005-4525-A9015BE74EC0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2" name="Straight Connector 3101">
              <a:extLst>
                <a:ext uri="{FF2B5EF4-FFF2-40B4-BE49-F238E27FC236}">
                  <a16:creationId xmlns:a16="http://schemas.microsoft.com/office/drawing/2014/main" id="{12D33805-878D-20E6-C35F-8209A257D264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3" name="Straight Connector 3102">
              <a:extLst>
                <a:ext uri="{FF2B5EF4-FFF2-40B4-BE49-F238E27FC236}">
                  <a16:creationId xmlns:a16="http://schemas.microsoft.com/office/drawing/2014/main" id="{963C009F-70E7-EAA9-B117-DEC5678E8BA3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8F34E595-12C2-5EAA-96CE-08272078AE07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1" name="Straight Connector 2240">
              <a:extLst>
                <a:ext uri="{FF2B5EF4-FFF2-40B4-BE49-F238E27FC236}">
                  <a16:creationId xmlns:a16="http://schemas.microsoft.com/office/drawing/2014/main" id="{1643D279-6062-3DE0-3E56-BE0733EAB1AE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2" name="Straight Connector 2241">
              <a:extLst>
                <a:ext uri="{FF2B5EF4-FFF2-40B4-BE49-F238E27FC236}">
                  <a16:creationId xmlns:a16="http://schemas.microsoft.com/office/drawing/2014/main" id="{D46CEC3E-5844-2C35-27E2-A6E1413DC6F1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4C59CA12-2009-2980-E656-30CDA833DC87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244" name="Straight Connector 2243">
              <a:extLst>
                <a:ext uri="{FF2B5EF4-FFF2-40B4-BE49-F238E27FC236}">
                  <a16:creationId xmlns:a16="http://schemas.microsoft.com/office/drawing/2014/main" id="{16A01048-F994-48A1-775E-B862E72D1665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5" name="Straight Connector 2244">
              <a:extLst>
                <a:ext uri="{FF2B5EF4-FFF2-40B4-BE49-F238E27FC236}">
                  <a16:creationId xmlns:a16="http://schemas.microsoft.com/office/drawing/2014/main" id="{6FCB787F-565B-EBAC-D6C6-2EDFCC77E098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6" name="Straight Connector 2245">
              <a:extLst>
                <a:ext uri="{FF2B5EF4-FFF2-40B4-BE49-F238E27FC236}">
                  <a16:creationId xmlns:a16="http://schemas.microsoft.com/office/drawing/2014/main" id="{E6D9A02D-7557-718F-027D-BEA9ABE2E05F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7" name="Straight Connector 2246">
              <a:extLst>
                <a:ext uri="{FF2B5EF4-FFF2-40B4-BE49-F238E27FC236}">
                  <a16:creationId xmlns:a16="http://schemas.microsoft.com/office/drawing/2014/main" id="{F8C30C9F-CF42-68F3-AE6A-479DBAFB5A28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BE7E5362-D5A3-240B-682E-EF00A4E0A82D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DA1ACE6C-28BD-B530-15CE-7003C7577C62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0" name="Straight Connector 2249">
              <a:extLst>
                <a:ext uri="{FF2B5EF4-FFF2-40B4-BE49-F238E27FC236}">
                  <a16:creationId xmlns:a16="http://schemas.microsoft.com/office/drawing/2014/main" id="{C6C13183-FF15-6E38-C99C-2B7D1F210DFC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1" name="Straight Connector 2250">
              <a:extLst>
                <a:ext uri="{FF2B5EF4-FFF2-40B4-BE49-F238E27FC236}">
                  <a16:creationId xmlns:a16="http://schemas.microsoft.com/office/drawing/2014/main" id="{85F50F0E-6861-5693-3BE8-36E2CC3EEAE4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E4C2BD8C-57CB-2A6D-8122-71DFBFC4C6B3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3" name="Straight Connector 2252">
              <a:extLst>
                <a:ext uri="{FF2B5EF4-FFF2-40B4-BE49-F238E27FC236}">
                  <a16:creationId xmlns:a16="http://schemas.microsoft.com/office/drawing/2014/main" id="{D8B7762A-91BD-D637-EB44-A6D8D864E155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4" name="Straight Connector 2253">
              <a:extLst>
                <a:ext uri="{FF2B5EF4-FFF2-40B4-BE49-F238E27FC236}">
                  <a16:creationId xmlns:a16="http://schemas.microsoft.com/office/drawing/2014/main" id="{3AE52F96-57DC-8BF5-C71D-10DC1D7C39CD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5" name="Straight Connector 2254">
              <a:extLst>
                <a:ext uri="{FF2B5EF4-FFF2-40B4-BE49-F238E27FC236}">
                  <a16:creationId xmlns:a16="http://schemas.microsoft.com/office/drawing/2014/main" id="{0E34E3DD-2273-F41B-004C-675CE7E4A486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D97DEC53-3578-00DC-1C67-475815D8ABA5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DA4106DA-F1F7-70D0-86C6-7ECE8045DFB5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8" name="Straight Connector 2257">
              <a:extLst>
                <a:ext uri="{FF2B5EF4-FFF2-40B4-BE49-F238E27FC236}">
                  <a16:creationId xmlns:a16="http://schemas.microsoft.com/office/drawing/2014/main" id="{B371A1FB-D132-4552-1F93-F456C40EB51F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04EC9039-5801-BEAE-2EA7-768DF57ED52A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2D59E961-22C8-B6E3-96FE-051449A4EDEC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61" name="Straight Connector 2260">
              <a:extLst>
                <a:ext uri="{FF2B5EF4-FFF2-40B4-BE49-F238E27FC236}">
                  <a16:creationId xmlns:a16="http://schemas.microsoft.com/office/drawing/2014/main" id="{8DBA02E9-275E-FF95-8F0F-126181DE469F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2262" name="Rectangle 2261">
            <a:extLst>
              <a:ext uri="{FF2B5EF4-FFF2-40B4-BE49-F238E27FC236}">
                <a16:creationId xmlns:a16="http://schemas.microsoft.com/office/drawing/2014/main" id="{508384AD-A83E-83B7-8A1E-39D8392163BF}"/>
              </a:ext>
            </a:extLst>
          </p:cNvPr>
          <p:cNvSpPr/>
          <p:nvPr/>
        </p:nvSpPr>
        <p:spPr>
          <a:xfrm>
            <a:off x="3883150" y="3242702"/>
            <a:ext cx="1338828" cy="6592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</a:t>
            </a:r>
            <a:b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Radius: 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263" name="Rectangle 2262">
            <a:extLst>
              <a:ext uri="{FF2B5EF4-FFF2-40B4-BE49-F238E27FC236}">
                <a16:creationId xmlns:a16="http://schemas.microsoft.com/office/drawing/2014/main" id="{15228353-525F-03DD-7169-A225800A7BF0}"/>
              </a:ext>
            </a:extLst>
          </p:cNvPr>
          <p:cNvSpPr/>
          <p:nvPr/>
        </p:nvSpPr>
        <p:spPr>
          <a:xfrm>
            <a:off x="477772" y="6197735"/>
            <a:ext cx="2951228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</a:pP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____________</a:t>
            </a:r>
            <a:b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Vertices: </a:t>
            </a: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</a:t>
            </a:r>
            <a:endParaRPr lang="en-US" sz="1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9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Co-Vertices: _____________________________</a:t>
            </a:r>
            <a:endParaRPr lang="en-US" sz="1000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9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Foci: _____________________________________</a:t>
            </a:r>
            <a:endParaRPr lang="en-US" sz="1000" b="1" dirty="0">
              <a:latin typeface="Century Gothic" panose="020B0502020202020204" pitchFamily="34" charset="0"/>
            </a:endParaRPr>
          </a:p>
        </p:txBody>
      </p:sp>
      <p:sp>
        <p:nvSpPr>
          <p:cNvPr id="2264" name="Rectangle 2263">
            <a:extLst>
              <a:ext uri="{FF2B5EF4-FFF2-40B4-BE49-F238E27FC236}">
                <a16:creationId xmlns:a16="http://schemas.microsoft.com/office/drawing/2014/main" id="{2E55A6D7-C3C2-7B0A-DA6E-D497591D73D3}"/>
              </a:ext>
            </a:extLst>
          </p:cNvPr>
          <p:cNvSpPr/>
          <p:nvPr/>
        </p:nvSpPr>
        <p:spPr>
          <a:xfrm>
            <a:off x="3877679" y="6197735"/>
            <a:ext cx="2951228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</a:pP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Center: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____________</a:t>
            </a:r>
            <a:b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Vertices: </a:t>
            </a: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</a:t>
            </a:r>
            <a:endParaRPr lang="en-US" sz="1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9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Co-Vertices: _____________________________</a:t>
            </a:r>
            <a:endParaRPr lang="en-US" sz="1000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9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Foci: _____________________________________</a:t>
            </a:r>
            <a:endParaRPr lang="en-US" sz="1000" b="1" dirty="0">
              <a:latin typeface="Century Gothic" panose="020B0502020202020204" pitchFamily="34" charset="0"/>
            </a:endParaRPr>
          </a:p>
        </p:txBody>
      </p:sp>
      <p:grpSp>
        <p:nvGrpSpPr>
          <p:cNvPr id="2265" name="Group 2264">
            <a:extLst>
              <a:ext uri="{FF2B5EF4-FFF2-40B4-BE49-F238E27FC236}">
                <a16:creationId xmlns:a16="http://schemas.microsoft.com/office/drawing/2014/main" id="{6C4B5EF7-A590-D31E-F44D-68C566312298}"/>
              </a:ext>
            </a:extLst>
          </p:cNvPr>
          <p:cNvGrpSpPr/>
          <p:nvPr/>
        </p:nvGrpSpPr>
        <p:grpSpPr>
          <a:xfrm>
            <a:off x="1698895" y="4255975"/>
            <a:ext cx="2148840" cy="2148840"/>
            <a:chOff x="-90015" y="-91862"/>
            <a:chExt cx="5035371" cy="5034206"/>
          </a:xfrm>
        </p:grpSpPr>
        <p:sp>
          <p:nvSpPr>
            <p:cNvPr id="2266" name="Rectangle 2265">
              <a:extLst>
                <a:ext uri="{FF2B5EF4-FFF2-40B4-BE49-F238E27FC236}">
                  <a16:creationId xmlns:a16="http://schemas.microsoft.com/office/drawing/2014/main" id="{FF588D8A-30ED-8799-C0F4-25595A41928B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267" name="Straight Connector 2266">
              <a:extLst>
                <a:ext uri="{FF2B5EF4-FFF2-40B4-BE49-F238E27FC236}">
                  <a16:creationId xmlns:a16="http://schemas.microsoft.com/office/drawing/2014/main" id="{1ACD119A-2484-8938-608C-BCF0B84FED18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F37A88A8-4298-6E85-0D93-E3471741A24C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69" name="Straight Connector 2268">
              <a:extLst>
                <a:ext uri="{FF2B5EF4-FFF2-40B4-BE49-F238E27FC236}">
                  <a16:creationId xmlns:a16="http://schemas.microsoft.com/office/drawing/2014/main" id="{5607F52D-2DC1-4BD6-530D-0E0CB33A1F70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0" name="Straight Connector 2269">
              <a:extLst>
                <a:ext uri="{FF2B5EF4-FFF2-40B4-BE49-F238E27FC236}">
                  <a16:creationId xmlns:a16="http://schemas.microsoft.com/office/drawing/2014/main" id="{9F54C6C9-053B-C4F4-37D4-99B5EDBFDF11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1" name="Straight Connector 2270">
              <a:extLst>
                <a:ext uri="{FF2B5EF4-FFF2-40B4-BE49-F238E27FC236}">
                  <a16:creationId xmlns:a16="http://schemas.microsoft.com/office/drawing/2014/main" id="{04695832-C603-F5E0-2FD7-ADB369C4D11B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2" name="Straight Connector 2271">
              <a:extLst>
                <a:ext uri="{FF2B5EF4-FFF2-40B4-BE49-F238E27FC236}">
                  <a16:creationId xmlns:a16="http://schemas.microsoft.com/office/drawing/2014/main" id="{715F9188-A13D-2678-7D20-8C355C117B35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3" name="Straight Connector 2272">
              <a:extLst>
                <a:ext uri="{FF2B5EF4-FFF2-40B4-BE49-F238E27FC236}">
                  <a16:creationId xmlns:a16="http://schemas.microsoft.com/office/drawing/2014/main" id="{443B13F8-199D-AAAD-F64E-B4E62C2079D5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4" name="Straight Connector 2273">
              <a:extLst>
                <a:ext uri="{FF2B5EF4-FFF2-40B4-BE49-F238E27FC236}">
                  <a16:creationId xmlns:a16="http://schemas.microsoft.com/office/drawing/2014/main" id="{F21A2935-587D-57F0-8881-271EB0198848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5" name="Straight Connector 2274">
              <a:extLst>
                <a:ext uri="{FF2B5EF4-FFF2-40B4-BE49-F238E27FC236}">
                  <a16:creationId xmlns:a16="http://schemas.microsoft.com/office/drawing/2014/main" id="{BBE640AD-09DC-63E2-2D4F-300522F2DC99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E37C8637-912F-8C9A-AA92-A26433F44FF6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A007DB2C-C2AF-79EE-155C-8FCB4D970D19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9" name="Straight Connector 2278">
              <a:extLst>
                <a:ext uri="{FF2B5EF4-FFF2-40B4-BE49-F238E27FC236}">
                  <a16:creationId xmlns:a16="http://schemas.microsoft.com/office/drawing/2014/main" id="{B796E65B-BC93-FB3A-CBFF-39170439CDFE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0" name="Straight Connector 2279">
              <a:extLst>
                <a:ext uri="{FF2B5EF4-FFF2-40B4-BE49-F238E27FC236}">
                  <a16:creationId xmlns:a16="http://schemas.microsoft.com/office/drawing/2014/main" id="{E57B6B7C-3AFA-91CD-6040-8BA3290A9D3C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1" name="Straight Connector 2280">
              <a:extLst>
                <a:ext uri="{FF2B5EF4-FFF2-40B4-BE49-F238E27FC236}">
                  <a16:creationId xmlns:a16="http://schemas.microsoft.com/office/drawing/2014/main" id="{3034C5CD-B218-DDF5-9340-ECD7C2ABFFA8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2" name="Straight Connector 2281">
              <a:extLst>
                <a:ext uri="{FF2B5EF4-FFF2-40B4-BE49-F238E27FC236}">
                  <a16:creationId xmlns:a16="http://schemas.microsoft.com/office/drawing/2014/main" id="{190EDDA4-2250-5B81-CBC4-3348715800D2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3" name="Straight Connector 2282">
              <a:extLst>
                <a:ext uri="{FF2B5EF4-FFF2-40B4-BE49-F238E27FC236}">
                  <a16:creationId xmlns:a16="http://schemas.microsoft.com/office/drawing/2014/main" id="{061B5CFF-C0B1-2478-7C62-DE81576CDBC8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8F14D364-D987-4963-432B-36BA8EAADE03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5" name="Straight Connector 2284">
              <a:extLst>
                <a:ext uri="{FF2B5EF4-FFF2-40B4-BE49-F238E27FC236}">
                  <a16:creationId xmlns:a16="http://schemas.microsoft.com/office/drawing/2014/main" id="{C9FFD65D-8DAE-6A60-02DC-A37541A9AF29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E04D06D7-8E0F-1618-6F73-16113E0F19E9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7" name="Straight Connector 2286">
              <a:extLst>
                <a:ext uri="{FF2B5EF4-FFF2-40B4-BE49-F238E27FC236}">
                  <a16:creationId xmlns:a16="http://schemas.microsoft.com/office/drawing/2014/main" id="{977CBADC-BEE5-4351-C302-9CFAB0DA76CC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288" name="Straight Connector 2287">
              <a:extLst>
                <a:ext uri="{FF2B5EF4-FFF2-40B4-BE49-F238E27FC236}">
                  <a16:creationId xmlns:a16="http://schemas.microsoft.com/office/drawing/2014/main" id="{5E325364-B131-CCAD-1823-FE71EA232ED6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89" name="Straight Connector 2288">
              <a:extLst>
                <a:ext uri="{FF2B5EF4-FFF2-40B4-BE49-F238E27FC236}">
                  <a16:creationId xmlns:a16="http://schemas.microsoft.com/office/drawing/2014/main" id="{EE9908AD-E1CB-0898-21B1-35FF22C16437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A248799B-AE22-7254-3C80-93778E3B1458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5FF5D53A-94F6-1475-1404-2B0F353F4872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2" name="Straight Connector 2291">
              <a:extLst>
                <a:ext uri="{FF2B5EF4-FFF2-40B4-BE49-F238E27FC236}">
                  <a16:creationId xmlns:a16="http://schemas.microsoft.com/office/drawing/2014/main" id="{1869F3FB-6EA9-4E88-2EC3-6B22B2C1B5BD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11CA23BA-13C6-8D09-E249-702B1AB74A34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4" name="Straight Connector 2293">
              <a:extLst>
                <a:ext uri="{FF2B5EF4-FFF2-40B4-BE49-F238E27FC236}">
                  <a16:creationId xmlns:a16="http://schemas.microsoft.com/office/drawing/2014/main" id="{964C1EBE-B0EC-634C-6C5C-957631F8695E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5460F402-6A74-7BBD-5F8F-6B003F122BC8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6" name="Straight Connector 2295">
              <a:extLst>
                <a:ext uri="{FF2B5EF4-FFF2-40B4-BE49-F238E27FC236}">
                  <a16:creationId xmlns:a16="http://schemas.microsoft.com/office/drawing/2014/main" id="{50544316-071C-8236-BABA-56506E859A2D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7" name="Straight Connector 2296">
              <a:extLst>
                <a:ext uri="{FF2B5EF4-FFF2-40B4-BE49-F238E27FC236}">
                  <a16:creationId xmlns:a16="http://schemas.microsoft.com/office/drawing/2014/main" id="{FF371FAD-6A0E-FE4E-4479-119DF454271A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8" name="Straight Connector 2297">
              <a:extLst>
                <a:ext uri="{FF2B5EF4-FFF2-40B4-BE49-F238E27FC236}">
                  <a16:creationId xmlns:a16="http://schemas.microsoft.com/office/drawing/2014/main" id="{BACC6735-BD2E-BA15-282C-44BB0288AFDC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2B20106D-EEB1-6CB9-65F5-39BD06932CD0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00" name="Straight Connector 2299">
              <a:extLst>
                <a:ext uri="{FF2B5EF4-FFF2-40B4-BE49-F238E27FC236}">
                  <a16:creationId xmlns:a16="http://schemas.microsoft.com/office/drawing/2014/main" id="{158B5F43-37CC-9279-C100-B192F3FE5F90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01" name="Straight Connector 2300">
              <a:extLst>
                <a:ext uri="{FF2B5EF4-FFF2-40B4-BE49-F238E27FC236}">
                  <a16:creationId xmlns:a16="http://schemas.microsoft.com/office/drawing/2014/main" id="{F2A34854-300B-F4E1-C158-20EBFF0E8939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8E8FBED3-150A-84D4-6891-2D46E5E8B46A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6C024A85-5485-7B91-70C9-15547777A6EC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6A6E19EA-7B85-6332-CF3B-6A3FFF16644C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05" name="Straight Connector 3104">
              <a:extLst>
                <a:ext uri="{FF2B5EF4-FFF2-40B4-BE49-F238E27FC236}">
                  <a16:creationId xmlns:a16="http://schemas.microsoft.com/office/drawing/2014/main" id="{197DAC67-E578-A2F9-47B6-72C51B0F1DC2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3106" name="Group 3105">
            <a:extLst>
              <a:ext uri="{FF2B5EF4-FFF2-40B4-BE49-F238E27FC236}">
                <a16:creationId xmlns:a16="http://schemas.microsoft.com/office/drawing/2014/main" id="{BDC97263-F314-EEF7-B2B8-2EF315A3692E}"/>
              </a:ext>
            </a:extLst>
          </p:cNvPr>
          <p:cNvGrpSpPr/>
          <p:nvPr/>
        </p:nvGrpSpPr>
        <p:grpSpPr>
          <a:xfrm>
            <a:off x="5118772" y="4255975"/>
            <a:ext cx="2148840" cy="2148840"/>
            <a:chOff x="-90015" y="-91862"/>
            <a:chExt cx="5035371" cy="5034206"/>
          </a:xfrm>
        </p:grpSpPr>
        <p:sp>
          <p:nvSpPr>
            <p:cNvPr id="3107" name="Rectangle 3106">
              <a:extLst>
                <a:ext uri="{FF2B5EF4-FFF2-40B4-BE49-F238E27FC236}">
                  <a16:creationId xmlns:a16="http://schemas.microsoft.com/office/drawing/2014/main" id="{9CC75C4E-61F4-D2F7-1BB3-8C017E63BA4D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115" name="Straight Connector 3114">
              <a:extLst>
                <a:ext uri="{FF2B5EF4-FFF2-40B4-BE49-F238E27FC236}">
                  <a16:creationId xmlns:a16="http://schemas.microsoft.com/office/drawing/2014/main" id="{32711EE0-00F4-7059-AABA-42B0F426517E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3116" name="Straight Connector 3115">
              <a:extLst>
                <a:ext uri="{FF2B5EF4-FFF2-40B4-BE49-F238E27FC236}">
                  <a16:creationId xmlns:a16="http://schemas.microsoft.com/office/drawing/2014/main" id="{EB16329E-3C15-C0F2-AB17-3A29637B93FF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17" name="Straight Connector 3116">
              <a:extLst>
                <a:ext uri="{FF2B5EF4-FFF2-40B4-BE49-F238E27FC236}">
                  <a16:creationId xmlns:a16="http://schemas.microsoft.com/office/drawing/2014/main" id="{9A01DC3D-6D4D-B70F-826B-9D53293DBCE2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18" name="Straight Connector 3117">
              <a:extLst>
                <a:ext uri="{FF2B5EF4-FFF2-40B4-BE49-F238E27FC236}">
                  <a16:creationId xmlns:a16="http://schemas.microsoft.com/office/drawing/2014/main" id="{701121F1-E853-526B-495E-354922B78AEF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19" name="Straight Connector 3118">
              <a:extLst>
                <a:ext uri="{FF2B5EF4-FFF2-40B4-BE49-F238E27FC236}">
                  <a16:creationId xmlns:a16="http://schemas.microsoft.com/office/drawing/2014/main" id="{D946EF49-0C5D-FBD4-5587-0C9DFF420B04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0" name="Straight Connector 3119">
              <a:extLst>
                <a:ext uri="{FF2B5EF4-FFF2-40B4-BE49-F238E27FC236}">
                  <a16:creationId xmlns:a16="http://schemas.microsoft.com/office/drawing/2014/main" id="{984BAE26-3790-4932-D0A1-2AF12D69C92D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1" name="Straight Connector 3120">
              <a:extLst>
                <a:ext uri="{FF2B5EF4-FFF2-40B4-BE49-F238E27FC236}">
                  <a16:creationId xmlns:a16="http://schemas.microsoft.com/office/drawing/2014/main" id="{EE103DF7-ADD5-E262-6B6B-BC3FF0BB63AB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2" name="Straight Connector 3121">
              <a:extLst>
                <a:ext uri="{FF2B5EF4-FFF2-40B4-BE49-F238E27FC236}">
                  <a16:creationId xmlns:a16="http://schemas.microsoft.com/office/drawing/2014/main" id="{7221356B-219B-D183-6987-F168488D390A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3" name="Straight Connector 3122">
              <a:extLst>
                <a:ext uri="{FF2B5EF4-FFF2-40B4-BE49-F238E27FC236}">
                  <a16:creationId xmlns:a16="http://schemas.microsoft.com/office/drawing/2014/main" id="{CED2710B-9586-3EB8-CBA4-CED8BE2C31D2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4" name="Straight Connector 3123">
              <a:extLst>
                <a:ext uri="{FF2B5EF4-FFF2-40B4-BE49-F238E27FC236}">
                  <a16:creationId xmlns:a16="http://schemas.microsoft.com/office/drawing/2014/main" id="{F6A4E26A-148F-F721-2D83-30A8F4E2503A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5" name="Straight Connector 3124">
              <a:extLst>
                <a:ext uri="{FF2B5EF4-FFF2-40B4-BE49-F238E27FC236}">
                  <a16:creationId xmlns:a16="http://schemas.microsoft.com/office/drawing/2014/main" id="{697FAAB2-0E0D-D562-6293-96EE8122F430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6" name="Straight Connector 3125">
              <a:extLst>
                <a:ext uri="{FF2B5EF4-FFF2-40B4-BE49-F238E27FC236}">
                  <a16:creationId xmlns:a16="http://schemas.microsoft.com/office/drawing/2014/main" id="{C1558A1B-3E06-2F3B-F209-9A38D633D61B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7" name="Straight Connector 3126">
              <a:extLst>
                <a:ext uri="{FF2B5EF4-FFF2-40B4-BE49-F238E27FC236}">
                  <a16:creationId xmlns:a16="http://schemas.microsoft.com/office/drawing/2014/main" id="{F9C3F7E6-4D61-E8D2-E561-86EDD9635072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8" name="Straight Connector 3127">
              <a:extLst>
                <a:ext uri="{FF2B5EF4-FFF2-40B4-BE49-F238E27FC236}">
                  <a16:creationId xmlns:a16="http://schemas.microsoft.com/office/drawing/2014/main" id="{9A113B60-0D90-8F98-D593-E269BE11ACB3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29" name="Straight Connector 3128">
              <a:extLst>
                <a:ext uri="{FF2B5EF4-FFF2-40B4-BE49-F238E27FC236}">
                  <a16:creationId xmlns:a16="http://schemas.microsoft.com/office/drawing/2014/main" id="{49EA7CAA-DFDA-DECE-E3A9-20D2286B9681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0" name="Straight Connector 3129">
              <a:extLst>
                <a:ext uri="{FF2B5EF4-FFF2-40B4-BE49-F238E27FC236}">
                  <a16:creationId xmlns:a16="http://schemas.microsoft.com/office/drawing/2014/main" id="{458C7ADA-B1B2-C60B-E1C8-43BF931009C3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1" name="Straight Connector 3130">
              <a:extLst>
                <a:ext uri="{FF2B5EF4-FFF2-40B4-BE49-F238E27FC236}">
                  <a16:creationId xmlns:a16="http://schemas.microsoft.com/office/drawing/2014/main" id="{4341D703-BD93-CC0E-4465-6BA3CD1F0CF7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2" name="Straight Connector 3131">
              <a:extLst>
                <a:ext uri="{FF2B5EF4-FFF2-40B4-BE49-F238E27FC236}">
                  <a16:creationId xmlns:a16="http://schemas.microsoft.com/office/drawing/2014/main" id="{C18ECDEB-1280-D198-C221-805725056A8C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3" name="Straight Connector 3132">
              <a:extLst>
                <a:ext uri="{FF2B5EF4-FFF2-40B4-BE49-F238E27FC236}">
                  <a16:creationId xmlns:a16="http://schemas.microsoft.com/office/drawing/2014/main" id="{34200E6E-8B44-596D-E153-77DC63593BCF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4" name="Straight Connector 3133">
              <a:extLst>
                <a:ext uri="{FF2B5EF4-FFF2-40B4-BE49-F238E27FC236}">
                  <a16:creationId xmlns:a16="http://schemas.microsoft.com/office/drawing/2014/main" id="{438A4562-AD72-14BF-E167-49031A8329BD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3135" name="Straight Connector 3134">
              <a:extLst>
                <a:ext uri="{FF2B5EF4-FFF2-40B4-BE49-F238E27FC236}">
                  <a16:creationId xmlns:a16="http://schemas.microsoft.com/office/drawing/2014/main" id="{314EEACA-11D0-2C7C-BE2B-A460468242D2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76" name="Straight Connector 2275">
              <a:extLst>
                <a:ext uri="{FF2B5EF4-FFF2-40B4-BE49-F238E27FC236}">
                  <a16:creationId xmlns:a16="http://schemas.microsoft.com/office/drawing/2014/main" id="{29CED0D6-F054-6ED1-9D05-6009EFDFF88C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6" name="Straight Connector 3135">
              <a:extLst>
                <a:ext uri="{FF2B5EF4-FFF2-40B4-BE49-F238E27FC236}">
                  <a16:creationId xmlns:a16="http://schemas.microsoft.com/office/drawing/2014/main" id="{9DFA81F1-BA5C-CF0E-EDFB-B8A156E9CDEB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7" name="Straight Connector 3136">
              <a:extLst>
                <a:ext uri="{FF2B5EF4-FFF2-40B4-BE49-F238E27FC236}">
                  <a16:creationId xmlns:a16="http://schemas.microsoft.com/office/drawing/2014/main" id="{B1D46AD3-2173-8D6D-C18C-41060375ABFC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8" name="Straight Connector 3137">
              <a:extLst>
                <a:ext uri="{FF2B5EF4-FFF2-40B4-BE49-F238E27FC236}">
                  <a16:creationId xmlns:a16="http://schemas.microsoft.com/office/drawing/2014/main" id="{F03737C2-A0D7-E215-E26F-A59A2930A818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39" name="Straight Connector 3138">
              <a:extLst>
                <a:ext uri="{FF2B5EF4-FFF2-40B4-BE49-F238E27FC236}">
                  <a16:creationId xmlns:a16="http://schemas.microsoft.com/office/drawing/2014/main" id="{5AF5C81F-56E9-7443-ABB1-FEA72AE85FAA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0" name="Straight Connector 3139">
              <a:extLst>
                <a:ext uri="{FF2B5EF4-FFF2-40B4-BE49-F238E27FC236}">
                  <a16:creationId xmlns:a16="http://schemas.microsoft.com/office/drawing/2014/main" id="{1A70229C-15F6-F2CB-1BCF-35186BAB528F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1" name="Straight Connector 3140">
              <a:extLst>
                <a:ext uri="{FF2B5EF4-FFF2-40B4-BE49-F238E27FC236}">
                  <a16:creationId xmlns:a16="http://schemas.microsoft.com/office/drawing/2014/main" id="{D63FFE27-381A-C5D0-F7D1-87922B74191F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2" name="Straight Connector 3141">
              <a:extLst>
                <a:ext uri="{FF2B5EF4-FFF2-40B4-BE49-F238E27FC236}">
                  <a16:creationId xmlns:a16="http://schemas.microsoft.com/office/drawing/2014/main" id="{D565EC7F-FBD4-579D-0BB1-49F00C50FA11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3" name="Straight Connector 3142">
              <a:extLst>
                <a:ext uri="{FF2B5EF4-FFF2-40B4-BE49-F238E27FC236}">
                  <a16:creationId xmlns:a16="http://schemas.microsoft.com/office/drawing/2014/main" id="{72B383B1-5193-D421-B718-4A8E3F4805A3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4" name="Straight Connector 3143">
              <a:extLst>
                <a:ext uri="{FF2B5EF4-FFF2-40B4-BE49-F238E27FC236}">
                  <a16:creationId xmlns:a16="http://schemas.microsoft.com/office/drawing/2014/main" id="{4DA3A7A5-6B51-EEE2-4605-DA06B1D26736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5" name="Straight Connector 3144">
              <a:extLst>
                <a:ext uri="{FF2B5EF4-FFF2-40B4-BE49-F238E27FC236}">
                  <a16:creationId xmlns:a16="http://schemas.microsoft.com/office/drawing/2014/main" id="{52C92935-44B9-8086-2DA0-ABBD3F859AF7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6" name="Straight Connector 3145">
              <a:extLst>
                <a:ext uri="{FF2B5EF4-FFF2-40B4-BE49-F238E27FC236}">
                  <a16:creationId xmlns:a16="http://schemas.microsoft.com/office/drawing/2014/main" id="{67B4EDAF-282C-B09A-F269-09EBC319515A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7" name="Straight Connector 3146">
              <a:extLst>
                <a:ext uri="{FF2B5EF4-FFF2-40B4-BE49-F238E27FC236}">
                  <a16:creationId xmlns:a16="http://schemas.microsoft.com/office/drawing/2014/main" id="{C850D630-BDA8-C5D7-53B4-4E36140B2FB2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8" name="Straight Connector 3147">
              <a:extLst>
                <a:ext uri="{FF2B5EF4-FFF2-40B4-BE49-F238E27FC236}">
                  <a16:creationId xmlns:a16="http://schemas.microsoft.com/office/drawing/2014/main" id="{17757C34-A4FB-31BF-9259-BE6E8A7D37DE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49" name="Straight Connector 3148">
              <a:extLst>
                <a:ext uri="{FF2B5EF4-FFF2-40B4-BE49-F238E27FC236}">
                  <a16:creationId xmlns:a16="http://schemas.microsoft.com/office/drawing/2014/main" id="{2327DB55-59F2-29FF-223F-DEF470FEA136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0" name="Straight Connector 3149">
              <a:extLst>
                <a:ext uri="{FF2B5EF4-FFF2-40B4-BE49-F238E27FC236}">
                  <a16:creationId xmlns:a16="http://schemas.microsoft.com/office/drawing/2014/main" id="{1A218D58-3807-C03B-4EEB-B8511F0B225A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1" name="Straight Connector 3150">
              <a:extLst>
                <a:ext uri="{FF2B5EF4-FFF2-40B4-BE49-F238E27FC236}">
                  <a16:creationId xmlns:a16="http://schemas.microsoft.com/office/drawing/2014/main" id="{9D084FE5-380E-D7FD-7B88-84D22FC2C07F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3152" name="Group 3151">
            <a:extLst>
              <a:ext uri="{FF2B5EF4-FFF2-40B4-BE49-F238E27FC236}">
                <a16:creationId xmlns:a16="http://schemas.microsoft.com/office/drawing/2014/main" id="{90BEADAB-922C-796A-4730-F68FE3041356}"/>
              </a:ext>
            </a:extLst>
          </p:cNvPr>
          <p:cNvGrpSpPr/>
          <p:nvPr/>
        </p:nvGrpSpPr>
        <p:grpSpPr>
          <a:xfrm>
            <a:off x="2350379" y="7437936"/>
            <a:ext cx="2148840" cy="2148840"/>
            <a:chOff x="-90015" y="-91862"/>
            <a:chExt cx="5035371" cy="5034206"/>
          </a:xfrm>
        </p:grpSpPr>
        <p:sp>
          <p:nvSpPr>
            <p:cNvPr id="3153" name="Rectangle 3152">
              <a:extLst>
                <a:ext uri="{FF2B5EF4-FFF2-40B4-BE49-F238E27FC236}">
                  <a16:creationId xmlns:a16="http://schemas.microsoft.com/office/drawing/2014/main" id="{FA1CDDCA-1472-97D0-CD19-585CE96D1DB2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3154" name="Straight Connector 3153">
              <a:extLst>
                <a:ext uri="{FF2B5EF4-FFF2-40B4-BE49-F238E27FC236}">
                  <a16:creationId xmlns:a16="http://schemas.microsoft.com/office/drawing/2014/main" id="{4D82AACE-6BD7-6F2F-27B2-CD77542294A9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3155" name="Straight Connector 3154">
              <a:extLst>
                <a:ext uri="{FF2B5EF4-FFF2-40B4-BE49-F238E27FC236}">
                  <a16:creationId xmlns:a16="http://schemas.microsoft.com/office/drawing/2014/main" id="{343C6B58-83AC-223F-05B7-2C333E4E8B31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6" name="Straight Connector 3155">
              <a:extLst>
                <a:ext uri="{FF2B5EF4-FFF2-40B4-BE49-F238E27FC236}">
                  <a16:creationId xmlns:a16="http://schemas.microsoft.com/office/drawing/2014/main" id="{748DE410-926B-4BC5-DAF6-8470B06CA8DB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7" name="Straight Connector 3156">
              <a:extLst>
                <a:ext uri="{FF2B5EF4-FFF2-40B4-BE49-F238E27FC236}">
                  <a16:creationId xmlns:a16="http://schemas.microsoft.com/office/drawing/2014/main" id="{E2079479-4CC0-F543-AA91-279D510D80F0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8" name="Straight Connector 3157">
              <a:extLst>
                <a:ext uri="{FF2B5EF4-FFF2-40B4-BE49-F238E27FC236}">
                  <a16:creationId xmlns:a16="http://schemas.microsoft.com/office/drawing/2014/main" id="{D9452F24-DBA1-422B-57F4-92F5569CEE72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59" name="Straight Connector 3158">
              <a:extLst>
                <a:ext uri="{FF2B5EF4-FFF2-40B4-BE49-F238E27FC236}">
                  <a16:creationId xmlns:a16="http://schemas.microsoft.com/office/drawing/2014/main" id="{A8A45A6D-1AD8-E07B-3809-6BA11FD7E134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0" name="Straight Connector 3159">
              <a:extLst>
                <a:ext uri="{FF2B5EF4-FFF2-40B4-BE49-F238E27FC236}">
                  <a16:creationId xmlns:a16="http://schemas.microsoft.com/office/drawing/2014/main" id="{A0671106-FAB0-2978-186B-9344604FA673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1" name="Straight Connector 3160">
              <a:extLst>
                <a:ext uri="{FF2B5EF4-FFF2-40B4-BE49-F238E27FC236}">
                  <a16:creationId xmlns:a16="http://schemas.microsoft.com/office/drawing/2014/main" id="{24C5B5A1-BCB7-6FB3-E6D8-F24C02DDFFAF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2" name="Straight Connector 3161">
              <a:extLst>
                <a:ext uri="{FF2B5EF4-FFF2-40B4-BE49-F238E27FC236}">
                  <a16:creationId xmlns:a16="http://schemas.microsoft.com/office/drawing/2014/main" id="{3557CEA7-A793-A106-7199-876002170C77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3" name="Straight Connector 3162">
              <a:extLst>
                <a:ext uri="{FF2B5EF4-FFF2-40B4-BE49-F238E27FC236}">
                  <a16:creationId xmlns:a16="http://schemas.microsoft.com/office/drawing/2014/main" id="{EC9540D8-D72B-33C5-2017-DBD0EFF3FF33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4" name="Straight Connector 3163">
              <a:extLst>
                <a:ext uri="{FF2B5EF4-FFF2-40B4-BE49-F238E27FC236}">
                  <a16:creationId xmlns:a16="http://schemas.microsoft.com/office/drawing/2014/main" id="{24736ECD-89FE-28B2-941C-A3B19E4F9E91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5" name="Straight Connector 3164">
              <a:extLst>
                <a:ext uri="{FF2B5EF4-FFF2-40B4-BE49-F238E27FC236}">
                  <a16:creationId xmlns:a16="http://schemas.microsoft.com/office/drawing/2014/main" id="{CF71DCE1-1C38-463D-DD24-1E42D2D8A4A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6" name="Straight Connector 3165">
              <a:extLst>
                <a:ext uri="{FF2B5EF4-FFF2-40B4-BE49-F238E27FC236}">
                  <a16:creationId xmlns:a16="http://schemas.microsoft.com/office/drawing/2014/main" id="{DBC38778-CCE9-8EAC-AC7E-C19AEFE5ED40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7" name="Straight Connector 3166">
              <a:extLst>
                <a:ext uri="{FF2B5EF4-FFF2-40B4-BE49-F238E27FC236}">
                  <a16:creationId xmlns:a16="http://schemas.microsoft.com/office/drawing/2014/main" id="{5EB45F4C-2652-F870-9BBF-B932658D8FB5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8" name="Straight Connector 3167">
              <a:extLst>
                <a:ext uri="{FF2B5EF4-FFF2-40B4-BE49-F238E27FC236}">
                  <a16:creationId xmlns:a16="http://schemas.microsoft.com/office/drawing/2014/main" id="{90593D34-3E9F-12BA-70EC-AD8C1F3E2DF1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69" name="Straight Connector 3168">
              <a:extLst>
                <a:ext uri="{FF2B5EF4-FFF2-40B4-BE49-F238E27FC236}">
                  <a16:creationId xmlns:a16="http://schemas.microsoft.com/office/drawing/2014/main" id="{B7F8067B-8A0F-E35E-4CEA-704014605E0F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0" name="Straight Connector 3169">
              <a:extLst>
                <a:ext uri="{FF2B5EF4-FFF2-40B4-BE49-F238E27FC236}">
                  <a16:creationId xmlns:a16="http://schemas.microsoft.com/office/drawing/2014/main" id="{0641DA2B-4EC4-25F1-C8CE-0A32F9B819DA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1" name="Straight Connector 3170">
              <a:extLst>
                <a:ext uri="{FF2B5EF4-FFF2-40B4-BE49-F238E27FC236}">
                  <a16:creationId xmlns:a16="http://schemas.microsoft.com/office/drawing/2014/main" id="{CA0DBB16-2DC4-D734-55E6-1C23D2FE6BA9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2" name="Straight Connector 3171">
              <a:extLst>
                <a:ext uri="{FF2B5EF4-FFF2-40B4-BE49-F238E27FC236}">
                  <a16:creationId xmlns:a16="http://schemas.microsoft.com/office/drawing/2014/main" id="{7A292F00-1E31-F3D0-342B-33EF9C15EC91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3" name="Straight Connector 3172">
              <a:extLst>
                <a:ext uri="{FF2B5EF4-FFF2-40B4-BE49-F238E27FC236}">
                  <a16:creationId xmlns:a16="http://schemas.microsoft.com/office/drawing/2014/main" id="{38C14F98-6E5D-9CF6-0616-26F3E6BCDA93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3174" name="Straight Connector 3173">
              <a:extLst>
                <a:ext uri="{FF2B5EF4-FFF2-40B4-BE49-F238E27FC236}">
                  <a16:creationId xmlns:a16="http://schemas.microsoft.com/office/drawing/2014/main" id="{FD773D69-C2DB-8D53-515C-AFB32313748B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5" name="Straight Connector 3174">
              <a:extLst>
                <a:ext uri="{FF2B5EF4-FFF2-40B4-BE49-F238E27FC236}">
                  <a16:creationId xmlns:a16="http://schemas.microsoft.com/office/drawing/2014/main" id="{6AFBDDE6-7075-4732-4C45-4A4435FBD24A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CC3CE9CE-1488-79D9-6AD5-7EBCCEF88AB8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748C8020-F7B7-DE11-2E88-752C86D07E07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8" name="Straight Connector 3177">
              <a:extLst>
                <a:ext uri="{FF2B5EF4-FFF2-40B4-BE49-F238E27FC236}">
                  <a16:creationId xmlns:a16="http://schemas.microsoft.com/office/drawing/2014/main" id="{5FBE59F7-2E47-51D4-24F5-C28E05A01502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79" name="Straight Connector 3178">
              <a:extLst>
                <a:ext uri="{FF2B5EF4-FFF2-40B4-BE49-F238E27FC236}">
                  <a16:creationId xmlns:a16="http://schemas.microsoft.com/office/drawing/2014/main" id="{345FA7B1-5EBC-734F-93C1-87BF0FABA384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0" name="Straight Connector 3179">
              <a:extLst>
                <a:ext uri="{FF2B5EF4-FFF2-40B4-BE49-F238E27FC236}">
                  <a16:creationId xmlns:a16="http://schemas.microsoft.com/office/drawing/2014/main" id="{4B36FCF2-4ADD-DEB4-6300-60FBBA73A61E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1" name="Straight Connector 3180">
              <a:extLst>
                <a:ext uri="{FF2B5EF4-FFF2-40B4-BE49-F238E27FC236}">
                  <a16:creationId xmlns:a16="http://schemas.microsoft.com/office/drawing/2014/main" id="{9406EC5B-35C8-5079-CF67-5AD903311AA8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2" name="Straight Connector 3181">
              <a:extLst>
                <a:ext uri="{FF2B5EF4-FFF2-40B4-BE49-F238E27FC236}">
                  <a16:creationId xmlns:a16="http://schemas.microsoft.com/office/drawing/2014/main" id="{AAB540A0-3E52-48E9-DB1A-EF1FF3396CD8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3" name="Straight Connector 3182">
              <a:extLst>
                <a:ext uri="{FF2B5EF4-FFF2-40B4-BE49-F238E27FC236}">
                  <a16:creationId xmlns:a16="http://schemas.microsoft.com/office/drawing/2014/main" id="{D4E8B3D1-DBBB-BC9E-0FB5-49BDE860754D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4" name="Straight Connector 3183">
              <a:extLst>
                <a:ext uri="{FF2B5EF4-FFF2-40B4-BE49-F238E27FC236}">
                  <a16:creationId xmlns:a16="http://schemas.microsoft.com/office/drawing/2014/main" id="{E1D2B801-BE80-B66D-5E01-55634DDA0ADA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5" name="Straight Connector 3184">
              <a:extLst>
                <a:ext uri="{FF2B5EF4-FFF2-40B4-BE49-F238E27FC236}">
                  <a16:creationId xmlns:a16="http://schemas.microsoft.com/office/drawing/2014/main" id="{E6BE07F7-05F6-7626-8CA3-452B3C337521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6" name="Straight Connector 3185">
              <a:extLst>
                <a:ext uri="{FF2B5EF4-FFF2-40B4-BE49-F238E27FC236}">
                  <a16:creationId xmlns:a16="http://schemas.microsoft.com/office/drawing/2014/main" id="{4CFBA463-5697-7C15-9213-31BA380EA20A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7" name="Straight Connector 3186">
              <a:extLst>
                <a:ext uri="{FF2B5EF4-FFF2-40B4-BE49-F238E27FC236}">
                  <a16:creationId xmlns:a16="http://schemas.microsoft.com/office/drawing/2014/main" id="{C48E260E-0561-5E3D-B9B2-7F485D1E8AFF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8" name="Straight Connector 3187">
              <a:extLst>
                <a:ext uri="{FF2B5EF4-FFF2-40B4-BE49-F238E27FC236}">
                  <a16:creationId xmlns:a16="http://schemas.microsoft.com/office/drawing/2014/main" id="{DA8E8FDB-B9D5-AAFD-C2E5-E9D50726330B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89" name="Straight Connector 3188">
              <a:extLst>
                <a:ext uri="{FF2B5EF4-FFF2-40B4-BE49-F238E27FC236}">
                  <a16:creationId xmlns:a16="http://schemas.microsoft.com/office/drawing/2014/main" id="{51030751-398C-835D-5557-6866DB0141AF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90" name="Straight Connector 3189">
              <a:extLst>
                <a:ext uri="{FF2B5EF4-FFF2-40B4-BE49-F238E27FC236}">
                  <a16:creationId xmlns:a16="http://schemas.microsoft.com/office/drawing/2014/main" id="{DEB48951-EF89-B9DB-0B6A-76A9C2E4F22C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91" name="Straight Connector 3190">
              <a:extLst>
                <a:ext uri="{FF2B5EF4-FFF2-40B4-BE49-F238E27FC236}">
                  <a16:creationId xmlns:a16="http://schemas.microsoft.com/office/drawing/2014/main" id="{17837C39-BB72-12D4-2471-2E7411610C89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6392A-7D0F-3B5E-FEE7-E5EDBE1D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Rectangle 1482">
            <a:extLst>
              <a:ext uri="{FF2B5EF4-FFF2-40B4-BE49-F238E27FC236}">
                <a16:creationId xmlns:a16="http://schemas.microsoft.com/office/drawing/2014/main" id="{0DC231D3-EF04-FBC8-53AA-2435D6E9C1D3}"/>
              </a:ext>
            </a:extLst>
          </p:cNvPr>
          <p:cNvSpPr/>
          <p:nvPr/>
        </p:nvSpPr>
        <p:spPr>
          <a:xfrm>
            <a:off x="4495800" y="799011"/>
            <a:ext cx="2819400" cy="1009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10000"/>
              </a:lnSpc>
              <a:spcAft>
                <a:spcPts val="1000"/>
              </a:spcAft>
            </a:pP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Vertices:</a:t>
            </a: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</a:t>
            </a:r>
            <a:b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Co-Vertices:</a:t>
            </a: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</a:t>
            </a:r>
            <a:b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Foci:</a:t>
            </a: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</a:t>
            </a:r>
          </a:p>
        </p:txBody>
      </p:sp>
      <p:sp>
        <p:nvSpPr>
          <p:cNvPr id="1484" name="Rectangle 1483">
            <a:extLst>
              <a:ext uri="{FF2B5EF4-FFF2-40B4-BE49-F238E27FC236}">
                <a16:creationId xmlns:a16="http://schemas.microsoft.com/office/drawing/2014/main" id="{91C321FB-4A08-E1C6-3C70-D3069F36569A}"/>
              </a:ext>
            </a:extLst>
          </p:cNvPr>
          <p:cNvSpPr/>
          <p:nvPr/>
        </p:nvSpPr>
        <p:spPr>
          <a:xfrm>
            <a:off x="4482729" y="478974"/>
            <a:ext cx="1701107" cy="363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210000"/>
              </a:lnSpc>
              <a:spcAft>
                <a:spcPts val="1000"/>
              </a:spcAft>
            </a:pP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Center:</a:t>
            </a:r>
            <a:r>
              <a:rPr lang="en-US" sz="1000" b="1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</a:p>
        </p:txBody>
      </p:sp>
      <p:sp>
        <p:nvSpPr>
          <p:cNvPr id="1485" name="Rectangle 1484">
            <a:extLst>
              <a:ext uri="{FF2B5EF4-FFF2-40B4-BE49-F238E27FC236}">
                <a16:creationId xmlns:a16="http://schemas.microsoft.com/office/drawing/2014/main" id="{6647CABC-464C-7374-7D2F-D9E391C28A14}"/>
              </a:ext>
            </a:extLst>
          </p:cNvPr>
          <p:cNvSpPr/>
          <p:nvPr/>
        </p:nvSpPr>
        <p:spPr>
          <a:xfrm>
            <a:off x="4495800" y="1865811"/>
            <a:ext cx="28194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b="1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Asymptotes:</a:t>
            </a:r>
            <a:r>
              <a:rPr lang="en-US" sz="10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___________________________</a:t>
            </a:r>
            <a:br>
              <a:rPr lang="en-US" sz="10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br>
              <a:rPr lang="en-US" sz="1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000" dirty="0">
                <a:solidFill>
                  <a:prstClr val="black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</a:t>
            </a:r>
            <a:endParaRPr lang="en-US" sz="10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486" name="Object 1485">
            <a:extLst>
              <a:ext uri="{FF2B5EF4-FFF2-40B4-BE49-F238E27FC236}">
                <a16:creationId xmlns:a16="http://schemas.microsoft.com/office/drawing/2014/main" id="{10E43542-B08C-1FB4-2C62-918C0E751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41018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93480" progId="Equation.DSMT4">
                  <p:embed/>
                </p:oleObj>
              </mc:Choice>
              <mc:Fallback>
                <p:oleObj name="Equation" r:id="rId4" imgW="1295280" imgH="393480" progId="Equation.DSMT4">
                  <p:embed/>
                  <p:pic>
                    <p:nvPicPr>
                      <p:cNvPr id="1486" name="Object 1485">
                        <a:extLst>
                          <a:ext uri="{FF2B5EF4-FFF2-40B4-BE49-F238E27FC236}">
                            <a16:creationId xmlns:a16="http://schemas.microsoft.com/office/drawing/2014/main" id="{10E43542-B08C-1FB4-2C62-918C0E751F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800" y="441018"/>
                        <a:ext cx="1295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7" name="Rectangle 1486">
            <a:extLst>
              <a:ext uri="{FF2B5EF4-FFF2-40B4-BE49-F238E27FC236}">
                <a16:creationId xmlns:a16="http://schemas.microsoft.com/office/drawing/2014/main" id="{39618AC2-FCF7-C00E-4CCA-4EAD43837BAE}"/>
              </a:ext>
            </a:extLst>
          </p:cNvPr>
          <p:cNvSpPr/>
          <p:nvPr/>
        </p:nvSpPr>
        <p:spPr>
          <a:xfrm>
            <a:off x="413655" y="49421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492" name="Rectangle 1491">
            <a:extLst>
              <a:ext uri="{FF2B5EF4-FFF2-40B4-BE49-F238E27FC236}">
                <a16:creationId xmlns:a16="http://schemas.microsoft.com/office/drawing/2014/main" id="{D7FB24E3-343B-DA04-6F98-919F3769B607}"/>
              </a:ext>
            </a:extLst>
          </p:cNvPr>
          <p:cNvSpPr/>
          <p:nvPr/>
        </p:nvSpPr>
        <p:spPr>
          <a:xfrm>
            <a:off x="442664" y="5234795"/>
            <a:ext cx="34483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Focus: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   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Directrix: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12B0DB2B-CE94-687F-EC89-AEF100300307}"/>
              </a:ext>
            </a:extLst>
          </p:cNvPr>
          <p:cNvSpPr/>
          <p:nvPr/>
        </p:nvSpPr>
        <p:spPr>
          <a:xfrm>
            <a:off x="422364" y="260168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495" name="Rectangle 1494">
            <a:extLst>
              <a:ext uri="{FF2B5EF4-FFF2-40B4-BE49-F238E27FC236}">
                <a16:creationId xmlns:a16="http://schemas.microsoft.com/office/drawing/2014/main" id="{56E63D47-A269-AA60-664C-88BDD4C3AE61}"/>
              </a:ext>
            </a:extLst>
          </p:cNvPr>
          <p:cNvSpPr/>
          <p:nvPr/>
        </p:nvSpPr>
        <p:spPr>
          <a:xfrm>
            <a:off x="3868782" y="270401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496" name="Object 1495">
            <a:extLst>
              <a:ext uri="{FF2B5EF4-FFF2-40B4-BE49-F238E27FC236}">
                <a16:creationId xmlns:a16="http://schemas.microsoft.com/office/drawing/2014/main" id="{C3CF66F9-778D-DA30-650E-C3B1F6284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630363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28600" progId="Equation.DSMT4">
                  <p:embed/>
                </p:oleObj>
              </mc:Choice>
              <mc:Fallback>
                <p:oleObj name="Equation" r:id="rId6" imgW="558720" imgH="228600" progId="Equation.DSMT4">
                  <p:embed/>
                  <p:pic>
                    <p:nvPicPr>
                      <p:cNvPr id="1496" name="Object 1495">
                        <a:extLst>
                          <a:ext uri="{FF2B5EF4-FFF2-40B4-BE49-F238E27FC236}">
                            <a16:creationId xmlns:a16="http://schemas.microsoft.com/office/drawing/2014/main" id="{C3CF66F9-778D-DA30-650E-C3B1F62846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800" y="2630363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7" name="Object 1496">
            <a:extLst>
              <a:ext uri="{FF2B5EF4-FFF2-40B4-BE49-F238E27FC236}">
                <a16:creationId xmlns:a16="http://schemas.microsoft.com/office/drawing/2014/main" id="{8C175122-6B05-52F7-3674-7BB10118E6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2514" y="2650666"/>
          <a:ext cx="1168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368280" progId="Equation.DSMT4">
                  <p:embed/>
                </p:oleObj>
              </mc:Choice>
              <mc:Fallback>
                <p:oleObj name="Equation" r:id="rId8" imgW="1168200" imgH="368280" progId="Equation.DSMT4">
                  <p:embed/>
                  <p:pic>
                    <p:nvPicPr>
                      <p:cNvPr id="1497" name="Object 1496">
                        <a:extLst>
                          <a:ext uri="{FF2B5EF4-FFF2-40B4-BE49-F238E27FC236}">
                            <a16:creationId xmlns:a16="http://schemas.microsoft.com/office/drawing/2014/main" id="{8C175122-6B05-52F7-3674-7BB10118E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32514" y="2650666"/>
                        <a:ext cx="1168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8" name="Rectangle 1497">
            <a:extLst>
              <a:ext uri="{FF2B5EF4-FFF2-40B4-BE49-F238E27FC236}">
                <a16:creationId xmlns:a16="http://schemas.microsoft.com/office/drawing/2014/main" id="{2041C493-A357-0A2B-281A-3A6A683B2182}"/>
              </a:ext>
            </a:extLst>
          </p:cNvPr>
          <p:cNvSpPr/>
          <p:nvPr/>
        </p:nvSpPr>
        <p:spPr>
          <a:xfrm>
            <a:off x="391890" y="5499465"/>
            <a:ext cx="5372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standard form of the equation given the graph.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02" name="Rectangle 1501">
            <a:extLst>
              <a:ext uri="{FF2B5EF4-FFF2-40B4-BE49-F238E27FC236}">
                <a16:creationId xmlns:a16="http://schemas.microsoft.com/office/drawing/2014/main" id="{226A23BC-2F37-B94D-1188-2CA6F49B4260}"/>
              </a:ext>
            </a:extLst>
          </p:cNvPr>
          <p:cNvSpPr/>
          <p:nvPr/>
        </p:nvSpPr>
        <p:spPr>
          <a:xfrm>
            <a:off x="4604494" y="8844559"/>
            <a:ext cx="27302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____________________________________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03" name="Rectangle 1502">
            <a:extLst>
              <a:ext uri="{FF2B5EF4-FFF2-40B4-BE49-F238E27FC236}">
                <a16:creationId xmlns:a16="http://schemas.microsoft.com/office/drawing/2014/main" id="{7BF4A9EB-5527-639A-A3C2-7D7FD239FDBF}"/>
              </a:ext>
            </a:extLst>
          </p:cNvPr>
          <p:cNvSpPr/>
          <p:nvPr/>
        </p:nvSpPr>
        <p:spPr>
          <a:xfrm>
            <a:off x="4604494" y="8326388"/>
            <a:ext cx="27302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____________________________________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04" name="Rectangle 1503">
            <a:extLst>
              <a:ext uri="{FF2B5EF4-FFF2-40B4-BE49-F238E27FC236}">
                <a16:creationId xmlns:a16="http://schemas.microsoft.com/office/drawing/2014/main" id="{E6C4B8C9-0AEC-14C8-C61A-0D0AD9C654E6}"/>
              </a:ext>
            </a:extLst>
          </p:cNvPr>
          <p:cNvSpPr/>
          <p:nvPr/>
        </p:nvSpPr>
        <p:spPr>
          <a:xfrm>
            <a:off x="4604494" y="6900365"/>
            <a:ext cx="2667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___________________________________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505" name="Table 1504">
            <a:extLst>
              <a:ext uri="{FF2B5EF4-FFF2-40B4-BE49-F238E27FC236}">
                <a16:creationId xmlns:a16="http://schemas.microsoft.com/office/drawing/2014/main" id="{747B0C18-E543-1704-DB5D-31A6AD21E35E}"/>
              </a:ext>
            </a:extLst>
          </p:cNvPr>
          <p:cNvGraphicFramePr>
            <a:graphicFrameLocks noGrp="1"/>
          </p:cNvGraphicFramePr>
          <p:nvPr/>
        </p:nvGraphicFramePr>
        <p:xfrm>
          <a:off x="4604493" y="6049106"/>
          <a:ext cx="2704449" cy="533337"/>
        </p:xfrm>
        <a:graphic>
          <a:graphicData uri="http://schemas.openxmlformats.org/drawingml/2006/table">
            <a:tbl>
              <a:tblPr/>
              <a:tblGrid>
                <a:gridCol w="270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4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</a:t>
                      </a:r>
                      <a:r>
                        <a:rPr lang="en-US" sz="1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____________________________________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07" name="Picture 1506">
            <a:extLst>
              <a:ext uri="{FF2B5EF4-FFF2-40B4-BE49-F238E27FC236}">
                <a16:creationId xmlns:a16="http://schemas.microsoft.com/office/drawing/2014/main" id="{216BCB38-21C9-74AA-8CD3-3B89C1A8F867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800" y="5904411"/>
            <a:ext cx="1732915" cy="1732915"/>
          </a:xfrm>
          <a:prstGeom prst="rect">
            <a:avLst/>
          </a:prstGeom>
        </p:spPr>
      </p:pic>
      <p:sp>
        <p:nvSpPr>
          <p:cNvPr id="1508" name="Rectangle 1507">
            <a:extLst>
              <a:ext uri="{FF2B5EF4-FFF2-40B4-BE49-F238E27FC236}">
                <a16:creationId xmlns:a16="http://schemas.microsoft.com/office/drawing/2014/main" id="{EDBC90A0-C79D-F70B-8DD4-00667C96C966}"/>
              </a:ext>
            </a:extLst>
          </p:cNvPr>
          <p:cNvSpPr/>
          <p:nvPr/>
        </p:nvSpPr>
        <p:spPr>
          <a:xfrm>
            <a:off x="2385402" y="577969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509" name="Picture 1508">
            <a:extLst>
              <a:ext uri="{FF2B5EF4-FFF2-40B4-BE49-F238E27FC236}">
                <a16:creationId xmlns:a16="http://schemas.microsoft.com/office/drawing/2014/main" id="{03330BEE-B39D-8944-E7A0-1BF728DA4CD1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5349" y="5895702"/>
            <a:ext cx="1732915" cy="1732915"/>
          </a:xfrm>
          <a:prstGeom prst="rect">
            <a:avLst/>
          </a:prstGeom>
        </p:spPr>
      </p:pic>
      <p:grpSp>
        <p:nvGrpSpPr>
          <p:cNvPr id="1511" name="Group 1510">
            <a:extLst>
              <a:ext uri="{FF2B5EF4-FFF2-40B4-BE49-F238E27FC236}">
                <a16:creationId xmlns:a16="http://schemas.microsoft.com/office/drawing/2014/main" id="{7E9EC59F-FC37-3E41-293F-3994B9217320}"/>
              </a:ext>
            </a:extLst>
          </p:cNvPr>
          <p:cNvGrpSpPr/>
          <p:nvPr/>
        </p:nvGrpSpPr>
        <p:grpSpPr>
          <a:xfrm>
            <a:off x="685800" y="7769499"/>
            <a:ext cx="1732915" cy="1732915"/>
            <a:chOff x="0" y="0"/>
            <a:chExt cx="1732915" cy="1732915"/>
          </a:xfrm>
        </p:grpSpPr>
        <p:pic>
          <p:nvPicPr>
            <p:cNvPr id="1512" name="Picture 1511">
              <a:extLst>
                <a:ext uri="{FF2B5EF4-FFF2-40B4-BE49-F238E27FC236}">
                  <a16:creationId xmlns:a16="http://schemas.microsoft.com/office/drawing/2014/main" id="{5B59A6F4-5DDF-DAA9-1374-15FEE3FE9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1732915" cy="1732915"/>
            </a:xfrm>
            <a:prstGeom prst="rect">
              <a:avLst/>
            </a:prstGeom>
          </p:spPr>
        </p:pic>
        <p:sp>
          <p:nvSpPr>
            <p:cNvPr id="1513" name="Rectangle 1512">
              <a:extLst>
                <a:ext uri="{FF2B5EF4-FFF2-40B4-BE49-F238E27FC236}">
                  <a16:creationId xmlns:a16="http://schemas.microsoft.com/office/drawing/2014/main" id="{7E467A66-90A1-0CAC-AE95-DD2DA5AE7EEC}"/>
                </a:ext>
              </a:extLst>
            </p:cNvPr>
            <p:cNvSpPr/>
            <p:nvPr/>
          </p:nvSpPr>
          <p:spPr>
            <a:xfrm rot="5400000">
              <a:off x="792066" y="640703"/>
              <a:ext cx="741805" cy="443540"/>
            </a:xfrm>
            <a:prstGeom prst="rect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dash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4" name="Oval 1513">
              <a:extLst>
                <a:ext uri="{FF2B5EF4-FFF2-40B4-BE49-F238E27FC236}">
                  <a16:creationId xmlns:a16="http://schemas.microsoft.com/office/drawing/2014/main" id="{077325C5-E48C-CFF0-E04D-C76ED33C3622}"/>
                </a:ext>
              </a:extLst>
            </p:cNvPr>
            <p:cNvSpPr/>
            <p:nvPr/>
          </p:nvSpPr>
          <p:spPr>
            <a:xfrm>
              <a:off x="1145036" y="472903"/>
              <a:ext cx="38735" cy="38735"/>
            </a:xfrm>
            <a:prstGeom prst="ellipse">
              <a:avLst/>
            </a:prstGeom>
            <a:solidFill>
              <a:sysClr val="windowText" lastClr="0000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5" name="Oval 1514">
              <a:extLst>
                <a:ext uri="{FF2B5EF4-FFF2-40B4-BE49-F238E27FC236}">
                  <a16:creationId xmlns:a16="http://schemas.microsoft.com/office/drawing/2014/main" id="{38226535-37BC-773D-81AF-12F2AB24E68F}"/>
                </a:ext>
              </a:extLst>
            </p:cNvPr>
            <p:cNvSpPr/>
            <p:nvPr/>
          </p:nvSpPr>
          <p:spPr>
            <a:xfrm>
              <a:off x="1144556" y="1212980"/>
              <a:ext cx="38735" cy="38735"/>
            </a:xfrm>
            <a:prstGeom prst="ellipse">
              <a:avLst/>
            </a:prstGeom>
            <a:solidFill>
              <a:sysClr val="windowText" lastClr="000000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16" name="Rectangle 1515">
            <a:extLst>
              <a:ext uri="{FF2B5EF4-FFF2-40B4-BE49-F238E27FC236}">
                <a16:creationId xmlns:a16="http://schemas.microsoft.com/office/drawing/2014/main" id="{174C684E-506C-1EAF-61D8-7163FE71F2DB}"/>
              </a:ext>
            </a:extLst>
          </p:cNvPr>
          <p:cNvSpPr/>
          <p:nvPr/>
        </p:nvSpPr>
        <p:spPr>
          <a:xfrm>
            <a:off x="2385402" y="769329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1517" name="Group 1516">
            <a:extLst>
              <a:ext uri="{FF2B5EF4-FFF2-40B4-BE49-F238E27FC236}">
                <a16:creationId xmlns:a16="http://schemas.microsoft.com/office/drawing/2014/main" id="{FCCD2C17-2269-D13D-91CF-1859406AB455}"/>
              </a:ext>
            </a:extLst>
          </p:cNvPr>
          <p:cNvGrpSpPr/>
          <p:nvPr/>
        </p:nvGrpSpPr>
        <p:grpSpPr>
          <a:xfrm>
            <a:off x="2728821" y="7769499"/>
            <a:ext cx="1732915" cy="1732915"/>
            <a:chOff x="0" y="0"/>
            <a:chExt cx="1732915" cy="1732915"/>
          </a:xfrm>
        </p:grpSpPr>
        <p:grpSp>
          <p:nvGrpSpPr>
            <p:cNvPr id="1518" name="Group 1517">
              <a:extLst>
                <a:ext uri="{FF2B5EF4-FFF2-40B4-BE49-F238E27FC236}">
                  <a16:creationId xmlns:a16="http://schemas.microsoft.com/office/drawing/2014/main" id="{AEF20AE4-C997-85E1-DD24-81FA297AE7EA}"/>
                </a:ext>
              </a:extLst>
            </p:cNvPr>
            <p:cNvGrpSpPr/>
            <p:nvPr/>
          </p:nvGrpSpPr>
          <p:grpSpPr>
            <a:xfrm>
              <a:off x="0" y="0"/>
              <a:ext cx="1732915" cy="1732915"/>
              <a:chOff x="0" y="0"/>
              <a:chExt cx="1732915" cy="1732915"/>
            </a:xfrm>
          </p:grpSpPr>
          <p:pic>
            <p:nvPicPr>
              <p:cNvPr id="1520" name="Picture 1519">
                <a:extLst>
                  <a:ext uri="{FF2B5EF4-FFF2-40B4-BE49-F238E27FC236}">
                    <a16:creationId xmlns:a16="http://schemas.microsoft.com/office/drawing/2014/main" id="{BCBBD5A6-6778-6E5D-6995-888199ABB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0" y="0"/>
                <a:ext cx="1732915" cy="1732915"/>
              </a:xfrm>
              <a:prstGeom prst="rect">
                <a:avLst/>
              </a:prstGeom>
            </p:spPr>
          </p:pic>
          <p:sp>
            <p:nvSpPr>
              <p:cNvPr id="1521" name="Oval 1520">
                <a:extLst>
                  <a:ext uri="{FF2B5EF4-FFF2-40B4-BE49-F238E27FC236}">
                    <a16:creationId xmlns:a16="http://schemas.microsoft.com/office/drawing/2014/main" id="{A69E5621-DBA1-94D1-5129-FBB407F7CB74}"/>
                  </a:ext>
                </a:extLst>
              </p:cNvPr>
              <p:cNvSpPr/>
              <p:nvPr/>
            </p:nvSpPr>
            <p:spPr>
              <a:xfrm>
                <a:off x="997092" y="771654"/>
                <a:ext cx="38735" cy="38735"/>
              </a:xfrm>
              <a:prstGeom prst="ellipse">
                <a:avLst/>
              </a:prstGeom>
              <a:solidFill>
                <a:sysClr val="windowText" lastClr="000000"/>
              </a:solidFill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1519" name="Straight Connector 1518">
              <a:extLst>
                <a:ext uri="{FF2B5EF4-FFF2-40B4-BE49-F238E27FC236}">
                  <a16:creationId xmlns:a16="http://schemas.microsoft.com/office/drawing/2014/main" id="{820ABCC5-CA9F-BA60-9988-BBBA371A8993}"/>
                </a:ext>
              </a:extLst>
            </p:cNvPr>
            <p:cNvCxnSpPr/>
            <p:nvPr/>
          </p:nvCxnSpPr>
          <p:spPr>
            <a:xfrm rot="5400000" flipH="1">
              <a:off x="-431851" y="864263"/>
              <a:ext cx="1718310" cy="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dash"/>
              <a:headEnd type="stealth"/>
              <a:tailEnd type="stealth"/>
            </a:ln>
            <a:effectLst/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09221D3-350B-8474-1CC6-681C2B64AC07}"/>
              </a:ext>
            </a:extLst>
          </p:cNvPr>
          <p:cNvGrpSpPr/>
          <p:nvPr/>
        </p:nvGrpSpPr>
        <p:grpSpPr>
          <a:xfrm>
            <a:off x="2262261" y="424791"/>
            <a:ext cx="2148840" cy="2148840"/>
            <a:chOff x="-90015" y="-91862"/>
            <a:chExt cx="5035371" cy="50342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72DB56-DD94-B16E-C411-1A0E2A3DB3E0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638C390-1840-02A2-82F6-E7905513FECD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87BCEC-4112-86A7-2390-B442C3ECF374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14E93D-1C1F-045A-490B-7D217EE5A7F2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125794-0F2D-D21E-528D-0F1B003EDF6E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38B3DDB-725E-599C-634F-B98A1A90D42D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FB1C49-543F-A437-36F8-846A4C1EFEB9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B4049C7-9BD9-C029-E713-6E26BDA95BA4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CF9CE60-894A-54AF-956C-62D036FA4DC4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F1E594-CFE8-6452-1901-B0E9FA9C7B57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B76D95E-FA06-1533-5245-953077DA5522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7DA0912-2D6A-8E56-B8CF-DB1F90D83F24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819E85E-2BAC-2652-485C-D71ACAAFE1E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D63CE9F-956E-7A56-48B0-82D8056E55D0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B15256-1BA6-814C-8029-2D1E6358556F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D4A2851-2C8E-3CB5-8632-C9B2C03C8B2F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1208029-3255-62E2-7EF9-17292908BC82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2B3AF9-96C7-E5CD-BC18-EA08D2D8EDF4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94023-B442-1E08-5E0F-3C12CB136A1F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592C56-3483-E466-8D61-D555988C0F06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8927AA8-3433-D050-150B-4F4CCDB55B9E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C8A800-281E-9445-D1BC-16441AC39675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5AADEA-2C32-837B-00F0-4175E78B5F74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16E27A-C1DF-0264-CB2A-4444BAFC986B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3A25B59-FF6E-9E52-E53D-77E8E6948806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244145-74AB-25E9-9298-B12AAA27512F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B8D98C-4B47-D4CF-693C-13D803E2A513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85FE646-5B80-A36A-A5AC-44132B0236BC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CC3FF17-42BA-80FE-DAD2-DFA9ED9C0DDA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38ADC46-FF82-5414-6598-729FDC7F3249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B967846-6E1E-B2F4-721B-1D3EE534C027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3F74875-CCF6-0C51-A1AF-AA5B9A5A9CF5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FC96598-0F91-096E-3FEA-AEF7C01AF3FB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1A25080-3213-7B2D-E442-532030EA219F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8B55B4F-64EB-0009-9516-D8EF812A6A2C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D43DDB3-D2A0-3EA8-B270-323AD466048D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4739C9-F169-138A-6000-4A440690CF4F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1AFB546-6314-CEBC-C61A-63AF11BB3D2D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26CC6DA-7CF8-72E7-CA34-7D36EDBD97D8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2C4C652-6334-FE43-28EE-6F0E0078BED9}"/>
              </a:ext>
            </a:extLst>
          </p:cNvPr>
          <p:cNvGrpSpPr/>
          <p:nvPr/>
        </p:nvGrpSpPr>
        <p:grpSpPr>
          <a:xfrm>
            <a:off x="1665518" y="2807370"/>
            <a:ext cx="2148840" cy="2148840"/>
            <a:chOff x="-90015" y="-91862"/>
            <a:chExt cx="5035371" cy="503420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8CD26D-D48D-490E-F67E-9308CFA7C5EC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6B30ED5-2769-FEF7-BC36-71FE2D65FA30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733E66-1470-7513-0E25-F2A4F0196F05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442345E-B896-D045-6A37-CB1521FD6C56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E7D0DBF-C47B-49C1-4CC2-C2B7252ED55B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EC95992-5427-04F3-F7A7-62FD2982354A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2D9B35A-2493-6316-DDBD-60ED13F1E55E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5C6128A-F72C-FF0C-515A-A5E230694A6D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7BB9F87-6CE5-71E2-8B2D-BFF8E66AC745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ED4F1E5-2546-F022-81C3-1F328D437D81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06B548-346D-C887-8DBD-97CC2EAC8739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277349E-472A-5BDB-7926-80B775AE4747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64D234D-02F9-20D3-F801-915FAD98104C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6B8D997-CED8-584F-9598-3AE0AE55431A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160EB0C-8783-D1ED-A9B2-E19DAFB987D7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B4102D1-394D-815D-76A9-230723DB153E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3D70915-6034-1103-F34A-CF02685EB356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27A2AFB-9E63-E552-7F99-A84D0BE9D1C5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FBC55D-BED5-046D-D519-0F033E10733B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62DF0EF-0C18-3647-09F6-059E6AABC4B5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123A8505-9C24-CBF5-0C92-2FFAEACE08D7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FFA82B0A-8185-E33E-1F3E-6890AB6E4CF8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C16252D2-84C2-DA4F-D510-80D94F476865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AD7FF803-8530-80DF-BE09-CF97BD52E63D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F251B637-4399-9F1E-747B-107F10E24A13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A6D8538B-F266-A0C5-9B0C-C71364D6B1FC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2627604E-5BD7-AA3E-323F-58F79DCACE13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F08C39B6-5F75-AA08-BFBA-1E4744629603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8DA2DAA2-F085-5BFA-715C-B95AA86CA79E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187C34E7-EA21-451B-F4C7-06269E946109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7194B442-408B-A12D-1B5B-831736D257EA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03F93B96-7018-E98D-F890-90BC2185BF74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661317E-977E-D778-E9D3-B5153F7B6A6E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E1435A20-533F-0D93-EA6A-B1F56AF061FE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3815E673-D767-2030-DF87-90D4F2AE6165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CDC99BBC-60AE-2C2A-464F-40A4140953B3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A92F32E3-8BB0-1FF7-FD8E-F2119C172EE5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FC4CE985-D216-048C-122D-C2C755BF0CCB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36701EDF-4675-C2AE-FA61-A7199FC56074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048F7A0F-E3EF-8066-75F0-95B96FE0BE1A}"/>
              </a:ext>
            </a:extLst>
          </p:cNvPr>
          <p:cNvGrpSpPr/>
          <p:nvPr/>
        </p:nvGrpSpPr>
        <p:grpSpPr>
          <a:xfrm>
            <a:off x="5105602" y="2820926"/>
            <a:ext cx="2148840" cy="2148840"/>
            <a:chOff x="-90015" y="-91862"/>
            <a:chExt cx="5035371" cy="5034206"/>
          </a:xfrm>
        </p:grpSpPr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D2B2427D-7F88-07A6-CDB3-AFD2FA20C8AF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220B3129-7498-1822-DC3C-9ECCDAA2325C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8A1200FE-6AAA-D248-9578-A4B2F5EB8FA1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D04B9537-2A1E-A473-A2E1-8B65C9C4B273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9382D8EB-C69C-7290-2773-DB95A4C2DDC3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D590C79F-C1B0-BDAF-EE95-E7BC014826F5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1989B800-C3E4-3EE4-7B5D-1976A30782B5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AB2E3B21-C5DA-4CB3-7880-40EA1CA5824F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06FFA8E4-61F2-B250-A2DC-AD5AA5DB626E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E7F67F47-0519-B341-ACE8-452306E5D3AC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2CF6A123-43E6-BCCB-6E8C-8352159DC7B0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8F1839AD-DCF6-4B00-7CA4-69DE7CD066AD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4B3AC707-1D2D-9D00-5C3E-4E3134A30C8F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1EDD62E7-0C5A-EDD7-21E1-5BF742AAF8EC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BE671DB1-5612-6D18-140F-E9F4F3C59933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D3893A4E-7875-070E-4E00-C4483F149E53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C37370D0-FB93-DFC8-DFE8-E7AA06E1E3E3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924E749B-EA2D-AC75-D5B4-58D12C3C33CF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5E399E9F-49D6-08E8-EBF5-9BBCFFF256F4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C5A8C568-E298-F1F1-B1A7-D0E127C048C6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B13E0A2C-B14A-8515-0DF0-0DCDD87D180D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8AC159FD-A109-4D5E-2E93-D67D4BF5AE52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9F561B9A-4623-9E52-A78E-50CAECBB9D04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9E82767E-7EC9-F5C5-2B34-48B8463E0282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D42B5C09-D634-2FCD-B24D-4F4F863CC132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42165BA7-62C0-0E6F-A4D0-641FFE9A1244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7128C815-37B6-B758-95DF-80B1FC884383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10901C19-8C3F-4FD1-E477-58C64C37F22C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5CE04F32-4A10-FE7F-7148-F26D24C5849C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CF0E4EE1-53A5-A9AA-9D9A-A95E22ACBF0E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1817187B-1951-7C11-7BE8-4894982B6128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2B223A36-2AAC-AAD6-3C46-AE36FA7CA0A7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8C86E676-48C9-0503-AEAF-A9F0FCA2641B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67700A38-600A-AE12-94A7-F2FD979C18C3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16211B63-7291-D395-82F6-002B782DC02F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97FC1C4A-007F-7922-7EB4-7BF29E359942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0BFB3BF2-BF8E-7AD1-30D1-F1387F0C2B49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5F864768-FC6D-A9A4-96FE-9F23B17692E7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130A7C7B-457E-D316-8742-A6CA53689AE9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EB71F955-BA3C-6FA9-5770-F78429E9A9A8}"/>
              </a:ext>
            </a:extLst>
          </p:cNvPr>
          <p:cNvSpPr/>
          <p:nvPr/>
        </p:nvSpPr>
        <p:spPr>
          <a:xfrm>
            <a:off x="442664" y="4987914"/>
            <a:ext cx="34339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   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Axis of </a:t>
            </a:r>
            <a:r>
              <a:rPr lang="en-US" sz="10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Sym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335069FA-A5DB-C0C5-BB02-242DE315620B}"/>
              </a:ext>
            </a:extLst>
          </p:cNvPr>
          <p:cNvSpPr/>
          <p:nvPr/>
        </p:nvSpPr>
        <p:spPr>
          <a:xfrm>
            <a:off x="3886200" y="5236295"/>
            <a:ext cx="34483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Focus: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   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Directrix: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0DD4390D-0863-6956-D305-6FFA55CC126E}"/>
              </a:ext>
            </a:extLst>
          </p:cNvPr>
          <p:cNvSpPr/>
          <p:nvPr/>
        </p:nvSpPr>
        <p:spPr>
          <a:xfrm>
            <a:off x="3886200" y="4989414"/>
            <a:ext cx="34339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Vertex: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   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Axis of </a:t>
            </a:r>
            <a:r>
              <a:rPr lang="en-US" sz="1000" b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Sym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:</a:t>
            </a:r>
            <a:r>
              <a:rPr lang="en-US" sz="10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A3C7BB32-6F16-A2F3-ED97-E1A7B7A655CE}"/>
              </a:ext>
            </a:extLst>
          </p:cNvPr>
          <p:cNvSpPr/>
          <p:nvPr/>
        </p:nvSpPr>
        <p:spPr>
          <a:xfrm>
            <a:off x="442664" y="769329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472" name="Rectangle 1471">
            <a:extLst>
              <a:ext uri="{FF2B5EF4-FFF2-40B4-BE49-F238E27FC236}">
                <a16:creationId xmlns:a16="http://schemas.microsoft.com/office/drawing/2014/main" id="{068C3C5F-1799-E8B1-9212-8F9D28173F39}"/>
              </a:ext>
            </a:extLst>
          </p:cNvPr>
          <p:cNvSpPr/>
          <p:nvPr/>
        </p:nvSpPr>
        <p:spPr>
          <a:xfrm>
            <a:off x="521212" y="5779695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9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72C10-E516-6E0D-4E63-E4495988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CC83F8-3F44-7B12-38B7-C3BFD082592C}"/>
              </a:ext>
            </a:extLst>
          </p:cNvPr>
          <p:cNvSpPr/>
          <p:nvPr/>
        </p:nvSpPr>
        <p:spPr>
          <a:xfrm>
            <a:off x="448629" y="385303"/>
            <a:ext cx="7010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circle in standard form with the given information.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A2FE6-CEE9-EA48-06F7-95A99DC95A99}"/>
              </a:ext>
            </a:extLst>
          </p:cNvPr>
          <p:cNvSpPr/>
          <p:nvPr/>
        </p:nvSpPr>
        <p:spPr>
          <a:xfrm>
            <a:off x="441784" y="654611"/>
            <a:ext cx="30668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Center: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1, -4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 Point on Circle: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-9, -2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1C8BE-D20B-E99A-5F27-2BACC3C54A8E}"/>
              </a:ext>
            </a:extLst>
          </p:cNvPr>
          <p:cNvSpPr/>
          <p:nvPr/>
        </p:nvSpPr>
        <p:spPr>
          <a:xfrm>
            <a:off x="3886404" y="658373"/>
            <a:ext cx="32993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Endpoints of Diameter: 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-7, -4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3, -8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423DA-3035-6CA5-2478-CC8FD36885BB}"/>
              </a:ext>
            </a:extLst>
          </p:cNvPr>
          <p:cNvSpPr/>
          <p:nvPr/>
        </p:nvSpPr>
        <p:spPr>
          <a:xfrm>
            <a:off x="3886222" y="2430726"/>
            <a:ext cx="346823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BF9E9-02C2-9F1B-2EDA-3A099E4C4077}"/>
              </a:ext>
            </a:extLst>
          </p:cNvPr>
          <p:cNvSpPr/>
          <p:nvPr/>
        </p:nvSpPr>
        <p:spPr>
          <a:xfrm>
            <a:off x="439587" y="2424191"/>
            <a:ext cx="346823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619E2-4AC4-71DA-CEBF-EEAAE01EA084}"/>
              </a:ext>
            </a:extLst>
          </p:cNvPr>
          <p:cNvSpPr/>
          <p:nvPr/>
        </p:nvSpPr>
        <p:spPr>
          <a:xfrm>
            <a:off x="439192" y="2675636"/>
            <a:ext cx="62103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ellipse in standard form with the given information.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E13FE-A064-0999-B8CD-A6B917BAB1C5}"/>
              </a:ext>
            </a:extLst>
          </p:cNvPr>
          <p:cNvSpPr/>
          <p:nvPr/>
        </p:nvSpPr>
        <p:spPr>
          <a:xfrm>
            <a:off x="441784" y="2949625"/>
            <a:ext cx="3276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-2, -3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12, -3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Co-Vertices: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5, -1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5, -5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8D222-2471-86AB-0E8F-C785EA5115CA}"/>
              </a:ext>
            </a:extLst>
          </p:cNvPr>
          <p:cNvSpPr/>
          <p:nvPr/>
        </p:nvSpPr>
        <p:spPr>
          <a:xfrm>
            <a:off x="439587" y="4723972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812701-34A0-88B4-B8B6-C78C6C3FD660}"/>
              </a:ext>
            </a:extLst>
          </p:cNvPr>
          <p:cNvSpPr/>
          <p:nvPr/>
        </p:nvSpPr>
        <p:spPr>
          <a:xfrm>
            <a:off x="3883489" y="4734574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E7C33-D3D5-4349-4E70-2A90C255B063}"/>
              </a:ext>
            </a:extLst>
          </p:cNvPr>
          <p:cNvSpPr/>
          <p:nvPr/>
        </p:nvSpPr>
        <p:spPr>
          <a:xfrm>
            <a:off x="3886404" y="2937339"/>
            <a:ext cx="33440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Co-Vertices: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-3, 2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-11, 2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Foci: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-7, 5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-7, -1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D4B55-7249-46A5-CF72-AC3D5658F0F8}"/>
              </a:ext>
            </a:extLst>
          </p:cNvPr>
          <p:cNvSpPr/>
          <p:nvPr/>
        </p:nvSpPr>
        <p:spPr>
          <a:xfrm>
            <a:off x="437186" y="4968723"/>
            <a:ext cx="6515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hyperbola in standard form with the given information.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E9623-C5B8-E2A4-10C1-827912D2C664}"/>
              </a:ext>
            </a:extLst>
          </p:cNvPr>
          <p:cNvSpPr/>
          <p:nvPr/>
        </p:nvSpPr>
        <p:spPr>
          <a:xfrm>
            <a:off x="441784" y="5245412"/>
            <a:ext cx="2590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4, 6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-4, 6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Co-Vertices: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0, -3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0, 15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7778B-1BB7-20BE-5041-92ED53A4E2D7}"/>
              </a:ext>
            </a:extLst>
          </p:cNvPr>
          <p:cNvSpPr/>
          <p:nvPr/>
        </p:nvSpPr>
        <p:spPr>
          <a:xfrm>
            <a:off x="3886404" y="5234555"/>
            <a:ext cx="21967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Vertices: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2, -7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2, 9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Foci: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2, -9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and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2, 11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F921C5-93CD-4667-08B2-53F258F46430}"/>
              </a:ext>
            </a:extLst>
          </p:cNvPr>
          <p:cNvSpPr/>
          <p:nvPr/>
        </p:nvSpPr>
        <p:spPr>
          <a:xfrm>
            <a:off x="3827418" y="7024406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802A1A-4C83-34BE-CE9B-1E6B1FA13F97}"/>
              </a:ext>
            </a:extLst>
          </p:cNvPr>
          <p:cNvSpPr/>
          <p:nvPr/>
        </p:nvSpPr>
        <p:spPr>
          <a:xfrm>
            <a:off x="398418" y="7024406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B4D96-DE90-9625-E38C-27E3FC5841C0}"/>
              </a:ext>
            </a:extLst>
          </p:cNvPr>
          <p:cNvSpPr/>
          <p:nvPr/>
        </p:nvSpPr>
        <p:spPr>
          <a:xfrm>
            <a:off x="419993" y="7271320"/>
            <a:ext cx="6629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the equation of the parabola in standard form with the given information.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B53263-70E0-8121-3BD4-1339C81D07BD}"/>
              </a:ext>
            </a:extLst>
          </p:cNvPr>
          <p:cNvSpPr/>
          <p:nvPr/>
        </p:nvSpPr>
        <p:spPr>
          <a:xfrm>
            <a:off x="441784" y="7544161"/>
            <a:ext cx="23423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Vertex: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-4, 5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Focus: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-7, 5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F20295-3335-E464-EB39-EAEC7F25CF9F}"/>
              </a:ext>
            </a:extLst>
          </p:cNvPr>
          <p:cNvSpPr/>
          <p:nvPr/>
        </p:nvSpPr>
        <p:spPr>
          <a:xfrm>
            <a:off x="3886404" y="7532620"/>
            <a:ext cx="2398413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20.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Focus: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-8, 2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; Directrix: </a:t>
            </a:r>
            <a:r>
              <a:rPr lang="en-US" sz="1250" i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y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= 0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5CF69-4460-CB7D-1980-E22826035D61}"/>
              </a:ext>
            </a:extLst>
          </p:cNvPr>
          <p:cNvSpPr/>
          <p:nvPr/>
        </p:nvSpPr>
        <p:spPr>
          <a:xfrm>
            <a:off x="3888989" y="9297558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194FC6-0A01-B3A8-DC37-FAD7A177CD79}"/>
              </a:ext>
            </a:extLst>
          </p:cNvPr>
          <p:cNvSpPr/>
          <p:nvPr/>
        </p:nvSpPr>
        <p:spPr>
          <a:xfrm>
            <a:off x="451280" y="9297558"/>
            <a:ext cx="3514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7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BD3E9-5B55-F4AA-42FB-28C647A2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446">
            <a:extLst>
              <a:ext uri="{FF2B5EF4-FFF2-40B4-BE49-F238E27FC236}">
                <a16:creationId xmlns:a16="http://schemas.microsoft.com/office/drawing/2014/main" id="{877C53B9-122E-B8CE-B6F2-AECF1645DC4A}"/>
              </a:ext>
            </a:extLst>
          </p:cNvPr>
          <p:cNvSpPr/>
          <p:nvPr/>
        </p:nvSpPr>
        <p:spPr>
          <a:xfrm>
            <a:off x="433110" y="400872"/>
            <a:ext cx="56007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Classify each conic and write the equation in standard form.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48" name="TextBox 55">
            <a:extLst>
              <a:ext uri="{FF2B5EF4-FFF2-40B4-BE49-F238E27FC236}">
                <a16:creationId xmlns:a16="http://schemas.microsoft.com/office/drawing/2014/main" id="{DB7CFDE4-0F56-B466-367F-244021E9B3BB}"/>
              </a:ext>
            </a:extLst>
          </p:cNvPr>
          <p:cNvSpPr txBox="1"/>
          <p:nvPr/>
        </p:nvSpPr>
        <p:spPr>
          <a:xfrm>
            <a:off x="2610255" y="4075890"/>
            <a:ext cx="1275945" cy="88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Circle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Ellipse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9" name="TextBox 55">
            <a:extLst>
              <a:ext uri="{FF2B5EF4-FFF2-40B4-BE49-F238E27FC236}">
                <a16:creationId xmlns:a16="http://schemas.microsoft.com/office/drawing/2014/main" id="{D1E8933F-304E-6820-CB4D-431496F9EAED}"/>
              </a:ext>
            </a:extLst>
          </p:cNvPr>
          <p:cNvSpPr txBox="1"/>
          <p:nvPr/>
        </p:nvSpPr>
        <p:spPr>
          <a:xfrm>
            <a:off x="6039255" y="4075890"/>
            <a:ext cx="1275945" cy="88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Circle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Ellipse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0" name="TextBox 55">
            <a:extLst>
              <a:ext uri="{FF2B5EF4-FFF2-40B4-BE49-F238E27FC236}">
                <a16:creationId xmlns:a16="http://schemas.microsoft.com/office/drawing/2014/main" id="{F9271291-4A4A-D83E-93E5-8A2B55DB9F42}"/>
              </a:ext>
            </a:extLst>
          </p:cNvPr>
          <p:cNvSpPr txBox="1"/>
          <p:nvPr/>
        </p:nvSpPr>
        <p:spPr>
          <a:xfrm>
            <a:off x="6039254" y="723090"/>
            <a:ext cx="1287005" cy="88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Circle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Ellipse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1" name="TextBox 55">
            <a:extLst>
              <a:ext uri="{FF2B5EF4-FFF2-40B4-BE49-F238E27FC236}">
                <a16:creationId xmlns:a16="http://schemas.microsoft.com/office/drawing/2014/main" id="{F85214FD-FE4F-CA61-749E-7A4ED34052AD}"/>
              </a:ext>
            </a:extLst>
          </p:cNvPr>
          <p:cNvSpPr txBox="1"/>
          <p:nvPr/>
        </p:nvSpPr>
        <p:spPr>
          <a:xfrm>
            <a:off x="2534055" y="723090"/>
            <a:ext cx="1367442" cy="88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Circle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Ellipse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1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Parabola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8092300-2489-B52E-A6FD-B3D07DEE5D5B}"/>
              </a:ext>
            </a:extLst>
          </p:cNvPr>
          <p:cNvSpPr/>
          <p:nvPr/>
        </p:nvSpPr>
        <p:spPr>
          <a:xfrm>
            <a:off x="456618" y="66549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21.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53" name="Object 452">
            <a:extLst>
              <a:ext uri="{FF2B5EF4-FFF2-40B4-BE49-F238E27FC236}">
                <a16:creationId xmlns:a16="http://schemas.microsoft.com/office/drawing/2014/main" id="{DB7BADA1-C14D-F721-ABC0-A5F362CA8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440" y="678428"/>
          <a:ext cx="1282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28600" progId="Equation.DSMT4">
                  <p:embed/>
                </p:oleObj>
              </mc:Choice>
              <mc:Fallback>
                <p:oleObj name="Equation" r:id="rId4" imgW="1282680" imgH="228600" progId="Equation.DSMT4">
                  <p:embed/>
                  <p:pic>
                    <p:nvPicPr>
                      <p:cNvPr id="453" name="Object 452">
                        <a:extLst>
                          <a:ext uri="{FF2B5EF4-FFF2-40B4-BE49-F238E27FC236}">
                            <a16:creationId xmlns:a16="http://schemas.microsoft.com/office/drawing/2014/main" id="{DB7BADA1-C14D-F721-ABC0-A5F362CA8F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440" y="678428"/>
                        <a:ext cx="1282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4" name="Rectangle 453">
            <a:extLst>
              <a:ext uri="{FF2B5EF4-FFF2-40B4-BE49-F238E27FC236}">
                <a16:creationId xmlns:a16="http://schemas.microsoft.com/office/drawing/2014/main" id="{E1D152B6-A87D-6E90-832F-4BEB233AC425}"/>
              </a:ext>
            </a:extLst>
          </p:cNvPr>
          <p:cNvSpPr/>
          <p:nvPr/>
        </p:nvSpPr>
        <p:spPr>
          <a:xfrm>
            <a:off x="3877729" y="6886581"/>
            <a:ext cx="35846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1C9641A7-50F3-92D6-4973-1AE393C3A74C}"/>
              </a:ext>
            </a:extLst>
          </p:cNvPr>
          <p:cNvSpPr/>
          <p:nvPr/>
        </p:nvSpPr>
        <p:spPr>
          <a:xfrm>
            <a:off x="433767" y="6886581"/>
            <a:ext cx="358463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F0C9634-B433-8D46-4652-D2DD95D1CE13}"/>
              </a:ext>
            </a:extLst>
          </p:cNvPr>
          <p:cNvSpPr/>
          <p:nvPr/>
        </p:nvSpPr>
        <p:spPr>
          <a:xfrm>
            <a:off x="3858333" y="3629580"/>
            <a:ext cx="35846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BC612C77-EBFB-C75A-6185-2E2A9C46A52F}"/>
              </a:ext>
            </a:extLst>
          </p:cNvPr>
          <p:cNvSpPr/>
          <p:nvPr/>
        </p:nvSpPr>
        <p:spPr>
          <a:xfrm>
            <a:off x="414894" y="3618690"/>
            <a:ext cx="35846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Equation: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5328029D-EC0C-6E0B-3B8E-B1FFD5A79882}"/>
              </a:ext>
            </a:extLst>
          </p:cNvPr>
          <p:cNvSpPr/>
          <p:nvPr/>
        </p:nvSpPr>
        <p:spPr>
          <a:xfrm>
            <a:off x="3877729" y="654769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59" name="Object 458">
            <a:extLst>
              <a:ext uri="{FF2B5EF4-FFF2-40B4-BE49-F238E27FC236}">
                <a16:creationId xmlns:a16="http://schemas.microsoft.com/office/drawing/2014/main" id="{FD256A21-AEB4-65F5-E5B4-EEF01719C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579" y="665524"/>
          <a:ext cx="163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228600" progId="Equation.DSMT4">
                  <p:embed/>
                </p:oleObj>
              </mc:Choice>
              <mc:Fallback>
                <p:oleObj name="Equation" r:id="rId6" imgW="1638000" imgH="228600" progId="Equation.DSMT4">
                  <p:embed/>
                  <p:pic>
                    <p:nvPicPr>
                      <p:cNvPr id="459" name="Object 458">
                        <a:extLst>
                          <a:ext uri="{FF2B5EF4-FFF2-40B4-BE49-F238E27FC236}">
                            <a16:creationId xmlns:a16="http://schemas.microsoft.com/office/drawing/2014/main" id="{FD256A21-AEB4-65F5-E5B4-EEF01719C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11579" y="665524"/>
                        <a:ext cx="163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" name="Rectangle 459">
            <a:extLst>
              <a:ext uri="{FF2B5EF4-FFF2-40B4-BE49-F238E27FC236}">
                <a16:creationId xmlns:a16="http://schemas.microsoft.com/office/drawing/2014/main" id="{E9F95855-3E22-D685-8DBE-9A0D2265CB02}"/>
              </a:ext>
            </a:extLst>
          </p:cNvPr>
          <p:cNvSpPr/>
          <p:nvPr/>
        </p:nvSpPr>
        <p:spPr>
          <a:xfrm>
            <a:off x="456618" y="3931378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743A58F3-C1B6-A0CD-B99E-62FE64CAD624}"/>
              </a:ext>
            </a:extLst>
          </p:cNvPr>
          <p:cNvSpPr/>
          <p:nvPr/>
        </p:nvSpPr>
        <p:spPr>
          <a:xfrm>
            <a:off x="3911142" y="3900376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24.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62" name="Object 461">
            <a:extLst>
              <a:ext uri="{FF2B5EF4-FFF2-40B4-BE49-F238E27FC236}">
                <a16:creationId xmlns:a16="http://schemas.microsoft.com/office/drawing/2014/main" id="{9ED5A571-2637-5BD6-26F0-A7FC1034A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368" y="3929444"/>
          <a:ext cx="171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228600" progId="Equation.DSMT4">
                  <p:embed/>
                </p:oleObj>
              </mc:Choice>
              <mc:Fallback>
                <p:oleObj name="Equation" r:id="rId8" imgW="1714320" imgH="228600" progId="Equation.DSMT4">
                  <p:embed/>
                  <p:pic>
                    <p:nvPicPr>
                      <p:cNvPr id="462" name="Object 461">
                        <a:extLst>
                          <a:ext uri="{FF2B5EF4-FFF2-40B4-BE49-F238E27FC236}">
                            <a16:creationId xmlns:a16="http://schemas.microsoft.com/office/drawing/2014/main" id="{9ED5A571-2637-5BD6-26F0-A7FC1034A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2368" y="3929444"/>
                        <a:ext cx="171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" name="Object 462">
            <a:extLst>
              <a:ext uri="{FF2B5EF4-FFF2-40B4-BE49-F238E27FC236}">
                <a16:creationId xmlns:a16="http://schemas.microsoft.com/office/drawing/2014/main" id="{D0ADB478-F832-BB71-2AB6-0EAA886B5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1203" y="3917139"/>
          <a:ext cx="1625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400" imgH="228600" progId="Equation.DSMT4">
                  <p:embed/>
                </p:oleObj>
              </mc:Choice>
              <mc:Fallback>
                <p:oleObj name="Equation" r:id="rId10" imgW="1625400" imgH="228600" progId="Equation.DSMT4">
                  <p:embed/>
                  <p:pic>
                    <p:nvPicPr>
                      <p:cNvPr id="463" name="Object 462">
                        <a:extLst>
                          <a:ext uri="{FF2B5EF4-FFF2-40B4-BE49-F238E27FC236}">
                            <a16:creationId xmlns:a16="http://schemas.microsoft.com/office/drawing/2014/main" id="{D0ADB478-F832-BB71-2AB6-0EAA886B59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41203" y="3917139"/>
                        <a:ext cx="1625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" name="Rectangle 463">
            <a:extLst>
              <a:ext uri="{FF2B5EF4-FFF2-40B4-BE49-F238E27FC236}">
                <a16:creationId xmlns:a16="http://schemas.microsoft.com/office/drawing/2014/main" id="{FA842A3D-DB73-82DB-BB49-C1E3966C42D2}"/>
              </a:ext>
            </a:extLst>
          </p:cNvPr>
          <p:cNvSpPr/>
          <p:nvPr/>
        </p:nvSpPr>
        <p:spPr>
          <a:xfrm>
            <a:off x="459847" y="7129246"/>
            <a:ext cx="241925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the system by graphing.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E55FDA8A-6B1B-5AB4-B964-D58697D89A4D}"/>
              </a:ext>
            </a:extLst>
          </p:cNvPr>
          <p:cNvSpPr/>
          <p:nvPr/>
        </p:nvSpPr>
        <p:spPr>
          <a:xfrm>
            <a:off x="6080619" y="7428690"/>
            <a:ext cx="89319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00A6E86E-AF0C-3E71-8946-56ABF8A9D5B4}"/>
              </a:ext>
            </a:extLst>
          </p:cNvPr>
          <p:cNvSpPr/>
          <p:nvPr/>
        </p:nvSpPr>
        <p:spPr>
          <a:xfrm>
            <a:off x="476655" y="750489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25.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67" name="Object 466">
            <a:extLst>
              <a:ext uri="{FF2B5EF4-FFF2-40B4-BE49-F238E27FC236}">
                <a16:creationId xmlns:a16="http://schemas.microsoft.com/office/drawing/2014/main" id="{276CA6D2-B6DA-EEAF-8337-B15FB228C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900" y="7421563"/>
          <a:ext cx="102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520" imgH="457200" progId="Equation.DSMT4">
                  <p:embed/>
                </p:oleObj>
              </mc:Choice>
              <mc:Fallback>
                <p:oleObj name="Equation" r:id="rId12" imgW="1028520" imgH="457200" progId="Equation.DSMT4">
                  <p:embed/>
                  <p:pic>
                    <p:nvPicPr>
                      <p:cNvPr id="467" name="Object 466">
                        <a:extLst>
                          <a:ext uri="{FF2B5EF4-FFF2-40B4-BE49-F238E27FC236}">
                            <a16:creationId xmlns:a16="http://schemas.microsoft.com/office/drawing/2014/main" id="{276CA6D2-B6DA-EEAF-8337-B15FB228C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0900" y="7421563"/>
                        <a:ext cx="102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CDEC84AE-B488-596F-AAC2-4AFE8902AB94}"/>
              </a:ext>
            </a:extLst>
          </p:cNvPr>
          <p:cNvGrpSpPr/>
          <p:nvPr/>
        </p:nvGrpSpPr>
        <p:grpSpPr>
          <a:xfrm>
            <a:off x="3513207" y="7392865"/>
            <a:ext cx="2203522" cy="2203522"/>
            <a:chOff x="-90015" y="-91862"/>
            <a:chExt cx="5035371" cy="50342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5FAC70-9994-E46E-1E46-7F47C0F5A3DA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8C8A5E9-3B85-96FE-E5C8-BCB63FD355D9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274FF4-13A3-64FB-E088-9B3B3EBF85DE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C4DE28-EC46-59E1-3DD6-0D609A5A904D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9D0952-9A61-B98C-038C-3516AF4CA2F9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05F628A-FF66-DDBC-BB16-2B76FC2156E9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0E27054-3E82-98A8-A56D-E21AA2095645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A22F65-49D2-4289-86B7-2720C54B3065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350902-B214-10FB-6025-ACD8C4A07EF4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54DB6E-11D3-AEE2-15AE-EDF33686802F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96370-C601-C726-D3C2-7FBD120C0F6D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6E86B-B6B3-38CD-7E9B-2B97EE9B9466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C4502C3-8B8E-9EF8-AD4E-A1367B4972F3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C6EBFD-8A86-D52C-A4A9-B39938953D63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33A133F-1438-EF74-9D46-A7EBAB0A6E29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96EC6D8-A468-3EE2-3514-419AEB545CB8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2DA733-2352-6691-C5D0-55E1028F7BB7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E29326E-7DF0-B942-5392-E029A928B0F6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88694B-EA4B-C46D-3A10-F685727F328C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543505A-8B29-226C-F600-F6F2CE9EA3D6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A0FABBD-0047-5BA6-B4FA-B131178E717C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79F1D5F-3426-F855-1505-891633CFF2B0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2AFA2F-A66B-752D-E94C-BFCBD9FE1AC4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E8A07BF-11B2-523D-004E-45CDBCAA95D4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E0B2144-BD11-EE4C-BA3D-9B83B42C1C7E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C2CFB75-04D7-60B4-4EAA-BCEAADFBF11B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14EC6A-999B-C372-6953-17F6F643FE4C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EF50A38-5260-4D35-B2B9-83A6414843BB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F98FA7B-59FD-B6B5-02DA-64595AFCD862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76EAA82-FB36-C521-C093-4456322236E2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606B21-5882-7DF5-946C-E1EAD656E440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C4BCCEA-D0B9-200C-6D75-75D9FC9817F4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E3BE410-4142-9D38-4BCB-338342673AF3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A53038-2C6C-2326-4A65-66B5A52881D9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8DBFEDC-2490-C749-C2E8-8082E08DF989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B3299B-8FD7-2F52-5489-361288FA092A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D86B5A-8F54-3E1B-DEB9-9BC07C876454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8BE8E1-E302-351A-363E-765EF7BD6C7C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13D092F-D7AB-587A-4A51-6C3B818896E6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0326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DB01E-3280-787E-1D56-4C73D11B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446">
            <a:extLst>
              <a:ext uri="{FF2B5EF4-FFF2-40B4-BE49-F238E27FC236}">
                <a16:creationId xmlns:a16="http://schemas.microsoft.com/office/drawing/2014/main" id="{71FF4A7A-6D26-8DEC-55DF-315E361E671E}"/>
              </a:ext>
            </a:extLst>
          </p:cNvPr>
          <p:cNvSpPr/>
          <p:nvPr/>
        </p:nvSpPr>
        <p:spPr>
          <a:xfrm>
            <a:off x="6118254" y="516504"/>
            <a:ext cx="89319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A7C620E-614F-0A84-AB8A-C955773264F7}"/>
              </a:ext>
            </a:extLst>
          </p:cNvPr>
          <p:cNvSpPr/>
          <p:nvPr/>
        </p:nvSpPr>
        <p:spPr>
          <a:xfrm>
            <a:off x="438715" y="54705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26.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50" name="Object 449">
            <a:extLst>
              <a:ext uri="{FF2B5EF4-FFF2-40B4-BE49-F238E27FC236}">
                <a16:creationId xmlns:a16="http://schemas.microsoft.com/office/drawing/2014/main" id="{15E906DC-A5EB-32F9-0109-E76140E4C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652" y="2905047"/>
          <a:ext cx="113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457200" progId="Equation.DSMT4">
                  <p:embed/>
                </p:oleObj>
              </mc:Choice>
              <mc:Fallback>
                <p:oleObj name="Equation" r:id="rId4" imgW="1130040" imgH="457200" progId="Equation.DSMT4">
                  <p:embed/>
                  <p:pic>
                    <p:nvPicPr>
                      <p:cNvPr id="450" name="Object 449">
                        <a:extLst>
                          <a:ext uri="{FF2B5EF4-FFF2-40B4-BE49-F238E27FC236}">
                            <a16:creationId xmlns:a16="http://schemas.microsoft.com/office/drawing/2014/main" id="{15E906DC-A5EB-32F9-0109-E76140E4C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1652" y="2905047"/>
                        <a:ext cx="1130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" name="Object 450">
            <a:extLst>
              <a:ext uri="{FF2B5EF4-FFF2-40B4-BE49-F238E27FC236}">
                <a16:creationId xmlns:a16="http://schemas.microsoft.com/office/drawing/2014/main" id="{CA5C6448-09BC-EAC1-AC31-2C481EB22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48125"/>
          <a:ext cx="119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82400" progId="Equation.DSMT4">
                  <p:embed/>
                </p:oleObj>
              </mc:Choice>
              <mc:Fallback>
                <p:oleObj name="Equation" r:id="rId6" imgW="1193760" imgH="482400" progId="Equation.DSMT4">
                  <p:embed/>
                  <p:pic>
                    <p:nvPicPr>
                      <p:cNvPr id="451" name="Object 450">
                        <a:extLst>
                          <a:ext uri="{FF2B5EF4-FFF2-40B4-BE49-F238E27FC236}">
                            <a16:creationId xmlns:a16="http://schemas.microsoft.com/office/drawing/2014/main" id="{CA5C6448-09BC-EAC1-AC31-2C481EB222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2000" y="448125"/>
                        <a:ext cx="1193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" name="Rectangle 451">
            <a:extLst>
              <a:ext uri="{FF2B5EF4-FFF2-40B4-BE49-F238E27FC236}">
                <a16:creationId xmlns:a16="http://schemas.microsoft.com/office/drawing/2014/main" id="{E1ECC736-8DEC-3D1F-1B63-3BF516E8DFB9}"/>
              </a:ext>
            </a:extLst>
          </p:cNvPr>
          <p:cNvSpPr/>
          <p:nvPr/>
        </p:nvSpPr>
        <p:spPr>
          <a:xfrm>
            <a:off x="453919" y="2647456"/>
            <a:ext cx="247856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the system algebraically.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74BE1AB-AD8C-B26F-586D-FE5E1AB012B2}"/>
              </a:ext>
            </a:extLst>
          </p:cNvPr>
          <p:cNvSpPr/>
          <p:nvPr/>
        </p:nvSpPr>
        <p:spPr>
          <a:xfrm>
            <a:off x="431021" y="2988476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27.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54" name="Object 453">
            <a:extLst>
              <a:ext uri="{FF2B5EF4-FFF2-40B4-BE49-F238E27FC236}">
                <a16:creationId xmlns:a16="http://schemas.microsoft.com/office/drawing/2014/main" id="{8A2A6D82-81EC-49DE-4FA8-0030234A6A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46" y="2904543"/>
          <a:ext cx="1066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82400" progId="Equation.DSMT4">
                  <p:embed/>
                </p:oleObj>
              </mc:Choice>
              <mc:Fallback>
                <p:oleObj name="Equation" r:id="rId8" imgW="1066680" imgH="482400" progId="Equation.DSMT4">
                  <p:embed/>
                  <p:pic>
                    <p:nvPicPr>
                      <p:cNvPr id="454" name="Object 453">
                        <a:extLst>
                          <a:ext uri="{FF2B5EF4-FFF2-40B4-BE49-F238E27FC236}">
                            <a16:creationId xmlns:a16="http://schemas.microsoft.com/office/drawing/2014/main" id="{8A2A6D82-81EC-49DE-4FA8-0030234A6A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14846" y="2904543"/>
                        <a:ext cx="1066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" name="Rectangle 454">
            <a:extLst>
              <a:ext uri="{FF2B5EF4-FFF2-40B4-BE49-F238E27FC236}">
                <a16:creationId xmlns:a16="http://schemas.microsoft.com/office/drawing/2014/main" id="{714E0783-FAC8-5B17-A5E7-A046C9FD85B9}"/>
              </a:ext>
            </a:extLst>
          </p:cNvPr>
          <p:cNvSpPr/>
          <p:nvPr/>
        </p:nvSpPr>
        <p:spPr>
          <a:xfrm>
            <a:off x="3875867" y="2981442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28.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C3F702D-DAD8-F76B-67DB-096268545324}"/>
              </a:ext>
            </a:extLst>
          </p:cNvPr>
          <p:cNvSpPr/>
          <p:nvPr/>
        </p:nvSpPr>
        <p:spPr>
          <a:xfrm>
            <a:off x="3896440" y="9337646"/>
            <a:ext cx="3494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191FF287-2F09-A4D8-622C-95DCC5F36298}"/>
              </a:ext>
            </a:extLst>
          </p:cNvPr>
          <p:cNvSpPr/>
          <p:nvPr/>
        </p:nvSpPr>
        <p:spPr>
          <a:xfrm>
            <a:off x="433933" y="9337646"/>
            <a:ext cx="3494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3694D079-A12B-691A-52C3-F85723A5ED44}"/>
              </a:ext>
            </a:extLst>
          </p:cNvPr>
          <p:cNvSpPr/>
          <p:nvPr/>
        </p:nvSpPr>
        <p:spPr>
          <a:xfrm>
            <a:off x="3870892" y="6016029"/>
            <a:ext cx="3494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915F32A1-21FD-2A2A-13BA-0A78D8B81326}"/>
              </a:ext>
            </a:extLst>
          </p:cNvPr>
          <p:cNvSpPr/>
          <p:nvPr/>
        </p:nvSpPr>
        <p:spPr>
          <a:xfrm>
            <a:off x="459310" y="6016029"/>
            <a:ext cx="3494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Solution(s):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BD1349B9-F4F1-FD54-D5DD-FA9200A4445D}"/>
              </a:ext>
            </a:extLst>
          </p:cNvPr>
          <p:cNvSpPr/>
          <p:nvPr/>
        </p:nvSpPr>
        <p:spPr>
          <a:xfrm>
            <a:off x="438715" y="6428097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29.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E30DE11-B70C-E7FD-D54A-40AA8951DF08}"/>
              </a:ext>
            </a:extLst>
          </p:cNvPr>
          <p:cNvSpPr/>
          <p:nvPr/>
        </p:nvSpPr>
        <p:spPr>
          <a:xfrm>
            <a:off x="3869967" y="6422395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30.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462" name="Object 461">
            <a:extLst>
              <a:ext uri="{FF2B5EF4-FFF2-40B4-BE49-F238E27FC236}">
                <a16:creationId xmlns:a16="http://schemas.microsoft.com/office/drawing/2014/main" id="{F43FD33B-FD7C-6DFF-0D6C-2EE6C10C3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" y="6318934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482400" progId="Equation.DSMT4">
                  <p:embed/>
                </p:oleObj>
              </mc:Choice>
              <mc:Fallback>
                <p:oleObj name="Equation" r:id="rId10" imgW="952200" imgH="482400" progId="Equation.DSMT4">
                  <p:embed/>
                  <p:pic>
                    <p:nvPicPr>
                      <p:cNvPr id="462" name="Object 461">
                        <a:extLst>
                          <a:ext uri="{FF2B5EF4-FFF2-40B4-BE49-F238E27FC236}">
                            <a16:creationId xmlns:a16="http://schemas.microsoft.com/office/drawing/2014/main" id="{F43FD33B-FD7C-6DFF-0D6C-2EE6C10C3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1525" y="6318934"/>
                        <a:ext cx="952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3" name="Object 462">
            <a:extLst>
              <a:ext uri="{FF2B5EF4-FFF2-40B4-BE49-F238E27FC236}">
                <a16:creationId xmlns:a16="http://schemas.microsoft.com/office/drawing/2014/main" id="{B39ADF4B-2A69-4EFE-D2F8-514B3684F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6181" y="6321425"/>
          <a:ext cx="850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457200" progId="Equation.DSMT4">
                  <p:embed/>
                </p:oleObj>
              </mc:Choice>
              <mc:Fallback>
                <p:oleObj name="Equation" r:id="rId12" imgW="850680" imgH="457200" progId="Equation.DSMT4">
                  <p:embed/>
                  <p:pic>
                    <p:nvPicPr>
                      <p:cNvPr id="463" name="Object 462">
                        <a:extLst>
                          <a:ext uri="{FF2B5EF4-FFF2-40B4-BE49-F238E27FC236}">
                            <a16:creationId xmlns:a16="http://schemas.microsoft.com/office/drawing/2014/main" id="{B39ADF4B-2A69-4EFE-D2F8-514B3684FD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16181" y="6321425"/>
                        <a:ext cx="850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31E8A85-1756-CA54-C34B-F3A6BEEB0D2B}"/>
              </a:ext>
            </a:extLst>
          </p:cNvPr>
          <p:cNvGrpSpPr/>
          <p:nvPr/>
        </p:nvGrpSpPr>
        <p:grpSpPr>
          <a:xfrm>
            <a:off x="3489289" y="445883"/>
            <a:ext cx="2203522" cy="2203522"/>
            <a:chOff x="-90015" y="-91862"/>
            <a:chExt cx="5035371" cy="50342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CA483-704F-2D96-10E8-A72B20ED6B14}"/>
                </a:ext>
              </a:extLst>
            </p:cNvPr>
            <p:cNvSpPr/>
            <p:nvPr/>
          </p:nvSpPr>
          <p:spPr>
            <a:xfrm>
              <a:off x="179655" y="169222"/>
              <a:ext cx="4538254" cy="453325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45ECA22-14E6-51AA-BC1E-76BE45A9F3DD}"/>
                </a:ext>
              </a:extLst>
            </p:cNvPr>
            <p:cNvCxnSpPr/>
            <p:nvPr/>
          </p:nvCxnSpPr>
          <p:spPr>
            <a:xfrm flipH="1">
              <a:off x="-90015" y="2441320"/>
              <a:ext cx="5035371" cy="0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6ADF4BF-82CF-F77C-E78A-114C813B6A88}"/>
                </a:ext>
              </a:extLst>
            </p:cNvPr>
            <p:cNvCxnSpPr/>
            <p:nvPr/>
          </p:nvCxnSpPr>
          <p:spPr>
            <a:xfrm flipH="1">
              <a:off x="191629" y="1978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D68BC15-C4EF-2586-A2FC-9F9085A42657}"/>
                </a:ext>
              </a:extLst>
            </p:cNvPr>
            <p:cNvCxnSpPr/>
            <p:nvPr/>
          </p:nvCxnSpPr>
          <p:spPr>
            <a:xfrm flipH="1">
              <a:off x="191629" y="1750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B02DD0-F04D-57E4-F18F-9C044373A970}"/>
                </a:ext>
              </a:extLst>
            </p:cNvPr>
            <p:cNvCxnSpPr/>
            <p:nvPr/>
          </p:nvCxnSpPr>
          <p:spPr>
            <a:xfrm flipH="1">
              <a:off x="191629" y="1521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FAD5B81-71F2-9167-5EE6-380805CE0AFE}"/>
                </a:ext>
              </a:extLst>
            </p:cNvPr>
            <p:cNvCxnSpPr/>
            <p:nvPr/>
          </p:nvCxnSpPr>
          <p:spPr>
            <a:xfrm flipH="1">
              <a:off x="191629" y="1293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F68EAD7-2A8C-0C5E-BFAC-B1CBD17ECA44}"/>
                </a:ext>
              </a:extLst>
            </p:cNvPr>
            <p:cNvCxnSpPr/>
            <p:nvPr/>
          </p:nvCxnSpPr>
          <p:spPr>
            <a:xfrm flipH="1">
              <a:off x="191629" y="1064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58E71C-6D45-761D-D194-700EB6EF3502}"/>
                </a:ext>
              </a:extLst>
            </p:cNvPr>
            <p:cNvCxnSpPr/>
            <p:nvPr/>
          </p:nvCxnSpPr>
          <p:spPr>
            <a:xfrm flipH="1">
              <a:off x="191629" y="835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A2C1BF-6F0B-D300-C9ED-E7F9CE050825}"/>
                </a:ext>
              </a:extLst>
            </p:cNvPr>
            <p:cNvCxnSpPr/>
            <p:nvPr/>
          </p:nvCxnSpPr>
          <p:spPr>
            <a:xfrm flipH="1">
              <a:off x="191629" y="607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0A0982E-8571-C99D-9366-EBA21E0537A6}"/>
                </a:ext>
              </a:extLst>
            </p:cNvPr>
            <p:cNvCxnSpPr/>
            <p:nvPr/>
          </p:nvCxnSpPr>
          <p:spPr>
            <a:xfrm flipH="1">
              <a:off x="191629" y="3807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D5A6897-DFF5-A493-2BCF-CF2949E42BA6}"/>
                </a:ext>
              </a:extLst>
            </p:cNvPr>
            <p:cNvCxnSpPr/>
            <p:nvPr/>
          </p:nvCxnSpPr>
          <p:spPr>
            <a:xfrm flipH="1">
              <a:off x="191629" y="35790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0ABF6B8-28C0-7646-AEB3-DCD7F08C63D7}"/>
                </a:ext>
              </a:extLst>
            </p:cNvPr>
            <p:cNvCxnSpPr/>
            <p:nvPr/>
          </p:nvCxnSpPr>
          <p:spPr>
            <a:xfrm flipH="1">
              <a:off x="191629" y="3350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C4EA0DE-B2C1-9ED1-EAA2-E3B8F2CD3EB9}"/>
                </a:ext>
              </a:extLst>
            </p:cNvPr>
            <p:cNvCxnSpPr/>
            <p:nvPr/>
          </p:nvCxnSpPr>
          <p:spPr>
            <a:xfrm flipH="1">
              <a:off x="191629" y="3121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0D30C20-03EB-A230-CC50-6FD218E969F7}"/>
                </a:ext>
              </a:extLst>
            </p:cNvPr>
            <p:cNvCxnSpPr/>
            <p:nvPr/>
          </p:nvCxnSpPr>
          <p:spPr>
            <a:xfrm flipH="1">
              <a:off x="191629" y="2893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6B91D7A-75BE-CC3A-52AB-95377CC92037}"/>
                </a:ext>
              </a:extLst>
            </p:cNvPr>
            <p:cNvCxnSpPr/>
            <p:nvPr/>
          </p:nvCxnSpPr>
          <p:spPr>
            <a:xfrm flipH="1">
              <a:off x="191629" y="2664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2DD34B-10C9-E00B-FDE7-2B3BF5DBD28C}"/>
                </a:ext>
              </a:extLst>
            </p:cNvPr>
            <p:cNvCxnSpPr/>
            <p:nvPr/>
          </p:nvCxnSpPr>
          <p:spPr>
            <a:xfrm flipH="1">
              <a:off x="191629" y="2207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4CC9DF5-7A65-28FE-87DD-32E57D25F74B}"/>
                </a:ext>
              </a:extLst>
            </p:cNvPr>
            <p:cNvCxnSpPr/>
            <p:nvPr/>
          </p:nvCxnSpPr>
          <p:spPr>
            <a:xfrm flipH="1">
              <a:off x="191629" y="40362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0DD47C7-3693-C5A2-A5A0-24BBBF9B77F4}"/>
                </a:ext>
              </a:extLst>
            </p:cNvPr>
            <p:cNvCxnSpPr/>
            <p:nvPr/>
          </p:nvCxnSpPr>
          <p:spPr>
            <a:xfrm flipH="1">
              <a:off x="191629" y="42648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26BADB-F337-F261-EA3C-33AF20EE85D5}"/>
                </a:ext>
              </a:extLst>
            </p:cNvPr>
            <p:cNvCxnSpPr/>
            <p:nvPr/>
          </p:nvCxnSpPr>
          <p:spPr>
            <a:xfrm flipH="1">
              <a:off x="191629" y="44934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98ADB9A-E8BB-85FD-A842-88CDAD107D59}"/>
                </a:ext>
              </a:extLst>
            </p:cNvPr>
            <p:cNvCxnSpPr/>
            <p:nvPr/>
          </p:nvCxnSpPr>
          <p:spPr>
            <a:xfrm flipH="1">
              <a:off x="179655" y="378636"/>
              <a:ext cx="452628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4F8B55-15F0-4C84-CE57-EA6DC8E7AAE5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10" y="-91862"/>
              <a:ext cx="0" cy="503420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73C05B5-56AE-6535-422D-6AB2381B1569}"/>
                </a:ext>
              </a:extLst>
            </p:cNvPr>
            <p:cNvCxnSpPr/>
            <p:nvPr/>
          </p:nvCxnSpPr>
          <p:spPr>
            <a:xfrm>
              <a:off x="1083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A59B46-4AF0-C78B-86D0-06BC91CB7E31}"/>
                </a:ext>
              </a:extLst>
            </p:cNvPr>
            <p:cNvCxnSpPr/>
            <p:nvPr/>
          </p:nvCxnSpPr>
          <p:spPr>
            <a:xfrm>
              <a:off x="1768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BF518B-E375-3D6E-389D-720723D8812C}"/>
                </a:ext>
              </a:extLst>
            </p:cNvPr>
            <p:cNvCxnSpPr/>
            <p:nvPr/>
          </p:nvCxnSpPr>
          <p:spPr>
            <a:xfrm>
              <a:off x="1540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2CA413-147D-2EFB-829F-5502AF34EABE}"/>
                </a:ext>
              </a:extLst>
            </p:cNvPr>
            <p:cNvCxnSpPr/>
            <p:nvPr/>
          </p:nvCxnSpPr>
          <p:spPr>
            <a:xfrm>
              <a:off x="1311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8BF7ECD-4323-6C0B-86C1-AF9CC5F4406A}"/>
                </a:ext>
              </a:extLst>
            </p:cNvPr>
            <p:cNvCxnSpPr/>
            <p:nvPr/>
          </p:nvCxnSpPr>
          <p:spPr>
            <a:xfrm>
              <a:off x="854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70FC1A6-046F-C4EB-1FD0-3491F6B72AA4}"/>
                </a:ext>
              </a:extLst>
            </p:cNvPr>
            <p:cNvCxnSpPr/>
            <p:nvPr/>
          </p:nvCxnSpPr>
          <p:spPr>
            <a:xfrm>
              <a:off x="625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42121C-1886-EBFB-FFF3-F0262198B48B}"/>
                </a:ext>
              </a:extLst>
            </p:cNvPr>
            <p:cNvCxnSpPr/>
            <p:nvPr/>
          </p:nvCxnSpPr>
          <p:spPr>
            <a:xfrm>
              <a:off x="397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68C5E28-33E1-B7D5-0DB7-17EB1A4DF2A8}"/>
                </a:ext>
              </a:extLst>
            </p:cNvPr>
            <p:cNvCxnSpPr/>
            <p:nvPr/>
          </p:nvCxnSpPr>
          <p:spPr>
            <a:xfrm>
              <a:off x="2911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4FAC310-A662-758C-C919-20542D20C011}"/>
                </a:ext>
              </a:extLst>
            </p:cNvPr>
            <p:cNvCxnSpPr/>
            <p:nvPr/>
          </p:nvCxnSpPr>
          <p:spPr>
            <a:xfrm>
              <a:off x="35977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E24CDA1-2B86-76C8-1B60-172EEF7FD70F}"/>
                </a:ext>
              </a:extLst>
            </p:cNvPr>
            <p:cNvCxnSpPr/>
            <p:nvPr/>
          </p:nvCxnSpPr>
          <p:spPr>
            <a:xfrm>
              <a:off x="33691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BA5485-80FC-85BB-AEEA-F84947E3059A}"/>
                </a:ext>
              </a:extLst>
            </p:cNvPr>
            <p:cNvCxnSpPr/>
            <p:nvPr/>
          </p:nvCxnSpPr>
          <p:spPr>
            <a:xfrm>
              <a:off x="3140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E7AD4A5-0E06-654B-B54F-0C215102FB92}"/>
                </a:ext>
              </a:extLst>
            </p:cNvPr>
            <p:cNvCxnSpPr/>
            <p:nvPr/>
          </p:nvCxnSpPr>
          <p:spPr>
            <a:xfrm>
              <a:off x="2683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816A23-E7D1-A69C-AB41-04FFE2045A00}"/>
                </a:ext>
              </a:extLst>
            </p:cNvPr>
            <p:cNvCxnSpPr/>
            <p:nvPr/>
          </p:nvCxnSpPr>
          <p:spPr>
            <a:xfrm>
              <a:off x="2226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E692BB-32DC-9A16-B46D-7292BA979A77}"/>
                </a:ext>
              </a:extLst>
            </p:cNvPr>
            <p:cNvCxnSpPr/>
            <p:nvPr/>
          </p:nvCxnSpPr>
          <p:spPr>
            <a:xfrm>
              <a:off x="1997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7008BC0-9E4B-C213-B31E-1D5CB2DDECB1}"/>
                </a:ext>
              </a:extLst>
            </p:cNvPr>
            <p:cNvCxnSpPr/>
            <p:nvPr/>
          </p:nvCxnSpPr>
          <p:spPr>
            <a:xfrm>
              <a:off x="38263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B89E859-E270-C23B-4AB1-FB441263DAE1}"/>
                </a:ext>
              </a:extLst>
            </p:cNvPr>
            <p:cNvCxnSpPr/>
            <p:nvPr/>
          </p:nvCxnSpPr>
          <p:spPr>
            <a:xfrm>
              <a:off x="40549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580EF6-DEF9-DF6C-21CD-8819335C0244}"/>
                </a:ext>
              </a:extLst>
            </p:cNvPr>
            <p:cNvCxnSpPr/>
            <p:nvPr/>
          </p:nvCxnSpPr>
          <p:spPr>
            <a:xfrm>
              <a:off x="4283569" y="169221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7536EEB-C66A-89F8-BE26-C45F16336441}"/>
                </a:ext>
              </a:extLst>
            </p:cNvPr>
            <p:cNvCxnSpPr/>
            <p:nvPr/>
          </p:nvCxnSpPr>
          <p:spPr>
            <a:xfrm>
              <a:off x="4512169" y="166380"/>
              <a:ext cx="0" cy="453325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66978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552</Words>
  <Application>Microsoft Office PowerPoint</Application>
  <PresentationFormat>Custom</PresentationFormat>
  <Paragraphs>104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Calibri</vt:lpstr>
      <vt:lpstr>Century Gothic</vt:lpstr>
      <vt:lpstr>Tahoma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- 27 - Unit 9 Test</dc:title>
  <dc:creator>Gina</dc:creator>
  <cp:lastModifiedBy>Gina Wilson</cp:lastModifiedBy>
  <cp:revision>38</cp:revision>
  <dcterms:created xsi:type="dcterms:W3CDTF">2017-12-04T16:21:41Z</dcterms:created>
  <dcterms:modified xsi:type="dcterms:W3CDTF">2024-11-16T15:18:12Z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2015-12-16T00:00:00Z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2017-12-04T00:00:00Z</vt:filetime>
  </property>
</Properties>
</file>