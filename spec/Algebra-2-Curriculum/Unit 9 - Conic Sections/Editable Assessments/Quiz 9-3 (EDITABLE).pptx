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64529" y="9782057"/>
            <a:ext cx="151066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AEDC5F38-4570-9B70-7FEF-A225DEEAE2AE}"/>
              </a:ext>
            </a:extLst>
          </p:cNvPr>
          <p:cNvSpPr txBox="1"/>
          <p:nvPr/>
        </p:nvSpPr>
        <p:spPr>
          <a:xfrm>
            <a:off x="494792" y="5357876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33006B21-8097-8A5B-B31C-D9A010DEFB9F}"/>
              </a:ext>
            </a:extLst>
          </p:cNvPr>
          <p:cNvSpPr txBox="1"/>
          <p:nvPr/>
        </p:nvSpPr>
        <p:spPr>
          <a:xfrm>
            <a:off x="4034059" y="5357850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8BF3D0-6176-4F42-284C-530F64E99787}"/>
              </a:ext>
            </a:extLst>
          </p:cNvPr>
          <p:cNvSpPr/>
          <p:nvPr/>
        </p:nvSpPr>
        <p:spPr>
          <a:xfrm>
            <a:off x="411514" y="1452890"/>
            <a:ext cx="237436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system by graphing.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0FA2DA-8EA7-1049-EE3C-74B996219ECB}"/>
              </a:ext>
            </a:extLst>
          </p:cNvPr>
          <p:cNvSpPr/>
          <p:nvPr/>
        </p:nvSpPr>
        <p:spPr>
          <a:xfrm>
            <a:off x="412899" y="1832289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D615299C-0C8F-30BD-AFED-2F77858C6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889" y="1742797"/>
          <a:ext cx="111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440" imgH="457200" progId="Equation.DSMT4">
                  <p:embed/>
                </p:oleObj>
              </mc:Choice>
              <mc:Fallback>
                <p:oleObj name="Equation" r:id="rId3" imgW="1117440" imgH="457200" progId="Equation.DSMT4">
                  <p:embed/>
                  <p:pic>
                    <p:nvPicPr>
                      <p:cNvPr id="1860" name="Object 1859">
                        <a:extLst>
                          <a:ext uri="{FF2B5EF4-FFF2-40B4-BE49-F238E27FC236}">
                            <a16:creationId xmlns:a16="http://schemas.microsoft.com/office/drawing/2014/main" id="{D615299C-0C8F-30BD-AFED-2F77858C6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889" y="1742797"/>
                        <a:ext cx="1117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B55AE85-E9B9-D2CF-8BE1-10BADB5690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72" y="1742797"/>
          <a:ext cx="1079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457200" progId="Equation.DSMT4">
                  <p:embed/>
                </p:oleObj>
              </mc:Choice>
              <mc:Fallback>
                <p:oleObj name="Equation" r:id="rId5" imgW="1079280" imgH="457200" progId="Equation.DSMT4">
                  <p:embed/>
                  <p:pic>
                    <p:nvPicPr>
                      <p:cNvPr id="1861" name="Object 1860">
                        <a:extLst>
                          <a:ext uri="{FF2B5EF4-FFF2-40B4-BE49-F238E27FC236}">
                            <a16:creationId xmlns:a16="http://schemas.microsoft.com/office/drawing/2014/main" id="{7B55AE85-E9B9-D2CF-8BE1-10BADB5690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0272" y="1742797"/>
                        <a:ext cx="1079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71BBFE5D-4236-D857-DBB7-5BA5F0626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5743119"/>
          <a:ext cx="1104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840" imgH="482400" progId="Equation.DSMT4">
                  <p:embed/>
                </p:oleObj>
              </mc:Choice>
              <mc:Fallback>
                <p:oleObj name="Equation" r:id="rId7" imgW="1104840" imgH="482400" progId="Equation.DSMT4">
                  <p:embed/>
                  <p:pic>
                    <p:nvPicPr>
                      <p:cNvPr id="1866" name="Object 1865">
                        <a:extLst>
                          <a:ext uri="{FF2B5EF4-FFF2-40B4-BE49-F238E27FC236}">
                            <a16:creationId xmlns:a16="http://schemas.microsoft.com/office/drawing/2014/main" id="{71BBFE5D-4236-D857-DBB7-5BA5F0626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9450" y="5743119"/>
                        <a:ext cx="1104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6" name="Object 1855">
            <a:extLst>
              <a:ext uri="{FF2B5EF4-FFF2-40B4-BE49-F238E27FC236}">
                <a16:creationId xmlns:a16="http://schemas.microsoft.com/office/drawing/2014/main" id="{B53A1497-6C77-6AD2-D5F7-98DB2597C8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2900" y="5743119"/>
          <a:ext cx="123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1560" imgH="482400" progId="Equation.DSMT4">
                  <p:embed/>
                </p:oleObj>
              </mc:Choice>
              <mc:Fallback>
                <p:oleObj name="Equation" r:id="rId9" imgW="1231560" imgH="482400" progId="Equation.DSMT4">
                  <p:embed/>
                  <p:pic>
                    <p:nvPicPr>
                      <p:cNvPr id="1867" name="Object 1866">
                        <a:extLst>
                          <a:ext uri="{FF2B5EF4-FFF2-40B4-BE49-F238E27FC236}">
                            <a16:creationId xmlns:a16="http://schemas.microsoft.com/office/drawing/2014/main" id="{B53A1497-6C77-6AD2-D5F7-98DB2597C8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2900" y="5743119"/>
                        <a:ext cx="1231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57" name="Group 1856">
            <a:extLst>
              <a:ext uri="{FF2B5EF4-FFF2-40B4-BE49-F238E27FC236}">
                <a16:creationId xmlns:a16="http://schemas.microsoft.com/office/drawing/2014/main" id="{612C14CC-4CF8-EFDA-C450-A8F1DB220105}"/>
              </a:ext>
            </a:extLst>
          </p:cNvPr>
          <p:cNvGrpSpPr/>
          <p:nvPr/>
        </p:nvGrpSpPr>
        <p:grpSpPr>
          <a:xfrm>
            <a:off x="1027268" y="2202317"/>
            <a:ext cx="2753830" cy="2753830"/>
            <a:chOff x="-90015" y="-91862"/>
            <a:chExt cx="5035371" cy="5034206"/>
          </a:xfrm>
        </p:grpSpPr>
        <p:sp>
          <p:nvSpPr>
            <p:cNvPr id="1862" name="Rectangle 1861">
              <a:extLst>
                <a:ext uri="{FF2B5EF4-FFF2-40B4-BE49-F238E27FC236}">
                  <a16:creationId xmlns:a16="http://schemas.microsoft.com/office/drawing/2014/main" id="{A570170B-49D7-42FE-B1E1-6A078B516EAF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863" name="Straight Connector 1862">
              <a:extLst>
                <a:ext uri="{FF2B5EF4-FFF2-40B4-BE49-F238E27FC236}">
                  <a16:creationId xmlns:a16="http://schemas.microsoft.com/office/drawing/2014/main" id="{46B4389B-9118-0684-CCF6-620D85DEF6A9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864" name="Straight Connector 1863">
              <a:extLst>
                <a:ext uri="{FF2B5EF4-FFF2-40B4-BE49-F238E27FC236}">
                  <a16:creationId xmlns:a16="http://schemas.microsoft.com/office/drawing/2014/main" id="{AE979E75-8908-4046-8EAA-5587DB1B0976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65" name="Straight Connector 1864">
              <a:extLst>
                <a:ext uri="{FF2B5EF4-FFF2-40B4-BE49-F238E27FC236}">
                  <a16:creationId xmlns:a16="http://schemas.microsoft.com/office/drawing/2014/main" id="{41C44888-524C-BC79-1931-1C64D7D4C9F4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9629E890-7A09-3503-6F6F-67BBF21CB3FC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B0974CA1-0221-D30E-B29D-AEC578C05C02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A582B5EB-3C1D-1C5B-493D-53EB4DC5520E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87" name="Straight Connector 1986">
              <a:extLst>
                <a:ext uri="{FF2B5EF4-FFF2-40B4-BE49-F238E27FC236}">
                  <a16:creationId xmlns:a16="http://schemas.microsoft.com/office/drawing/2014/main" id="{49B73678-6F84-B8B2-B5B7-AFC084F921E5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6773C0F3-BEEB-768E-66F1-5E0A07CC566D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C9733BA4-E0EB-9772-4878-B20C71927E4C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D20C873-9BE6-1320-3CA6-6C56AD95ED6F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1" name="Straight Connector 1990">
              <a:extLst>
                <a:ext uri="{FF2B5EF4-FFF2-40B4-BE49-F238E27FC236}">
                  <a16:creationId xmlns:a16="http://schemas.microsoft.com/office/drawing/2014/main" id="{C05F6437-5F89-B325-D038-ACAF70F8A392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693E428A-61C8-B95E-AECC-4929D29DFC08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0D881662-238D-9B68-4D20-8299A4EE38B6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938A0B32-6C1C-49A0-4756-37C582DA3687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5" name="Straight Connector 1994">
              <a:extLst>
                <a:ext uri="{FF2B5EF4-FFF2-40B4-BE49-F238E27FC236}">
                  <a16:creationId xmlns:a16="http://schemas.microsoft.com/office/drawing/2014/main" id="{8E3EA09F-C530-03B4-BBB4-377D0A9DD155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77CED6E2-9C2A-ED29-A8B9-79781D82A5FE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3D8B029F-26FB-52E4-603C-1CAA0A494A9E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8" name="Straight Connector 1997">
              <a:extLst>
                <a:ext uri="{FF2B5EF4-FFF2-40B4-BE49-F238E27FC236}">
                  <a16:creationId xmlns:a16="http://schemas.microsoft.com/office/drawing/2014/main" id="{49382B0C-9671-3A77-B9E9-DCE493D61722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DF5DD0CC-A600-E2BF-49CC-DECA31E387E8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8DA9361B-65C3-3A81-0B5E-D92176072157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001" name="Straight Connector 2000">
              <a:extLst>
                <a:ext uri="{FF2B5EF4-FFF2-40B4-BE49-F238E27FC236}">
                  <a16:creationId xmlns:a16="http://schemas.microsoft.com/office/drawing/2014/main" id="{A300F5E9-3D68-5031-712C-5752DABFA6D3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4F8FC326-9545-0D2C-9E41-01ADE36109BE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3" name="Straight Connector 2002">
              <a:extLst>
                <a:ext uri="{FF2B5EF4-FFF2-40B4-BE49-F238E27FC236}">
                  <a16:creationId xmlns:a16="http://schemas.microsoft.com/office/drawing/2014/main" id="{19B482BA-1FF0-F213-46EC-794B7227BADE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4" name="Straight Connector 2003">
              <a:extLst>
                <a:ext uri="{FF2B5EF4-FFF2-40B4-BE49-F238E27FC236}">
                  <a16:creationId xmlns:a16="http://schemas.microsoft.com/office/drawing/2014/main" id="{B764EBEF-6873-D737-5AF2-DCDA8EF14D20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5" name="Straight Connector 2004">
              <a:extLst>
                <a:ext uri="{FF2B5EF4-FFF2-40B4-BE49-F238E27FC236}">
                  <a16:creationId xmlns:a16="http://schemas.microsoft.com/office/drawing/2014/main" id="{735E3934-D7FF-61B5-E4C4-475918038A19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D746490C-FE7B-800A-C306-B9051641244E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E00305A3-DF2D-3E6B-4237-9FDF37DA755F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D48A8E1A-885D-49FB-F844-9DBA29C41D82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9" name="Straight Connector 2008">
              <a:extLst>
                <a:ext uri="{FF2B5EF4-FFF2-40B4-BE49-F238E27FC236}">
                  <a16:creationId xmlns:a16="http://schemas.microsoft.com/office/drawing/2014/main" id="{4E1363E1-23FB-266D-6F08-F99F38876D17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F76B1A05-7BA5-6C02-212D-C70F2BB20175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46D52BCE-3443-6D4E-1FBC-5946AF0851A0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21548897-B689-820D-FB97-67A5E61BEB2F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BA273D4D-2D93-2E66-E826-E4CDD98F895C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E0A347C-21DD-69CC-98A6-79B3A1F2F1A3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5" name="Straight Connector 2014">
              <a:extLst>
                <a:ext uri="{FF2B5EF4-FFF2-40B4-BE49-F238E27FC236}">
                  <a16:creationId xmlns:a16="http://schemas.microsoft.com/office/drawing/2014/main" id="{2CD5FBD0-03A5-C647-5A28-2E8E85162818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63C9034F-1BF7-D65A-2F2B-4917A3BF8AE1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5A91A7B4-E6B5-65BC-DDDA-E2367F2D6826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8" name="Straight Connector 2017">
              <a:extLst>
                <a:ext uri="{FF2B5EF4-FFF2-40B4-BE49-F238E27FC236}">
                  <a16:creationId xmlns:a16="http://schemas.microsoft.com/office/drawing/2014/main" id="{B5E12FA7-FAAF-318E-29FC-99D2CA4D906E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2019" name="Group 2018">
            <a:extLst>
              <a:ext uri="{FF2B5EF4-FFF2-40B4-BE49-F238E27FC236}">
                <a16:creationId xmlns:a16="http://schemas.microsoft.com/office/drawing/2014/main" id="{4055D00A-5A5D-A2D8-855A-2601B9A97D5C}"/>
              </a:ext>
            </a:extLst>
          </p:cNvPr>
          <p:cNvGrpSpPr/>
          <p:nvPr/>
        </p:nvGrpSpPr>
        <p:grpSpPr>
          <a:xfrm>
            <a:off x="4565129" y="2202317"/>
            <a:ext cx="2753830" cy="2753830"/>
            <a:chOff x="-90015" y="-91862"/>
            <a:chExt cx="5035371" cy="5034206"/>
          </a:xfrm>
        </p:grpSpPr>
        <p:sp>
          <p:nvSpPr>
            <p:cNvPr id="2020" name="Rectangle 2019">
              <a:extLst>
                <a:ext uri="{FF2B5EF4-FFF2-40B4-BE49-F238E27FC236}">
                  <a16:creationId xmlns:a16="http://schemas.microsoft.com/office/drawing/2014/main" id="{89CF4615-BEEC-FE46-E577-690F0346F035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021" name="Straight Connector 2020">
              <a:extLst>
                <a:ext uri="{FF2B5EF4-FFF2-40B4-BE49-F238E27FC236}">
                  <a16:creationId xmlns:a16="http://schemas.microsoft.com/office/drawing/2014/main" id="{9167CF53-5DA1-2ADF-CD14-65F5FBDA4288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048DAFAC-2E47-D4DB-33D7-C2D379A5AC25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3" name="Straight Connector 2022">
              <a:extLst>
                <a:ext uri="{FF2B5EF4-FFF2-40B4-BE49-F238E27FC236}">
                  <a16:creationId xmlns:a16="http://schemas.microsoft.com/office/drawing/2014/main" id="{29DB0BDB-5AE7-13A2-BE30-F38879BC604A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C49A5787-138B-0181-7AA8-B0678924D6D0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5C743B99-8691-4197-C43C-B9EBEF79C011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754B03F7-26D6-A8CE-F129-CCA155A3A5FB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5B4039EA-9380-9375-7F18-306AF0E2C449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76F09B21-704D-84B8-CF2F-5127C295F6ED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90F11B88-8D7C-6A96-B557-18CE137856F2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32212FDE-C687-763D-583F-3054968F7F8D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1" name="Straight Connector 2030">
              <a:extLst>
                <a:ext uri="{FF2B5EF4-FFF2-40B4-BE49-F238E27FC236}">
                  <a16:creationId xmlns:a16="http://schemas.microsoft.com/office/drawing/2014/main" id="{1B6F9EAF-44AD-1AC6-1C0D-9272A0FCC1B3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2" name="Straight Connector 2031">
              <a:extLst>
                <a:ext uri="{FF2B5EF4-FFF2-40B4-BE49-F238E27FC236}">
                  <a16:creationId xmlns:a16="http://schemas.microsoft.com/office/drawing/2014/main" id="{E7EDE20C-1A3E-65BF-F4C9-60BD55A2DBF9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653D8EB1-038C-A889-7E93-BD1E5274EB09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4" name="Straight Connector 2033">
              <a:extLst>
                <a:ext uri="{FF2B5EF4-FFF2-40B4-BE49-F238E27FC236}">
                  <a16:creationId xmlns:a16="http://schemas.microsoft.com/office/drawing/2014/main" id="{DED57D7A-F21C-2FE0-EB18-4DFCAF56BF05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E8D5E46F-2EF2-8695-071A-BFC97388045E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6" name="Straight Connector 2035">
              <a:extLst>
                <a:ext uri="{FF2B5EF4-FFF2-40B4-BE49-F238E27FC236}">
                  <a16:creationId xmlns:a16="http://schemas.microsoft.com/office/drawing/2014/main" id="{63AA1CAA-4745-217E-9E01-B892465A3F23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98E3745D-FE55-5CF6-FF66-89C0B8E5ED09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8" name="Straight Connector 2037">
              <a:extLst>
                <a:ext uri="{FF2B5EF4-FFF2-40B4-BE49-F238E27FC236}">
                  <a16:creationId xmlns:a16="http://schemas.microsoft.com/office/drawing/2014/main" id="{289C406C-8299-67D3-74E2-19D51D57AB85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9" name="Straight Connector 2038">
              <a:extLst>
                <a:ext uri="{FF2B5EF4-FFF2-40B4-BE49-F238E27FC236}">
                  <a16:creationId xmlns:a16="http://schemas.microsoft.com/office/drawing/2014/main" id="{18B757ED-09B9-0ABE-A781-870171CD8EA0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8E6EB407-4D3B-0640-8611-8AED8D95380D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041" name="Straight Connector 2040">
              <a:extLst>
                <a:ext uri="{FF2B5EF4-FFF2-40B4-BE49-F238E27FC236}">
                  <a16:creationId xmlns:a16="http://schemas.microsoft.com/office/drawing/2014/main" id="{7BD9F0C1-374E-B68F-D07C-0BA7EEA7B8A6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95F47901-7BAD-6E88-6E57-81BBE5D81ED0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88C94636-8CA1-F533-576E-0C97B86763EC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E259EA2B-6D18-C1BC-82FF-5172A0C2F2E5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5" name="Straight Connector 2044">
              <a:extLst>
                <a:ext uri="{FF2B5EF4-FFF2-40B4-BE49-F238E27FC236}">
                  <a16:creationId xmlns:a16="http://schemas.microsoft.com/office/drawing/2014/main" id="{6C84645F-9C6D-08F7-96F9-2EA979DBD39C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A4D85F10-A4D2-ED44-9F9C-94F8CED64F8F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7" name="Straight Connector 2046">
              <a:extLst>
                <a:ext uri="{FF2B5EF4-FFF2-40B4-BE49-F238E27FC236}">
                  <a16:creationId xmlns:a16="http://schemas.microsoft.com/office/drawing/2014/main" id="{3C915DDC-CAE7-759B-0A39-C7D94D45C952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8" name="Straight Connector 2047">
              <a:extLst>
                <a:ext uri="{FF2B5EF4-FFF2-40B4-BE49-F238E27FC236}">
                  <a16:creationId xmlns:a16="http://schemas.microsoft.com/office/drawing/2014/main" id="{039C14D9-8B87-85B0-1F3B-C6BB9E0757FE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91C0F5CE-D378-1080-85DA-FFAE210E4678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8D13EC78-4AF2-99C8-8409-FA88E7204FF9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1" name="Straight Connector 2050">
              <a:extLst>
                <a:ext uri="{FF2B5EF4-FFF2-40B4-BE49-F238E27FC236}">
                  <a16:creationId xmlns:a16="http://schemas.microsoft.com/office/drawing/2014/main" id="{6795DF7C-C155-4C74-30AE-DE07780A21F9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B2D26454-E38B-C062-B691-ED471968D7D5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538A85A-FC26-5C2F-3456-77A384953848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0A1B32E7-2F57-ABF2-9AA2-71A9553B725E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5" name="Straight Connector 2054">
              <a:extLst>
                <a:ext uri="{FF2B5EF4-FFF2-40B4-BE49-F238E27FC236}">
                  <a16:creationId xmlns:a16="http://schemas.microsoft.com/office/drawing/2014/main" id="{6052072D-DFFD-76A3-4669-44774038D196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11395A49-E49C-0B2C-B548-32F7371DDC72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D5DB29EF-5F0B-83D0-2337-CCDFCABDF191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8" name="Straight Connector 2057">
              <a:extLst>
                <a:ext uri="{FF2B5EF4-FFF2-40B4-BE49-F238E27FC236}">
                  <a16:creationId xmlns:a16="http://schemas.microsoft.com/office/drawing/2014/main" id="{4E95C896-190E-E531-D820-87353ED0D0D8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F48C57A-C969-5310-B248-820B24936855}"/>
              </a:ext>
            </a:extLst>
          </p:cNvPr>
          <p:cNvSpPr/>
          <p:nvPr/>
        </p:nvSpPr>
        <p:spPr>
          <a:xfrm>
            <a:off x="3874649" y="1832289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0D719A2A-D1C6-2C1F-75F2-49BD87CA6621}"/>
              </a:ext>
            </a:extLst>
          </p:cNvPr>
          <p:cNvSpPr/>
          <p:nvPr/>
        </p:nvSpPr>
        <p:spPr>
          <a:xfrm>
            <a:off x="412899" y="58582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4C3F677-9E67-0499-4FC4-164D8A3E3B98}"/>
              </a:ext>
            </a:extLst>
          </p:cNvPr>
          <p:cNvSpPr/>
          <p:nvPr/>
        </p:nvSpPr>
        <p:spPr>
          <a:xfrm>
            <a:off x="3874649" y="58582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2062" name="Group 2061">
            <a:extLst>
              <a:ext uri="{FF2B5EF4-FFF2-40B4-BE49-F238E27FC236}">
                <a16:creationId xmlns:a16="http://schemas.microsoft.com/office/drawing/2014/main" id="{4A01E29D-A6FE-D018-293E-AD8D00056890}"/>
              </a:ext>
            </a:extLst>
          </p:cNvPr>
          <p:cNvGrpSpPr/>
          <p:nvPr/>
        </p:nvGrpSpPr>
        <p:grpSpPr>
          <a:xfrm>
            <a:off x="1017562" y="6258781"/>
            <a:ext cx="2753830" cy="2753830"/>
            <a:chOff x="-90015" y="-91862"/>
            <a:chExt cx="5035371" cy="5034206"/>
          </a:xfrm>
        </p:grpSpPr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87E5BEFA-7395-ED7A-55FC-20F4D648521F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5B41CEAC-DE9D-42D3-BF85-9FF258F3E79A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2EAAEE1A-5749-B598-BE19-E51E6C9E560C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FE70D4D1-A7B9-721C-6FBB-050CCC78EF60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5C5E50C7-6B45-0184-C25E-DC600EC41B7B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651DBD32-1455-BFEB-C11A-6736F3475B6C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4A133E64-01BA-1DF0-D5E9-7500589510A4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0997B6A1-2CC2-02CF-D607-E2319F496945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9CD93606-B3F1-0E24-0D13-6D1DE88098C5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D105B754-D052-E4BE-E166-6C87395624BC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88BD49DF-8993-67F0-1556-EA45BAA02929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5FCB564F-7531-2A4E-E7DD-DA6702876467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1F69A3FC-1A8F-0059-3ECE-80B8EDB6A91D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8F1C771E-72B0-DAB2-8FCF-FEF72E1EAC8D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9D61D497-AF01-33E9-56DF-EC77EA87366E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2E3B5E78-BC84-D12A-263F-5FAEA04987D6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928C8D0E-E2BF-0AF9-C9D5-521023239979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93A96CD3-EB81-62F3-3684-F51ACD90551E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EAC4E0BB-5ABD-1665-B80D-FC12BBF51C03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4D9C5DFB-6636-6E18-C033-0EBB7A070D66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61027302-58FF-8515-3FF0-1791E0AEE094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CF0C31F3-ACCE-D9C2-5D14-8311CE299BE2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CE0A9129-DADA-523C-9505-11F1DFC29F25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43760029-2268-E750-CBCB-5DD23086D2B3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851F362-6767-DF6A-DAD8-679CED9831B3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E7F03B05-B4C1-5A09-E0F3-4C68BE120915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DCEF0D14-12D3-8AAB-526A-65D232168A50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3664165F-DD36-5ADC-FEC1-95AC3131E2B5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D98E6433-96EB-7A04-CEA5-B5A2F236C36E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02457F2F-8673-2CBC-449E-23076F62B324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D436FC18-6612-8E17-043C-A60E1D772717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E00D7A48-C2B3-B5CD-8EAE-BBDC2CA2583B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5" name="Straight Connector 2094">
              <a:extLst>
                <a:ext uri="{FF2B5EF4-FFF2-40B4-BE49-F238E27FC236}">
                  <a16:creationId xmlns:a16="http://schemas.microsoft.com/office/drawing/2014/main" id="{B99FF6B0-8311-F54B-FDDE-2DFF1CF9E21B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6" name="Straight Connector 2095">
              <a:extLst>
                <a:ext uri="{FF2B5EF4-FFF2-40B4-BE49-F238E27FC236}">
                  <a16:creationId xmlns:a16="http://schemas.microsoft.com/office/drawing/2014/main" id="{81A8F920-F578-B4B2-51F9-7893656D5A11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0D0CB7E-8189-584B-5645-C5BE20DDF7DD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B639BEF9-0195-F34B-6027-03602A00A585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1D8DA0D8-5C55-3AE1-9730-EAC976D3965F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C3CA3A4A-9798-D3BD-4925-B5E30B6F443B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4D19533E-FB01-F112-B996-22B02805CA99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2102" name="Group 2101">
            <a:extLst>
              <a:ext uri="{FF2B5EF4-FFF2-40B4-BE49-F238E27FC236}">
                <a16:creationId xmlns:a16="http://schemas.microsoft.com/office/drawing/2014/main" id="{373BCE9A-139C-8A3B-E851-25C65533592F}"/>
              </a:ext>
            </a:extLst>
          </p:cNvPr>
          <p:cNvGrpSpPr/>
          <p:nvPr/>
        </p:nvGrpSpPr>
        <p:grpSpPr>
          <a:xfrm>
            <a:off x="4555423" y="6258781"/>
            <a:ext cx="2753830" cy="2753830"/>
            <a:chOff x="-90015" y="-91862"/>
            <a:chExt cx="5035371" cy="5034206"/>
          </a:xfrm>
        </p:grpSpPr>
        <p:sp>
          <p:nvSpPr>
            <p:cNvPr id="2103" name="Rectangle 2102">
              <a:extLst>
                <a:ext uri="{FF2B5EF4-FFF2-40B4-BE49-F238E27FC236}">
                  <a16:creationId xmlns:a16="http://schemas.microsoft.com/office/drawing/2014/main" id="{EAC26EA8-F5A6-4285-47ED-1047C9E7B9DB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05CA0C5E-218E-7BD0-A67E-04202960B481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105" name="Straight Connector 2104">
              <a:extLst>
                <a:ext uri="{FF2B5EF4-FFF2-40B4-BE49-F238E27FC236}">
                  <a16:creationId xmlns:a16="http://schemas.microsoft.com/office/drawing/2014/main" id="{9187A84C-DE75-0FF0-E0DF-0D1FEC1B5958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7DDCA769-1345-D94C-0A3C-23BF85B6BD1B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4B190EE8-9344-77A7-C199-8512CA4D2420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4B6107FE-67DD-D265-0C94-51A357FEAA38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15D32341-16B4-BAA9-2866-71997E5D5920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3491976D-D986-E3CC-6BB6-9B0340D7F02A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C61701CB-B9D9-FD55-832F-794E8AB46FFB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4AE88A46-A9C2-51C2-0712-B55C34B7640B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1CF2516-490E-D16A-D3E3-27A267250175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DA5B3C8E-6A22-118E-FBDE-DFAC1B01E7FD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6AF32821-43B2-EDF7-691F-4ED70E8EF36A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707384E9-0751-6795-B198-C0229B92AAAB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09744490-10AD-8766-D1CE-D2B51D69049D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C50E0C6C-D90D-D5E5-5C48-AEB843F24BE0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9" name="Straight Connector 2118">
              <a:extLst>
                <a:ext uri="{FF2B5EF4-FFF2-40B4-BE49-F238E27FC236}">
                  <a16:creationId xmlns:a16="http://schemas.microsoft.com/office/drawing/2014/main" id="{4DCDCCBB-397E-BA66-993C-C34DED18028F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D8F205B2-9FEB-B016-40CA-2A66A0792D40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1" name="Straight Connector 2120">
              <a:extLst>
                <a:ext uri="{FF2B5EF4-FFF2-40B4-BE49-F238E27FC236}">
                  <a16:creationId xmlns:a16="http://schemas.microsoft.com/office/drawing/2014/main" id="{FCBB2D4E-C67F-D178-7CAD-545CCADB188B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DFB99E93-DD02-1DB9-873B-3F49476ECB3F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97D2F923-319B-CB17-F675-A764FE3F98D1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722D225D-7EA5-2E75-A84B-0A4683401C86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35781D81-76D3-CB87-F1D2-66333789D524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B0D13D75-80D8-7812-1465-7B347645612B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8399C3E7-1B5F-6F1E-08E6-DA8DDC83D7E6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0B389AEE-45DF-26B6-E319-65825360F1FE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FECE3B72-EB72-CBBE-211F-84654B225A9E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EFC2C6DB-2D20-512B-59D7-4CAB1F09AC95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8E18EFE0-BAAA-B040-2DFD-E8D4401ECBDD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3692594B-2924-C798-25CB-6E67CA502429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BB9CAEF0-06C3-8364-D4C5-51925498E72A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855AE4F1-DB5A-5AC2-D32C-17103232D14A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4A35125C-285F-AC6B-A490-417ACAC4CFDB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A5F13A8A-FC35-CE76-AF47-27F4B39817A6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B4038DAC-E55D-0F60-1631-F2B23A4C7F7C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49AE3F27-61CC-F06A-C34E-46C24AEEC003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57C15D7C-59A2-0C61-FB7A-46496948D14E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933A0B2D-89E2-91D2-4839-35BE0C22D7AB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BAD6A899-DE97-36C5-018F-61AB981F80AE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2142" name="object 12">
            <a:extLst>
              <a:ext uri="{FF2B5EF4-FFF2-40B4-BE49-F238E27FC236}">
                <a16:creationId xmlns:a16="http://schemas.microsoft.com/office/drawing/2014/main" id="{5BE4BEAF-1211-8A03-7DB6-A7C48DA8BAFC}"/>
              </a:ext>
            </a:extLst>
          </p:cNvPr>
          <p:cNvSpPr txBox="1"/>
          <p:nvPr/>
        </p:nvSpPr>
        <p:spPr>
          <a:xfrm>
            <a:off x="502737" y="9368860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2143" name="object 13">
            <a:extLst>
              <a:ext uri="{FF2B5EF4-FFF2-40B4-BE49-F238E27FC236}">
                <a16:creationId xmlns:a16="http://schemas.microsoft.com/office/drawing/2014/main" id="{BE8DF785-E713-EA53-B59D-C1A206EEB3FE}"/>
              </a:ext>
            </a:extLst>
          </p:cNvPr>
          <p:cNvSpPr txBox="1"/>
          <p:nvPr/>
        </p:nvSpPr>
        <p:spPr>
          <a:xfrm>
            <a:off x="4042004" y="9368834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B21B7561-B0B9-36A0-9C48-B1D5BEE45EBB}"/>
              </a:ext>
            </a:extLst>
          </p:cNvPr>
          <p:cNvSpPr txBox="1"/>
          <p:nvPr/>
        </p:nvSpPr>
        <p:spPr>
          <a:xfrm>
            <a:off x="494802" y="3501644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4AFAF801-767E-75A9-C66D-A1A37074C412}"/>
              </a:ext>
            </a:extLst>
          </p:cNvPr>
          <p:cNvSpPr txBox="1"/>
          <p:nvPr/>
        </p:nvSpPr>
        <p:spPr>
          <a:xfrm>
            <a:off x="3896365" y="3501644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441C3529-75FF-F669-101E-44F206777B1C}"/>
              </a:ext>
            </a:extLst>
          </p:cNvPr>
          <p:cNvSpPr txBox="1"/>
          <p:nvPr/>
        </p:nvSpPr>
        <p:spPr>
          <a:xfrm>
            <a:off x="494789" y="6519164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BC51D2E7-64A3-C37F-3813-91D474B38545}"/>
              </a:ext>
            </a:extLst>
          </p:cNvPr>
          <p:cNvSpPr txBox="1"/>
          <p:nvPr/>
        </p:nvSpPr>
        <p:spPr>
          <a:xfrm>
            <a:off x="3896365" y="6519164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0BBF5534-5D46-3797-E508-7E3EA0268433}"/>
              </a:ext>
            </a:extLst>
          </p:cNvPr>
          <p:cNvSpPr txBox="1"/>
          <p:nvPr/>
        </p:nvSpPr>
        <p:spPr>
          <a:xfrm>
            <a:off x="494802" y="9435083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4" name="object 29">
            <a:extLst>
              <a:ext uri="{FF2B5EF4-FFF2-40B4-BE49-F238E27FC236}">
                <a16:creationId xmlns:a16="http://schemas.microsoft.com/office/drawing/2014/main" id="{929B4E14-A35E-E4D6-DB3E-24BDBF68AD1A}"/>
              </a:ext>
            </a:extLst>
          </p:cNvPr>
          <p:cNvSpPr txBox="1"/>
          <p:nvPr/>
        </p:nvSpPr>
        <p:spPr>
          <a:xfrm>
            <a:off x="3896365" y="9435083"/>
            <a:ext cx="327660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265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Solution(s):</a:t>
            </a:r>
            <a:r>
              <a:rPr sz="105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49E67-8EB6-8DCB-368D-C68B78F04060}"/>
              </a:ext>
            </a:extLst>
          </p:cNvPr>
          <p:cNvSpPr/>
          <p:nvPr/>
        </p:nvSpPr>
        <p:spPr>
          <a:xfrm>
            <a:off x="392988" y="420772"/>
            <a:ext cx="5448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system using substitution or elimination.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6AA185-8E8A-176F-DC75-0B85B6CCFBC8}"/>
              </a:ext>
            </a:extLst>
          </p:cNvPr>
          <p:cNvSpPr/>
          <p:nvPr/>
        </p:nvSpPr>
        <p:spPr>
          <a:xfrm>
            <a:off x="412899" y="818703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FF4330-A6A8-B821-21C6-EF6365ACA685}"/>
              </a:ext>
            </a:extLst>
          </p:cNvPr>
          <p:cNvSpPr/>
          <p:nvPr/>
        </p:nvSpPr>
        <p:spPr>
          <a:xfrm>
            <a:off x="3820633" y="81693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38DDA5E3-F506-1FD1-640F-52B4239A0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938" y="736930"/>
          <a:ext cx="99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457200" progId="Equation.DSMT4">
                  <p:embed/>
                </p:oleObj>
              </mc:Choice>
              <mc:Fallback>
                <p:oleObj name="Equation" r:id="rId3" imgW="990360" imgH="4572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38DDA5E3-F506-1FD1-640F-52B4239A04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938" y="736930"/>
                        <a:ext cx="990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32D17BEE-DA67-81E4-A05D-C43EEA0F5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3704" y="736930"/>
          <a:ext cx="113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57200" progId="Equation.DSMT4">
                  <p:embed/>
                </p:oleObj>
              </mc:Choice>
              <mc:Fallback>
                <p:oleObj name="Equation" r:id="rId5" imgW="1130040" imgH="4572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32D17BEE-DA67-81E4-A05D-C43EEA0F5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3704" y="736930"/>
                        <a:ext cx="1130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117E9F02-01BF-459E-D183-C08F40C90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938" y="3764828"/>
          <a:ext cx="82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5480" imgH="457200" progId="Equation.DSMT4">
                  <p:embed/>
                </p:oleObj>
              </mc:Choice>
              <mc:Fallback>
                <p:oleObj name="Equation" r:id="rId7" imgW="825480" imgH="45720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117E9F02-01BF-459E-D183-C08F40C906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2938" y="3764828"/>
                        <a:ext cx="825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2C594CA3-FE7B-D209-15E8-5DEB2B0D7F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3704" y="3764828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457200" progId="Equation.DSMT4">
                  <p:embed/>
                </p:oleObj>
              </mc:Choice>
              <mc:Fallback>
                <p:oleObj name="Equation" r:id="rId9" imgW="1054080" imgH="45720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2C594CA3-FE7B-D209-15E8-5DEB2B0D7F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3704" y="3764828"/>
                        <a:ext cx="10541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0D3D6828-28BF-E48D-5DAA-3727A1EF2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938" y="6877050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482400" progId="Equation.DSMT4">
                  <p:embed/>
                </p:oleObj>
              </mc:Choice>
              <mc:Fallback>
                <p:oleObj name="Equation" r:id="rId11" imgW="1066680" imgH="48240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0D3D6828-28BF-E48D-5DAA-3727A1EF2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2938" y="6877050"/>
                        <a:ext cx="1066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8B8975D5-8B86-AD04-EB1C-8968DE76B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3704" y="6871332"/>
          <a:ext cx="812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12520" imgH="482400" progId="Equation.DSMT4">
                  <p:embed/>
                </p:oleObj>
              </mc:Choice>
              <mc:Fallback>
                <p:oleObj name="Equation" r:id="rId13" imgW="812520" imgH="48240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8B8975D5-8B86-AD04-EB1C-8968DE76B6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13704" y="6871332"/>
                        <a:ext cx="812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934CFB3-02EC-AF0C-DC97-09678DFB4A39}"/>
              </a:ext>
            </a:extLst>
          </p:cNvPr>
          <p:cNvSpPr/>
          <p:nvPr/>
        </p:nvSpPr>
        <p:spPr>
          <a:xfrm>
            <a:off x="412038" y="3850027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FE7B08-78BB-2911-D94D-E7D4DC89808C}"/>
              </a:ext>
            </a:extLst>
          </p:cNvPr>
          <p:cNvSpPr/>
          <p:nvPr/>
        </p:nvSpPr>
        <p:spPr>
          <a:xfrm>
            <a:off x="3819772" y="3850027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8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2DE33E-ED36-DD3A-2B11-8FBD60A1402E}"/>
              </a:ext>
            </a:extLst>
          </p:cNvPr>
          <p:cNvSpPr/>
          <p:nvPr/>
        </p:nvSpPr>
        <p:spPr>
          <a:xfrm>
            <a:off x="392988" y="6981827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7C91E5-DA4E-77D1-5C2D-4C3BA4FB395B}"/>
              </a:ext>
            </a:extLst>
          </p:cNvPr>
          <p:cNvSpPr/>
          <p:nvPr/>
        </p:nvSpPr>
        <p:spPr>
          <a:xfrm>
            <a:off x="3800722" y="6981827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10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84</Words>
  <Application>Microsoft Office PowerPoint</Application>
  <PresentationFormat>Custom</PresentationFormat>
  <Paragraphs>22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- 25 - Quiz 9-3</dc:title>
  <dc:creator>allth</dc:creator>
  <cp:lastModifiedBy>Gina Wilson</cp:lastModifiedBy>
  <cp:revision>11</cp:revision>
  <dcterms:created xsi:type="dcterms:W3CDTF">2017-12-04T16:21:23Z</dcterms:created>
  <dcterms:modified xsi:type="dcterms:W3CDTF">2024-11-16T15:15:16Z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2015-12-14T00:00:00Z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2017-12-04T00:00:00Z</vt:filetime>
  </property>
</Properties>
</file>