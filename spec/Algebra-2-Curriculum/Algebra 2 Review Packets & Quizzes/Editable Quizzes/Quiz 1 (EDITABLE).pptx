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43" autoAdjust="0"/>
    <p:restoredTop sz="94660"/>
  </p:normalViewPr>
  <p:slideViewPr>
    <p:cSldViewPr snapToGrid="0">
      <p:cViewPr>
        <p:scale>
          <a:sx n="66" d="100"/>
          <a:sy n="66" d="100"/>
        </p:scale>
        <p:origin x="7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26" Type="http://schemas.openxmlformats.org/officeDocument/2006/relationships/image" Target="../media/image26.wmf"/><Relationship Id="rId39" Type="http://schemas.openxmlformats.org/officeDocument/2006/relationships/image" Target="../media/image39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34" Type="http://schemas.openxmlformats.org/officeDocument/2006/relationships/image" Target="../media/image34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5" Type="http://schemas.openxmlformats.org/officeDocument/2006/relationships/image" Target="../media/image25.wmf"/><Relationship Id="rId33" Type="http://schemas.openxmlformats.org/officeDocument/2006/relationships/image" Target="../media/image33.wmf"/><Relationship Id="rId38" Type="http://schemas.openxmlformats.org/officeDocument/2006/relationships/image" Target="../media/image38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29" Type="http://schemas.openxmlformats.org/officeDocument/2006/relationships/image" Target="../media/image29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24" Type="http://schemas.openxmlformats.org/officeDocument/2006/relationships/image" Target="../media/image24.wmf"/><Relationship Id="rId32" Type="http://schemas.openxmlformats.org/officeDocument/2006/relationships/image" Target="../media/image32.wmf"/><Relationship Id="rId37" Type="http://schemas.openxmlformats.org/officeDocument/2006/relationships/image" Target="../media/image37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23" Type="http://schemas.openxmlformats.org/officeDocument/2006/relationships/image" Target="../media/image23.wmf"/><Relationship Id="rId28" Type="http://schemas.openxmlformats.org/officeDocument/2006/relationships/image" Target="../media/image28.wmf"/><Relationship Id="rId36" Type="http://schemas.openxmlformats.org/officeDocument/2006/relationships/image" Target="../media/image36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31" Type="http://schemas.openxmlformats.org/officeDocument/2006/relationships/image" Target="../media/image31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Relationship Id="rId22" Type="http://schemas.openxmlformats.org/officeDocument/2006/relationships/image" Target="../media/image22.wmf"/><Relationship Id="rId27" Type="http://schemas.openxmlformats.org/officeDocument/2006/relationships/image" Target="../media/image27.wmf"/><Relationship Id="rId30" Type="http://schemas.openxmlformats.org/officeDocument/2006/relationships/image" Target="../media/image30.wmf"/><Relationship Id="rId35" Type="http://schemas.openxmlformats.org/officeDocument/2006/relationships/image" Target="../media/image3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image" Target="../media/image53.wmf"/><Relationship Id="rId18" Type="http://schemas.openxmlformats.org/officeDocument/2006/relationships/image" Target="../media/image58.wmf"/><Relationship Id="rId26" Type="http://schemas.openxmlformats.org/officeDocument/2006/relationships/image" Target="../media/image66.wmf"/><Relationship Id="rId3" Type="http://schemas.openxmlformats.org/officeDocument/2006/relationships/image" Target="../media/image43.wmf"/><Relationship Id="rId21" Type="http://schemas.openxmlformats.org/officeDocument/2006/relationships/image" Target="../media/image61.wmf"/><Relationship Id="rId34" Type="http://schemas.openxmlformats.org/officeDocument/2006/relationships/image" Target="../media/image74.wmf"/><Relationship Id="rId7" Type="http://schemas.openxmlformats.org/officeDocument/2006/relationships/image" Target="../media/image47.wmf"/><Relationship Id="rId12" Type="http://schemas.openxmlformats.org/officeDocument/2006/relationships/image" Target="../media/image52.wmf"/><Relationship Id="rId17" Type="http://schemas.openxmlformats.org/officeDocument/2006/relationships/image" Target="../media/image57.wmf"/><Relationship Id="rId25" Type="http://schemas.openxmlformats.org/officeDocument/2006/relationships/image" Target="../media/image65.wmf"/><Relationship Id="rId33" Type="http://schemas.openxmlformats.org/officeDocument/2006/relationships/image" Target="../media/image73.wmf"/><Relationship Id="rId2" Type="http://schemas.openxmlformats.org/officeDocument/2006/relationships/image" Target="../media/image42.wmf"/><Relationship Id="rId16" Type="http://schemas.openxmlformats.org/officeDocument/2006/relationships/image" Target="../media/image56.wmf"/><Relationship Id="rId20" Type="http://schemas.openxmlformats.org/officeDocument/2006/relationships/image" Target="../media/image60.wmf"/><Relationship Id="rId29" Type="http://schemas.openxmlformats.org/officeDocument/2006/relationships/image" Target="../media/image69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11" Type="http://schemas.openxmlformats.org/officeDocument/2006/relationships/image" Target="../media/image51.wmf"/><Relationship Id="rId24" Type="http://schemas.openxmlformats.org/officeDocument/2006/relationships/image" Target="../media/image64.wmf"/><Relationship Id="rId32" Type="http://schemas.openxmlformats.org/officeDocument/2006/relationships/image" Target="../media/image72.wmf"/><Relationship Id="rId5" Type="http://schemas.openxmlformats.org/officeDocument/2006/relationships/image" Target="../media/image45.wmf"/><Relationship Id="rId15" Type="http://schemas.openxmlformats.org/officeDocument/2006/relationships/image" Target="../media/image55.wmf"/><Relationship Id="rId23" Type="http://schemas.openxmlformats.org/officeDocument/2006/relationships/image" Target="../media/image63.wmf"/><Relationship Id="rId28" Type="http://schemas.openxmlformats.org/officeDocument/2006/relationships/image" Target="../media/image68.wmf"/><Relationship Id="rId10" Type="http://schemas.openxmlformats.org/officeDocument/2006/relationships/image" Target="../media/image50.wmf"/><Relationship Id="rId19" Type="http://schemas.openxmlformats.org/officeDocument/2006/relationships/image" Target="../media/image59.wmf"/><Relationship Id="rId31" Type="http://schemas.openxmlformats.org/officeDocument/2006/relationships/image" Target="../media/image71.wmf"/><Relationship Id="rId4" Type="http://schemas.openxmlformats.org/officeDocument/2006/relationships/image" Target="../media/image44.wmf"/><Relationship Id="rId9" Type="http://schemas.openxmlformats.org/officeDocument/2006/relationships/image" Target="../media/image49.wmf"/><Relationship Id="rId14" Type="http://schemas.openxmlformats.org/officeDocument/2006/relationships/image" Target="../media/image54.wmf"/><Relationship Id="rId22" Type="http://schemas.openxmlformats.org/officeDocument/2006/relationships/image" Target="../media/image62.wmf"/><Relationship Id="rId27" Type="http://schemas.openxmlformats.org/officeDocument/2006/relationships/image" Target="../media/image67.wmf"/><Relationship Id="rId30" Type="http://schemas.openxmlformats.org/officeDocument/2006/relationships/image" Target="../media/image70.wmf"/><Relationship Id="rId35" Type="http://schemas.openxmlformats.org/officeDocument/2006/relationships/image" Target="../media/image7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0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22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4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0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9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20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93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9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88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11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2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image" Target="../media/image18.wmf"/><Relationship Id="rId21" Type="http://schemas.openxmlformats.org/officeDocument/2006/relationships/image" Target="../media/image9.wmf"/><Relationship Id="rId34" Type="http://schemas.openxmlformats.org/officeDocument/2006/relationships/oleObject" Target="../embeddings/oleObject16.bin"/><Relationship Id="rId42" Type="http://schemas.openxmlformats.org/officeDocument/2006/relationships/oleObject" Target="../embeddings/oleObject20.bin"/><Relationship Id="rId47" Type="http://schemas.openxmlformats.org/officeDocument/2006/relationships/image" Target="../media/image22.wmf"/><Relationship Id="rId50" Type="http://schemas.openxmlformats.org/officeDocument/2006/relationships/oleObject" Target="../embeddings/oleObject24.bin"/><Relationship Id="rId55" Type="http://schemas.openxmlformats.org/officeDocument/2006/relationships/image" Target="../media/image26.wmf"/><Relationship Id="rId63" Type="http://schemas.openxmlformats.org/officeDocument/2006/relationships/image" Target="../media/image30.wmf"/><Relationship Id="rId68" Type="http://schemas.openxmlformats.org/officeDocument/2006/relationships/oleObject" Target="../embeddings/oleObject33.bin"/><Relationship Id="rId76" Type="http://schemas.openxmlformats.org/officeDocument/2006/relationships/oleObject" Target="../embeddings/oleObject37.bin"/><Relationship Id="rId7" Type="http://schemas.openxmlformats.org/officeDocument/2006/relationships/image" Target="../media/image2.wmf"/><Relationship Id="rId71" Type="http://schemas.openxmlformats.org/officeDocument/2006/relationships/image" Target="../media/image34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7.bin"/><Relationship Id="rId29" Type="http://schemas.openxmlformats.org/officeDocument/2006/relationships/image" Target="../media/image13.wmf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5.bin"/><Relationship Id="rId37" Type="http://schemas.openxmlformats.org/officeDocument/2006/relationships/image" Target="../media/image17.wmf"/><Relationship Id="rId40" Type="http://schemas.openxmlformats.org/officeDocument/2006/relationships/oleObject" Target="../embeddings/oleObject19.bin"/><Relationship Id="rId45" Type="http://schemas.openxmlformats.org/officeDocument/2006/relationships/image" Target="../media/image21.wmf"/><Relationship Id="rId53" Type="http://schemas.openxmlformats.org/officeDocument/2006/relationships/image" Target="../media/image25.wmf"/><Relationship Id="rId58" Type="http://schemas.openxmlformats.org/officeDocument/2006/relationships/oleObject" Target="../embeddings/oleObject28.bin"/><Relationship Id="rId66" Type="http://schemas.openxmlformats.org/officeDocument/2006/relationships/oleObject" Target="../embeddings/oleObject32.bin"/><Relationship Id="rId74" Type="http://schemas.openxmlformats.org/officeDocument/2006/relationships/oleObject" Target="../embeddings/oleObject36.bin"/><Relationship Id="rId79" Type="http://schemas.openxmlformats.org/officeDocument/2006/relationships/image" Target="../media/image38.wmf"/><Relationship Id="rId5" Type="http://schemas.openxmlformats.org/officeDocument/2006/relationships/image" Target="../media/image1.wmf"/><Relationship Id="rId61" Type="http://schemas.openxmlformats.org/officeDocument/2006/relationships/image" Target="../media/image29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31" Type="http://schemas.openxmlformats.org/officeDocument/2006/relationships/image" Target="../media/image14.wmf"/><Relationship Id="rId44" Type="http://schemas.openxmlformats.org/officeDocument/2006/relationships/oleObject" Target="../embeddings/oleObject21.bin"/><Relationship Id="rId52" Type="http://schemas.openxmlformats.org/officeDocument/2006/relationships/oleObject" Target="../embeddings/oleObject25.bin"/><Relationship Id="rId60" Type="http://schemas.openxmlformats.org/officeDocument/2006/relationships/oleObject" Target="../embeddings/oleObject29.bin"/><Relationship Id="rId65" Type="http://schemas.openxmlformats.org/officeDocument/2006/relationships/image" Target="../media/image31.wmf"/><Relationship Id="rId73" Type="http://schemas.openxmlformats.org/officeDocument/2006/relationships/image" Target="../media/image35.wmf"/><Relationship Id="rId78" Type="http://schemas.openxmlformats.org/officeDocument/2006/relationships/oleObject" Target="../embeddings/oleObject38.bin"/><Relationship Id="rId81" Type="http://schemas.openxmlformats.org/officeDocument/2006/relationships/image" Target="../media/image39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2.wmf"/><Relationship Id="rId30" Type="http://schemas.openxmlformats.org/officeDocument/2006/relationships/oleObject" Target="../embeddings/oleObject14.bin"/><Relationship Id="rId35" Type="http://schemas.openxmlformats.org/officeDocument/2006/relationships/image" Target="../media/image16.wmf"/><Relationship Id="rId43" Type="http://schemas.openxmlformats.org/officeDocument/2006/relationships/image" Target="../media/image20.wmf"/><Relationship Id="rId48" Type="http://schemas.openxmlformats.org/officeDocument/2006/relationships/oleObject" Target="../embeddings/oleObject23.bin"/><Relationship Id="rId56" Type="http://schemas.openxmlformats.org/officeDocument/2006/relationships/oleObject" Target="../embeddings/oleObject27.bin"/><Relationship Id="rId64" Type="http://schemas.openxmlformats.org/officeDocument/2006/relationships/oleObject" Target="../embeddings/oleObject31.bin"/><Relationship Id="rId69" Type="http://schemas.openxmlformats.org/officeDocument/2006/relationships/image" Target="../media/image33.wmf"/><Relationship Id="rId77" Type="http://schemas.openxmlformats.org/officeDocument/2006/relationships/image" Target="../media/image37.wmf"/><Relationship Id="rId8" Type="http://schemas.openxmlformats.org/officeDocument/2006/relationships/oleObject" Target="../embeddings/oleObject3.bin"/><Relationship Id="rId51" Type="http://schemas.openxmlformats.org/officeDocument/2006/relationships/image" Target="../media/image24.wmf"/><Relationship Id="rId72" Type="http://schemas.openxmlformats.org/officeDocument/2006/relationships/oleObject" Target="../embeddings/oleObject35.bin"/><Relationship Id="rId80" Type="http://schemas.openxmlformats.org/officeDocument/2006/relationships/oleObject" Target="../embeddings/oleObject39.bin"/><Relationship Id="rId3" Type="http://schemas.openxmlformats.org/officeDocument/2006/relationships/image" Target="../media/image40.PNG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11.wmf"/><Relationship Id="rId33" Type="http://schemas.openxmlformats.org/officeDocument/2006/relationships/image" Target="../media/image15.wmf"/><Relationship Id="rId38" Type="http://schemas.openxmlformats.org/officeDocument/2006/relationships/oleObject" Target="../embeddings/oleObject18.bin"/><Relationship Id="rId46" Type="http://schemas.openxmlformats.org/officeDocument/2006/relationships/oleObject" Target="../embeddings/oleObject22.bin"/><Relationship Id="rId59" Type="http://schemas.openxmlformats.org/officeDocument/2006/relationships/image" Target="../media/image28.wmf"/><Relationship Id="rId67" Type="http://schemas.openxmlformats.org/officeDocument/2006/relationships/image" Target="../media/image32.wmf"/><Relationship Id="rId20" Type="http://schemas.openxmlformats.org/officeDocument/2006/relationships/oleObject" Target="../embeddings/oleObject9.bin"/><Relationship Id="rId41" Type="http://schemas.openxmlformats.org/officeDocument/2006/relationships/image" Target="../media/image19.wmf"/><Relationship Id="rId54" Type="http://schemas.openxmlformats.org/officeDocument/2006/relationships/oleObject" Target="../embeddings/oleObject26.bin"/><Relationship Id="rId62" Type="http://schemas.openxmlformats.org/officeDocument/2006/relationships/oleObject" Target="../embeddings/oleObject30.bin"/><Relationship Id="rId70" Type="http://schemas.openxmlformats.org/officeDocument/2006/relationships/oleObject" Target="../embeddings/oleObject34.bin"/><Relationship Id="rId75" Type="http://schemas.openxmlformats.org/officeDocument/2006/relationships/image" Target="../media/image36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17.bin"/><Relationship Id="rId49" Type="http://schemas.openxmlformats.org/officeDocument/2006/relationships/image" Target="../media/image23.wmf"/><Relationship Id="rId57" Type="http://schemas.openxmlformats.org/officeDocument/2006/relationships/image" Target="../media/image27.w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wmf"/><Relationship Id="rId18" Type="http://schemas.openxmlformats.org/officeDocument/2006/relationships/oleObject" Target="../embeddings/oleObject47.bin"/><Relationship Id="rId26" Type="http://schemas.openxmlformats.org/officeDocument/2006/relationships/oleObject" Target="../embeddings/oleObject51.bin"/><Relationship Id="rId39" Type="http://schemas.openxmlformats.org/officeDocument/2006/relationships/image" Target="../media/image58.wmf"/><Relationship Id="rId21" Type="http://schemas.openxmlformats.org/officeDocument/2006/relationships/image" Target="../media/image49.wmf"/><Relationship Id="rId34" Type="http://schemas.openxmlformats.org/officeDocument/2006/relationships/oleObject" Target="../embeddings/oleObject55.bin"/><Relationship Id="rId42" Type="http://schemas.openxmlformats.org/officeDocument/2006/relationships/oleObject" Target="../embeddings/oleObject59.bin"/><Relationship Id="rId47" Type="http://schemas.openxmlformats.org/officeDocument/2006/relationships/image" Target="../media/image62.wmf"/><Relationship Id="rId50" Type="http://schemas.openxmlformats.org/officeDocument/2006/relationships/oleObject" Target="../embeddings/oleObject63.bin"/><Relationship Id="rId55" Type="http://schemas.openxmlformats.org/officeDocument/2006/relationships/image" Target="../media/image66.wmf"/><Relationship Id="rId63" Type="http://schemas.openxmlformats.org/officeDocument/2006/relationships/image" Target="../media/image70.wmf"/><Relationship Id="rId68" Type="http://schemas.openxmlformats.org/officeDocument/2006/relationships/oleObject" Target="../embeddings/oleObject72.bin"/><Relationship Id="rId7" Type="http://schemas.openxmlformats.org/officeDocument/2006/relationships/image" Target="../media/image42.wmf"/><Relationship Id="rId71" Type="http://schemas.openxmlformats.org/officeDocument/2006/relationships/image" Target="../media/image74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46.bin"/><Relationship Id="rId29" Type="http://schemas.openxmlformats.org/officeDocument/2006/relationships/image" Target="../media/image53.wmf"/><Relationship Id="rId11" Type="http://schemas.openxmlformats.org/officeDocument/2006/relationships/image" Target="../media/image44.wmf"/><Relationship Id="rId24" Type="http://schemas.openxmlformats.org/officeDocument/2006/relationships/oleObject" Target="../embeddings/oleObject50.bin"/><Relationship Id="rId32" Type="http://schemas.openxmlformats.org/officeDocument/2006/relationships/oleObject" Target="../embeddings/oleObject54.bin"/><Relationship Id="rId37" Type="http://schemas.openxmlformats.org/officeDocument/2006/relationships/image" Target="../media/image57.wmf"/><Relationship Id="rId40" Type="http://schemas.openxmlformats.org/officeDocument/2006/relationships/oleObject" Target="../embeddings/oleObject58.bin"/><Relationship Id="rId45" Type="http://schemas.openxmlformats.org/officeDocument/2006/relationships/image" Target="../media/image61.wmf"/><Relationship Id="rId53" Type="http://schemas.openxmlformats.org/officeDocument/2006/relationships/image" Target="../media/image65.wmf"/><Relationship Id="rId58" Type="http://schemas.openxmlformats.org/officeDocument/2006/relationships/oleObject" Target="../embeddings/oleObject67.bin"/><Relationship Id="rId66" Type="http://schemas.openxmlformats.org/officeDocument/2006/relationships/oleObject" Target="../embeddings/oleObject71.bin"/><Relationship Id="rId5" Type="http://schemas.openxmlformats.org/officeDocument/2006/relationships/image" Target="../media/image41.wmf"/><Relationship Id="rId15" Type="http://schemas.openxmlformats.org/officeDocument/2006/relationships/image" Target="../media/image46.wmf"/><Relationship Id="rId23" Type="http://schemas.openxmlformats.org/officeDocument/2006/relationships/image" Target="../media/image50.wmf"/><Relationship Id="rId28" Type="http://schemas.openxmlformats.org/officeDocument/2006/relationships/oleObject" Target="../embeddings/oleObject52.bin"/><Relationship Id="rId36" Type="http://schemas.openxmlformats.org/officeDocument/2006/relationships/oleObject" Target="../embeddings/oleObject56.bin"/><Relationship Id="rId49" Type="http://schemas.openxmlformats.org/officeDocument/2006/relationships/image" Target="../media/image63.wmf"/><Relationship Id="rId57" Type="http://schemas.openxmlformats.org/officeDocument/2006/relationships/image" Target="../media/image67.wmf"/><Relationship Id="rId61" Type="http://schemas.openxmlformats.org/officeDocument/2006/relationships/image" Target="../media/image69.wmf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48.wmf"/><Relationship Id="rId31" Type="http://schemas.openxmlformats.org/officeDocument/2006/relationships/image" Target="../media/image54.wmf"/><Relationship Id="rId44" Type="http://schemas.openxmlformats.org/officeDocument/2006/relationships/oleObject" Target="../embeddings/oleObject60.bin"/><Relationship Id="rId52" Type="http://schemas.openxmlformats.org/officeDocument/2006/relationships/oleObject" Target="../embeddings/oleObject64.bin"/><Relationship Id="rId60" Type="http://schemas.openxmlformats.org/officeDocument/2006/relationships/oleObject" Target="../embeddings/oleObject68.bin"/><Relationship Id="rId65" Type="http://schemas.openxmlformats.org/officeDocument/2006/relationships/image" Target="../media/image71.wmf"/><Relationship Id="rId73" Type="http://schemas.openxmlformats.org/officeDocument/2006/relationships/image" Target="../media/image75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45.bin"/><Relationship Id="rId22" Type="http://schemas.openxmlformats.org/officeDocument/2006/relationships/oleObject" Target="../embeddings/oleObject49.bin"/><Relationship Id="rId27" Type="http://schemas.openxmlformats.org/officeDocument/2006/relationships/image" Target="../media/image52.wmf"/><Relationship Id="rId30" Type="http://schemas.openxmlformats.org/officeDocument/2006/relationships/oleObject" Target="../embeddings/oleObject53.bin"/><Relationship Id="rId35" Type="http://schemas.openxmlformats.org/officeDocument/2006/relationships/image" Target="../media/image56.wmf"/><Relationship Id="rId43" Type="http://schemas.openxmlformats.org/officeDocument/2006/relationships/image" Target="../media/image60.wmf"/><Relationship Id="rId48" Type="http://schemas.openxmlformats.org/officeDocument/2006/relationships/oleObject" Target="../embeddings/oleObject62.bin"/><Relationship Id="rId56" Type="http://schemas.openxmlformats.org/officeDocument/2006/relationships/oleObject" Target="../embeddings/oleObject66.bin"/><Relationship Id="rId64" Type="http://schemas.openxmlformats.org/officeDocument/2006/relationships/oleObject" Target="../embeddings/oleObject70.bin"/><Relationship Id="rId69" Type="http://schemas.openxmlformats.org/officeDocument/2006/relationships/image" Target="../media/image73.wmf"/><Relationship Id="rId8" Type="http://schemas.openxmlformats.org/officeDocument/2006/relationships/oleObject" Target="../embeddings/oleObject42.bin"/><Relationship Id="rId51" Type="http://schemas.openxmlformats.org/officeDocument/2006/relationships/image" Target="../media/image64.wmf"/><Relationship Id="rId72" Type="http://schemas.openxmlformats.org/officeDocument/2006/relationships/oleObject" Target="../embeddings/oleObject74.bin"/><Relationship Id="rId3" Type="http://schemas.openxmlformats.org/officeDocument/2006/relationships/image" Target="../media/image76.PNG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47.wmf"/><Relationship Id="rId25" Type="http://schemas.openxmlformats.org/officeDocument/2006/relationships/image" Target="../media/image51.wmf"/><Relationship Id="rId33" Type="http://schemas.openxmlformats.org/officeDocument/2006/relationships/image" Target="../media/image55.wmf"/><Relationship Id="rId38" Type="http://schemas.openxmlformats.org/officeDocument/2006/relationships/oleObject" Target="../embeddings/oleObject57.bin"/><Relationship Id="rId46" Type="http://schemas.openxmlformats.org/officeDocument/2006/relationships/oleObject" Target="../embeddings/oleObject61.bin"/><Relationship Id="rId59" Type="http://schemas.openxmlformats.org/officeDocument/2006/relationships/image" Target="../media/image68.wmf"/><Relationship Id="rId67" Type="http://schemas.openxmlformats.org/officeDocument/2006/relationships/image" Target="../media/image72.wmf"/><Relationship Id="rId20" Type="http://schemas.openxmlformats.org/officeDocument/2006/relationships/oleObject" Target="../embeddings/oleObject48.bin"/><Relationship Id="rId41" Type="http://schemas.openxmlformats.org/officeDocument/2006/relationships/image" Target="../media/image59.wmf"/><Relationship Id="rId54" Type="http://schemas.openxmlformats.org/officeDocument/2006/relationships/oleObject" Target="../embeddings/oleObject65.bin"/><Relationship Id="rId62" Type="http://schemas.openxmlformats.org/officeDocument/2006/relationships/oleObject" Target="../embeddings/oleObject69.bin"/><Relationship Id="rId70" Type="http://schemas.openxmlformats.org/officeDocument/2006/relationships/oleObject" Target="../embeddings/oleObject73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715521F2-8771-4EA1-AD7F-023E0276EF01}"/>
              </a:ext>
            </a:extLst>
          </p:cNvPr>
          <p:cNvSpPr/>
          <p:nvPr/>
        </p:nvSpPr>
        <p:spPr>
          <a:xfrm>
            <a:off x="411480" y="2656840"/>
            <a:ext cx="28194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1. Which expression is equivalent to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?</a:t>
            </a:r>
            <a:endParaRPr lang="en-US" dirty="0"/>
          </a:p>
        </p:txBody>
      </p:sp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991F6923-558F-49BF-BF60-CF34B397F7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268888"/>
              </p:ext>
            </p:extLst>
          </p:nvPr>
        </p:nvGraphicFramePr>
        <p:xfrm>
          <a:off x="640080" y="2885440"/>
          <a:ext cx="749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6" name="Equation" r:id="rId4" imgW="749160" imgH="228600" progId="Equation.DSMT4">
                  <p:embed/>
                </p:oleObj>
              </mc:Choice>
              <mc:Fallback>
                <p:oleObj name="Equation" r:id="rId4" imgW="749160" imgH="22860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006465D2-F3DB-4033-BB63-1E8945507F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0080" y="2885440"/>
                        <a:ext cx="749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Text Box 27">
            <a:extLst>
              <a:ext uri="{FF2B5EF4-FFF2-40B4-BE49-F238E27FC236}">
                <a16:creationId xmlns:a16="http://schemas.microsoft.com/office/drawing/2014/main" id="{5452DFF6-04C9-4FDC-B49F-9BABAB7CD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810000"/>
            <a:ext cx="122047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Box 27">
            <a:extLst>
              <a:ext uri="{FF2B5EF4-FFF2-40B4-BE49-F238E27FC236}">
                <a16:creationId xmlns:a16="http://schemas.microsoft.com/office/drawing/2014/main" id="{5530DCC5-3233-48C7-A774-38DA9E77A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6705600"/>
            <a:ext cx="122047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Box 27">
            <a:extLst>
              <a:ext uri="{FF2B5EF4-FFF2-40B4-BE49-F238E27FC236}">
                <a16:creationId xmlns:a16="http://schemas.microsoft.com/office/drawing/2014/main" id="{8751CE79-2C76-4C43-AA09-E493BAC4B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8534400"/>
            <a:ext cx="122047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Box 27">
            <a:extLst>
              <a:ext uri="{FF2B5EF4-FFF2-40B4-BE49-F238E27FC236}">
                <a16:creationId xmlns:a16="http://schemas.microsoft.com/office/drawing/2014/main" id="{E56B7380-EFE5-4C84-98B5-CA23EC609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458200"/>
            <a:ext cx="122047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 Box 27">
            <a:extLst>
              <a:ext uri="{FF2B5EF4-FFF2-40B4-BE49-F238E27FC236}">
                <a16:creationId xmlns:a16="http://schemas.microsoft.com/office/drawing/2014/main" id="{C222CA39-FD92-4655-99B9-9A5A5AE38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151880"/>
            <a:ext cx="122047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43E9BAB8-17BC-4738-8EF9-28EED9D172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130554"/>
              </p:ext>
            </p:extLst>
          </p:nvPr>
        </p:nvGraphicFramePr>
        <p:xfrm>
          <a:off x="675640" y="5207000"/>
          <a:ext cx="901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" name="Equation" r:id="rId6" imgW="901440" imgH="228600" progId="Equation.DSMT4">
                  <p:embed/>
                </p:oleObj>
              </mc:Choice>
              <mc:Fallback>
                <p:oleObj name="Equation" r:id="rId6" imgW="901440" imgH="22860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3FBF2DC6-11C8-477D-80B4-D73AA59E76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5640" y="5207000"/>
                        <a:ext cx="901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FFDA5FC9-373D-47A3-ABAD-C5D9063592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107916"/>
              </p:ext>
            </p:extLst>
          </p:nvPr>
        </p:nvGraphicFramePr>
        <p:xfrm>
          <a:off x="685800" y="7543800"/>
          <a:ext cx="1092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8" name="Equation" r:id="rId8" imgW="1091880" imgH="215640" progId="Equation.DSMT4">
                  <p:embed/>
                </p:oleObj>
              </mc:Choice>
              <mc:Fallback>
                <p:oleObj name="Equation" r:id="rId8" imgW="1091880" imgH="21564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358BD1AA-78A5-4F0D-B4F6-A0C3DDB1CF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5800" y="7543800"/>
                        <a:ext cx="10922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9099659B-FCF4-4732-8A00-4BFA050289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5635359"/>
              </p:ext>
            </p:extLst>
          </p:nvPr>
        </p:nvGraphicFramePr>
        <p:xfrm>
          <a:off x="6629400" y="2438400"/>
          <a:ext cx="43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9" name="Equation" r:id="rId10" imgW="431640" imgH="431640" progId="Equation.DSMT4">
                  <p:embed/>
                </p:oleObj>
              </mc:Choice>
              <mc:Fallback>
                <p:oleObj name="Equation" r:id="rId10" imgW="431640" imgH="43164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63828BE3-F17C-48BA-9477-59BB7670B5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629400" y="2438400"/>
                        <a:ext cx="4318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2F50D63A-0FB8-4748-B328-06A6D5D159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0870525"/>
              </p:ext>
            </p:extLst>
          </p:nvPr>
        </p:nvGraphicFramePr>
        <p:xfrm>
          <a:off x="4191000" y="6324600"/>
          <a:ext cx="1003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0" name="Equation" r:id="rId12" imgW="1002960" imgH="215640" progId="Equation.DSMT4">
                  <p:embed/>
                </p:oleObj>
              </mc:Choice>
              <mc:Fallback>
                <p:oleObj name="Equation" r:id="rId12" imgW="1002960" imgH="21564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42C1E2F9-5F5F-4736-81EA-6D83F01B08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191000" y="6324600"/>
                        <a:ext cx="1003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DC9B07B9-87C1-4441-AE1E-05ACD119E1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582512"/>
              </p:ext>
            </p:extLst>
          </p:nvPr>
        </p:nvGraphicFramePr>
        <p:xfrm>
          <a:off x="6583680" y="4495800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1" name="Equation" r:id="rId14" imgW="431640" imgH="279360" progId="Equation.DSMT4">
                  <p:embed/>
                </p:oleObj>
              </mc:Choice>
              <mc:Fallback>
                <p:oleObj name="Equation" r:id="rId14" imgW="431640" imgH="27936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EB256C35-9C86-42BD-AF1E-99427604C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583680" y="4495800"/>
                        <a:ext cx="4318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E2A805E6-6EFA-4A9E-BECB-3340F0C61A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473347"/>
              </p:ext>
            </p:extLst>
          </p:nvPr>
        </p:nvGraphicFramePr>
        <p:xfrm>
          <a:off x="980440" y="3850640"/>
          <a:ext cx="622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" name="Equation" r:id="rId16" imgW="622080" imgH="215640" progId="Equation.DSMT4">
                  <p:embed/>
                </p:oleObj>
              </mc:Choice>
              <mc:Fallback>
                <p:oleObj name="Equation" r:id="rId16" imgW="622080" imgH="21564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C7A045CF-2725-4D27-BCB2-BDE1FA4E1A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80440" y="3850640"/>
                        <a:ext cx="622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D7FD02F9-EFDB-4B5D-8621-6B2D1EC734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91796"/>
              </p:ext>
            </p:extLst>
          </p:nvPr>
        </p:nvGraphicFramePr>
        <p:xfrm>
          <a:off x="980440" y="4124960"/>
          <a:ext cx="660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" name="Equation" r:id="rId18" imgW="660240" imgH="215640" progId="Equation.DSMT4">
                  <p:embed/>
                </p:oleObj>
              </mc:Choice>
              <mc:Fallback>
                <p:oleObj name="Equation" r:id="rId18" imgW="660240" imgH="21564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19A267AC-CDA1-430A-91C1-4DAEE98AAC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80440" y="4124960"/>
                        <a:ext cx="660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7D658E2D-C861-4B77-BADA-26A129D6C3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2113757"/>
              </p:ext>
            </p:extLst>
          </p:nvPr>
        </p:nvGraphicFramePr>
        <p:xfrm>
          <a:off x="970280" y="4384040"/>
          <a:ext cx="622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" name="Equation" r:id="rId20" imgW="622080" imgH="215640" progId="Equation.DSMT4">
                  <p:embed/>
                </p:oleObj>
              </mc:Choice>
              <mc:Fallback>
                <p:oleObj name="Equation" r:id="rId20" imgW="622080" imgH="21564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393D9D9D-65D3-4859-9969-FBBDC91AEA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70280" y="4384040"/>
                        <a:ext cx="622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A5A1A3A5-C083-476B-BE3F-324E4AAA54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273111"/>
              </p:ext>
            </p:extLst>
          </p:nvPr>
        </p:nvGraphicFramePr>
        <p:xfrm>
          <a:off x="990600" y="4648200"/>
          <a:ext cx="736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" name="Equation" r:id="rId22" imgW="736560" imgH="215640" progId="Equation.DSMT4">
                  <p:embed/>
                </p:oleObj>
              </mc:Choice>
              <mc:Fallback>
                <p:oleObj name="Equation" r:id="rId22" imgW="736560" imgH="21564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3E1D0A33-22E6-42C2-B588-90E3FD35FB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90600" y="4648200"/>
                        <a:ext cx="7366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Table 86">
            <a:extLst>
              <a:ext uri="{FF2B5EF4-FFF2-40B4-BE49-F238E27FC236}">
                <a16:creationId xmlns:a16="http://schemas.microsoft.com/office/drawing/2014/main" id="{4B45F5C7-BD60-41AB-853B-A39473AEB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885181"/>
              </p:ext>
            </p:extLst>
          </p:nvPr>
        </p:nvGraphicFramePr>
        <p:xfrm>
          <a:off x="3886201" y="2667000"/>
          <a:ext cx="3581400" cy="192786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588135" algn="ctr"/>
                        </a:tabLs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  Which expression is equivalent to            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0E3B645D-73CD-4471-A8BA-C2830EF5E4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658344"/>
              </p:ext>
            </p:extLst>
          </p:nvPr>
        </p:nvGraphicFramePr>
        <p:xfrm>
          <a:off x="4495800" y="3474720"/>
          <a:ext cx="342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" name="Equation" r:id="rId24" imgW="342720" imgH="393480" progId="Equation.DSMT4">
                  <p:embed/>
                </p:oleObj>
              </mc:Choice>
              <mc:Fallback>
                <p:oleObj name="Equation" r:id="rId24" imgW="342720" imgH="39348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EA352D32-DBA4-44CA-B4C7-3C75F4B155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495800" y="3474720"/>
                        <a:ext cx="342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Text Box 11">
            <a:extLst>
              <a:ext uri="{FF2B5EF4-FFF2-40B4-BE49-F238E27FC236}">
                <a16:creationId xmlns:a16="http://schemas.microsoft.com/office/drawing/2014/main" id="{E096B21D-1436-4AA1-B70C-FE5CAFB0E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505200"/>
            <a:ext cx="1971040" cy="932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C.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D.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 Box 11">
            <a:extLst>
              <a:ext uri="{FF2B5EF4-FFF2-40B4-BE49-F238E27FC236}">
                <a16:creationId xmlns:a16="http://schemas.microsoft.com/office/drawing/2014/main" id="{178BD959-BC57-428D-B78A-A8620807B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400" y="5181600"/>
            <a:ext cx="1971040" cy="932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C.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D.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71B5FCE2-0C74-4925-8596-DFA08D9D09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907303"/>
              </p:ext>
            </p:extLst>
          </p:nvPr>
        </p:nvGraphicFramePr>
        <p:xfrm>
          <a:off x="4495800" y="3962400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7" name="Equation" r:id="rId26" imgW="419040" imgH="393480" progId="Equation.DSMT4">
                  <p:embed/>
                </p:oleObj>
              </mc:Choice>
              <mc:Fallback>
                <p:oleObj name="Equation" r:id="rId26" imgW="419040" imgH="39348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BD32F2E1-4CE0-440B-9892-70B495630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495800" y="3962400"/>
                        <a:ext cx="419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14E1F404-C8C2-46EF-9557-0ACA2ED9C5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954732"/>
              </p:ext>
            </p:extLst>
          </p:nvPr>
        </p:nvGraphicFramePr>
        <p:xfrm>
          <a:off x="5588000" y="3459480"/>
          <a:ext cx="342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8" name="Equation" r:id="rId28" imgW="342720" imgH="393480" progId="Equation.DSMT4">
                  <p:embed/>
                </p:oleObj>
              </mc:Choice>
              <mc:Fallback>
                <p:oleObj name="Equation" r:id="rId28" imgW="342720" imgH="393480" progId="Equation.DSMT4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5E3621A4-7F08-4B1F-BD5B-699730805E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588000" y="3459480"/>
                        <a:ext cx="342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68C4DB25-811C-4BCB-8EE3-B1E1F597C0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193562"/>
              </p:ext>
            </p:extLst>
          </p:nvPr>
        </p:nvGraphicFramePr>
        <p:xfrm>
          <a:off x="5562600" y="3962400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9" name="Equation" r:id="rId30" imgW="419040" imgH="393480" progId="Equation.DSMT4">
                  <p:embed/>
                </p:oleObj>
              </mc:Choice>
              <mc:Fallback>
                <p:oleObj name="Equation" r:id="rId30" imgW="419040" imgH="393480" progId="Equation.DSMT4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B2055BC1-B970-4981-B93E-D9D4CE6B6F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562600" y="3962400"/>
                        <a:ext cx="419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Rectangle 93">
            <a:extLst>
              <a:ext uri="{FF2B5EF4-FFF2-40B4-BE49-F238E27FC236}">
                <a16:creationId xmlns:a16="http://schemas.microsoft.com/office/drawing/2014/main" id="{4A5D8C1F-513F-4DC3-816A-90747DC82E20}"/>
              </a:ext>
            </a:extLst>
          </p:cNvPr>
          <p:cNvSpPr/>
          <p:nvPr/>
        </p:nvSpPr>
        <p:spPr>
          <a:xfrm>
            <a:off x="426720" y="5003800"/>
            <a:ext cx="3352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2.  Which expression is equivalent to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    ?</a:t>
            </a:r>
            <a:endParaRPr lang="en-US" dirty="0"/>
          </a:p>
        </p:txBody>
      </p:sp>
      <p:graphicFrame>
        <p:nvGraphicFramePr>
          <p:cNvPr id="95" name="Object 94">
            <a:extLst>
              <a:ext uri="{FF2B5EF4-FFF2-40B4-BE49-F238E27FC236}">
                <a16:creationId xmlns:a16="http://schemas.microsoft.com/office/drawing/2014/main" id="{BDF628DE-FCF0-49E7-AFD9-F73F97E3FD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66680"/>
              </p:ext>
            </p:extLst>
          </p:nvPr>
        </p:nvGraphicFramePr>
        <p:xfrm>
          <a:off x="990600" y="6192520"/>
          <a:ext cx="444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0" name="Equation" r:id="rId32" imgW="444240" imgH="215640" progId="Equation.DSMT4">
                  <p:embed/>
                </p:oleObj>
              </mc:Choice>
              <mc:Fallback>
                <p:oleObj name="Equation" r:id="rId32" imgW="444240" imgH="215640" progId="Equation.DSMT4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68620942-4017-4847-93E3-E879A6D86A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990600" y="6192520"/>
                        <a:ext cx="444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95">
            <a:extLst>
              <a:ext uri="{FF2B5EF4-FFF2-40B4-BE49-F238E27FC236}">
                <a16:creationId xmlns:a16="http://schemas.microsoft.com/office/drawing/2014/main" id="{1039DAEA-BF45-420C-9201-E1F0ECEFF3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310255"/>
              </p:ext>
            </p:extLst>
          </p:nvPr>
        </p:nvGraphicFramePr>
        <p:xfrm>
          <a:off x="980440" y="6446520"/>
          <a:ext cx="520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1" name="Equation" r:id="rId34" imgW="520560" imgH="215640" progId="Equation.DSMT4">
                  <p:embed/>
                </p:oleObj>
              </mc:Choice>
              <mc:Fallback>
                <p:oleObj name="Equation" r:id="rId34" imgW="520560" imgH="215640" progId="Equation.DSMT4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015B659D-C819-40D2-A1B0-5660E00DFB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980440" y="6446520"/>
                        <a:ext cx="520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96">
            <a:extLst>
              <a:ext uri="{FF2B5EF4-FFF2-40B4-BE49-F238E27FC236}">
                <a16:creationId xmlns:a16="http://schemas.microsoft.com/office/drawing/2014/main" id="{1AF3A22A-B7F5-447A-BFAC-4345ABFEB4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19535"/>
              </p:ext>
            </p:extLst>
          </p:nvPr>
        </p:nvGraphicFramePr>
        <p:xfrm>
          <a:off x="980440" y="6715760"/>
          <a:ext cx="444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" name="Equation" r:id="rId36" imgW="444240" imgH="215640" progId="Equation.DSMT4">
                  <p:embed/>
                </p:oleObj>
              </mc:Choice>
              <mc:Fallback>
                <p:oleObj name="Equation" r:id="rId36" imgW="444240" imgH="215640" progId="Equation.DSMT4">
                  <p:embed/>
                  <p:pic>
                    <p:nvPicPr>
                      <p:cNvPr id="42" name="Object 41">
                        <a:extLst>
                          <a:ext uri="{FF2B5EF4-FFF2-40B4-BE49-F238E27FC236}">
                            <a16:creationId xmlns:a16="http://schemas.microsoft.com/office/drawing/2014/main" id="{7011AA33-F90C-4BAD-BFB4-179D82641A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980440" y="6715760"/>
                        <a:ext cx="444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97">
            <a:extLst>
              <a:ext uri="{FF2B5EF4-FFF2-40B4-BE49-F238E27FC236}">
                <a16:creationId xmlns:a16="http://schemas.microsoft.com/office/drawing/2014/main" id="{1A5BC07D-DE8C-4F0C-BEB1-25D7270BED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027435"/>
              </p:ext>
            </p:extLst>
          </p:nvPr>
        </p:nvGraphicFramePr>
        <p:xfrm>
          <a:off x="980440" y="6964680"/>
          <a:ext cx="520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" name="Equation" r:id="rId38" imgW="520560" imgH="215640" progId="Equation.DSMT4">
                  <p:embed/>
                </p:oleObj>
              </mc:Choice>
              <mc:Fallback>
                <p:oleObj name="Equation" r:id="rId38" imgW="520560" imgH="215640" progId="Equation.DSMT4">
                  <p:embed/>
                  <p:pic>
                    <p:nvPicPr>
                      <p:cNvPr id="43" name="Object 42">
                        <a:extLst>
                          <a:ext uri="{FF2B5EF4-FFF2-40B4-BE49-F238E27FC236}">
                            <a16:creationId xmlns:a16="http://schemas.microsoft.com/office/drawing/2014/main" id="{FB45927A-D692-4429-B6EC-357C607260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980440" y="6964680"/>
                        <a:ext cx="520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" name="Rectangle 98">
            <a:extLst>
              <a:ext uri="{FF2B5EF4-FFF2-40B4-BE49-F238E27FC236}">
                <a16:creationId xmlns:a16="http://schemas.microsoft.com/office/drawing/2014/main" id="{0F868C61-90C4-4F15-98A4-49F6F6EAE183}"/>
              </a:ext>
            </a:extLst>
          </p:cNvPr>
          <p:cNvSpPr/>
          <p:nvPr/>
        </p:nvSpPr>
        <p:spPr>
          <a:xfrm>
            <a:off x="3916680" y="4526280"/>
            <a:ext cx="347472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6. Which expression is equivalent to             ?</a:t>
            </a:r>
            <a:endParaRPr lang="en-US" dirty="0"/>
          </a:p>
        </p:txBody>
      </p:sp>
      <p:graphicFrame>
        <p:nvGraphicFramePr>
          <p:cNvPr id="100" name="Object 99">
            <a:extLst>
              <a:ext uri="{FF2B5EF4-FFF2-40B4-BE49-F238E27FC236}">
                <a16:creationId xmlns:a16="http://schemas.microsoft.com/office/drawing/2014/main" id="{11B82B83-C8AB-4340-82F1-8101269A9A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039647"/>
              </p:ext>
            </p:extLst>
          </p:nvPr>
        </p:nvGraphicFramePr>
        <p:xfrm>
          <a:off x="4521200" y="5161280"/>
          <a:ext cx="596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" name="Equation" r:id="rId40" imgW="596880" imgH="368280" progId="Equation.DSMT4">
                  <p:embed/>
                </p:oleObj>
              </mc:Choice>
              <mc:Fallback>
                <p:oleObj name="Equation" r:id="rId40" imgW="596880" imgH="368280" progId="Equation.DSMT4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B7797BF2-C253-41BF-8459-8A22F8A93D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521200" y="5161280"/>
                        <a:ext cx="596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0">
            <a:extLst>
              <a:ext uri="{FF2B5EF4-FFF2-40B4-BE49-F238E27FC236}">
                <a16:creationId xmlns:a16="http://schemas.microsoft.com/office/drawing/2014/main" id="{03CFABA6-7E81-4845-96F8-6A0EDBDB46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299511"/>
              </p:ext>
            </p:extLst>
          </p:nvPr>
        </p:nvGraphicFramePr>
        <p:xfrm>
          <a:off x="4521200" y="5638800"/>
          <a:ext cx="685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" name="Equation" r:id="rId42" imgW="685800" imgH="368280" progId="Equation.DSMT4">
                  <p:embed/>
                </p:oleObj>
              </mc:Choice>
              <mc:Fallback>
                <p:oleObj name="Equation" r:id="rId42" imgW="685800" imgH="368280" progId="Equation.DSMT4">
                  <p:embed/>
                  <p:pic>
                    <p:nvPicPr>
                      <p:cNvPr id="46" name="Object 45">
                        <a:extLst>
                          <a:ext uri="{FF2B5EF4-FFF2-40B4-BE49-F238E27FC236}">
                            <a16:creationId xmlns:a16="http://schemas.microsoft.com/office/drawing/2014/main" id="{4D8B7EEE-BF1C-46FC-B453-A5F831E98E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4521200" y="5638800"/>
                        <a:ext cx="685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01">
            <a:extLst>
              <a:ext uri="{FF2B5EF4-FFF2-40B4-BE49-F238E27FC236}">
                <a16:creationId xmlns:a16="http://schemas.microsoft.com/office/drawing/2014/main" id="{46D64ED3-3E11-4D69-8E54-8017D56980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856210"/>
              </p:ext>
            </p:extLst>
          </p:nvPr>
        </p:nvGraphicFramePr>
        <p:xfrm>
          <a:off x="5588000" y="5207000"/>
          <a:ext cx="584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" name="Equation" r:id="rId44" imgW="583920" imgH="228600" progId="Equation.DSMT4">
                  <p:embed/>
                </p:oleObj>
              </mc:Choice>
              <mc:Fallback>
                <p:oleObj name="Equation" r:id="rId44" imgW="583920" imgH="228600" progId="Equation.DSMT4">
                  <p:embed/>
                  <p:pic>
                    <p:nvPicPr>
                      <p:cNvPr id="47" name="Object 46">
                        <a:extLst>
                          <a:ext uri="{FF2B5EF4-FFF2-40B4-BE49-F238E27FC236}">
                            <a16:creationId xmlns:a16="http://schemas.microsoft.com/office/drawing/2014/main" id="{DBF41260-498C-47B1-9D64-BAD3E73E6B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5588000" y="5207000"/>
                        <a:ext cx="584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102">
            <a:extLst>
              <a:ext uri="{FF2B5EF4-FFF2-40B4-BE49-F238E27FC236}">
                <a16:creationId xmlns:a16="http://schemas.microsoft.com/office/drawing/2014/main" id="{074BDA5A-8347-4EDE-BBAA-29A2396E0E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164841"/>
              </p:ext>
            </p:extLst>
          </p:nvPr>
        </p:nvGraphicFramePr>
        <p:xfrm>
          <a:off x="5582920" y="5679440"/>
          <a:ext cx="584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" name="Equation" r:id="rId46" imgW="583920" imgH="228600" progId="Equation.DSMT4">
                  <p:embed/>
                </p:oleObj>
              </mc:Choice>
              <mc:Fallback>
                <p:oleObj name="Equation" r:id="rId46" imgW="583920" imgH="228600" progId="Equation.DSMT4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35057002-642E-4A5D-89CC-55A3C55ACF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5582920" y="5679440"/>
                        <a:ext cx="584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Rectangle 103">
            <a:extLst>
              <a:ext uri="{FF2B5EF4-FFF2-40B4-BE49-F238E27FC236}">
                <a16:creationId xmlns:a16="http://schemas.microsoft.com/office/drawing/2014/main" id="{F29887A0-D12F-46B0-8F7A-D0111D5E670C}"/>
              </a:ext>
            </a:extLst>
          </p:cNvPr>
          <p:cNvSpPr/>
          <p:nvPr/>
        </p:nvSpPr>
        <p:spPr>
          <a:xfrm>
            <a:off x="3908368" y="6096000"/>
            <a:ext cx="34830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7.  Which expression is equivalent to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        ?</a:t>
            </a:r>
            <a:endParaRPr lang="en-US" dirty="0"/>
          </a:p>
        </p:txBody>
      </p:sp>
      <p:graphicFrame>
        <p:nvGraphicFramePr>
          <p:cNvPr id="105" name="Object 104">
            <a:extLst>
              <a:ext uri="{FF2B5EF4-FFF2-40B4-BE49-F238E27FC236}">
                <a16:creationId xmlns:a16="http://schemas.microsoft.com/office/drawing/2014/main" id="{8A33ED35-DA8D-4DA1-B31A-561C768EB5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355241"/>
              </p:ext>
            </p:extLst>
          </p:nvPr>
        </p:nvGraphicFramePr>
        <p:xfrm>
          <a:off x="4495800" y="6742544"/>
          <a:ext cx="419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" name="Equation" r:id="rId48" imgW="419040" imgH="203040" progId="Equation.DSMT4">
                  <p:embed/>
                </p:oleObj>
              </mc:Choice>
              <mc:Fallback>
                <p:oleObj name="Equation" r:id="rId48" imgW="419040" imgH="203040" progId="Equation.DSMT4">
                  <p:embed/>
                  <p:pic>
                    <p:nvPicPr>
                      <p:cNvPr id="50" name="Object 49">
                        <a:extLst>
                          <a:ext uri="{FF2B5EF4-FFF2-40B4-BE49-F238E27FC236}">
                            <a16:creationId xmlns:a16="http://schemas.microsoft.com/office/drawing/2014/main" id="{D7993749-9680-47E5-B454-1F0406385E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4495800" y="6742544"/>
                        <a:ext cx="419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105">
            <a:extLst>
              <a:ext uri="{FF2B5EF4-FFF2-40B4-BE49-F238E27FC236}">
                <a16:creationId xmlns:a16="http://schemas.microsoft.com/office/drawing/2014/main" id="{DBAB611A-27EE-41DB-8383-B9C13BC016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226942"/>
              </p:ext>
            </p:extLst>
          </p:nvPr>
        </p:nvGraphicFramePr>
        <p:xfrm>
          <a:off x="4535056" y="7010400"/>
          <a:ext cx="34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" name="Equation" r:id="rId50" imgW="342720" imgH="203040" progId="Equation.DSMT4">
                  <p:embed/>
                </p:oleObj>
              </mc:Choice>
              <mc:Fallback>
                <p:oleObj name="Equation" r:id="rId50" imgW="342720" imgH="203040" progId="Equation.DSMT4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2383ED96-C794-40D1-8F42-0242EE6C65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4535056" y="7010400"/>
                        <a:ext cx="342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>
            <a:extLst>
              <a:ext uri="{FF2B5EF4-FFF2-40B4-BE49-F238E27FC236}">
                <a16:creationId xmlns:a16="http://schemas.microsoft.com/office/drawing/2014/main" id="{3698454B-B1DA-4D8C-ACB6-810CA186F9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392697"/>
              </p:ext>
            </p:extLst>
          </p:nvPr>
        </p:nvGraphicFramePr>
        <p:xfrm>
          <a:off x="4495800" y="7257472"/>
          <a:ext cx="495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" name="Equation" r:id="rId52" imgW="495000" imgH="203040" progId="Equation.DSMT4">
                  <p:embed/>
                </p:oleObj>
              </mc:Choice>
              <mc:Fallback>
                <p:oleObj name="Equation" r:id="rId52" imgW="495000" imgH="203040" progId="Equation.DSMT4">
                  <p:embed/>
                  <p:pic>
                    <p:nvPicPr>
                      <p:cNvPr id="52" name="Object 51">
                        <a:extLst>
                          <a:ext uri="{FF2B5EF4-FFF2-40B4-BE49-F238E27FC236}">
                            <a16:creationId xmlns:a16="http://schemas.microsoft.com/office/drawing/2014/main" id="{14B701FA-D8F0-4068-9BAE-7F92D9FBD7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4495800" y="7257472"/>
                        <a:ext cx="4953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255D55F2-271D-4318-AFC8-73AA582DF1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689773"/>
              </p:ext>
            </p:extLst>
          </p:nvPr>
        </p:nvGraphicFramePr>
        <p:xfrm>
          <a:off x="4532744" y="7523016"/>
          <a:ext cx="406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" name="Equation" r:id="rId54" imgW="406080" imgH="203040" progId="Equation.DSMT4">
                  <p:embed/>
                </p:oleObj>
              </mc:Choice>
              <mc:Fallback>
                <p:oleObj name="Equation" r:id="rId54" imgW="406080" imgH="203040" progId="Equation.DSMT4">
                  <p:embed/>
                  <p:pic>
                    <p:nvPicPr>
                      <p:cNvPr id="53" name="Object 52">
                        <a:extLst>
                          <a:ext uri="{FF2B5EF4-FFF2-40B4-BE49-F238E27FC236}">
                            <a16:creationId xmlns:a16="http://schemas.microsoft.com/office/drawing/2014/main" id="{A884482E-305B-442F-8277-2FBCA709CB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4532744" y="7523016"/>
                        <a:ext cx="406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" name="Rectangle 108">
            <a:extLst>
              <a:ext uri="{FF2B5EF4-FFF2-40B4-BE49-F238E27FC236}">
                <a16:creationId xmlns:a16="http://schemas.microsoft.com/office/drawing/2014/main" id="{E2517448-4C82-4C5E-AFDC-B70F207CCEA8}"/>
              </a:ext>
            </a:extLst>
          </p:cNvPr>
          <p:cNvSpPr/>
          <p:nvPr/>
        </p:nvSpPr>
        <p:spPr>
          <a:xfrm>
            <a:off x="411020" y="7335984"/>
            <a:ext cx="34751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3.  Which expression is equivalent to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          ?</a:t>
            </a:r>
            <a:endParaRPr lang="en-US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BD39EDD-AAB1-4F4B-882C-07DF83C41FC4}"/>
              </a:ext>
            </a:extLst>
          </p:cNvPr>
          <p:cNvSpPr/>
          <p:nvPr/>
        </p:nvSpPr>
        <p:spPr>
          <a:xfrm>
            <a:off x="3913908" y="7899404"/>
            <a:ext cx="35052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8. Which expression represents a negative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integer?</a:t>
            </a:r>
            <a:endParaRPr lang="en-US" dirty="0"/>
          </a:p>
        </p:txBody>
      </p:sp>
      <p:graphicFrame>
        <p:nvGraphicFramePr>
          <p:cNvPr id="111" name="Object 110">
            <a:extLst>
              <a:ext uri="{FF2B5EF4-FFF2-40B4-BE49-F238E27FC236}">
                <a16:creationId xmlns:a16="http://schemas.microsoft.com/office/drawing/2014/main" id="{99418EC8-101B-46DE-A9FA-F18B44EA0A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421212"/>
              </p:ext>
            </p:extLst>
          </p:nvPr>
        </p:nvGraphicFramePr>
        <p:xfrm>
          <a:off x="990600" y="8504380"/>
          <a:ext cx="457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" name="Equation" r:id="rId56" imgW="457200" imgH="215640" progId="Equation.DSMT4">
                  <p:embed/>
                </p:oleObj>
              </mc:Choice>
              <mc:Fallback>
                <p:oleObj name="Equation" r:id="rId56" imgW="457200" imgH="215640" progId="Equation.DSMT4">
                  <p:embed/>
                  <p:pic>
                    <p:nvPicPr>
                      <p:cNvPr id="56" name="Object 55">
                        <a:extLst>
                          <a:ext uri="{FF2B5EF4-FFF2-40B4-BE49-F238E27FC236}">
                            <a16:creationId xmlns:a16="http://schemas.microsoft.com/office/drawing/2014/main" id="{1BB75F44-D2BD-4902-BDEA-4F3285DF74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990600" y="8504380"/>
                        <a:ext cx="4572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Object 111">
            <a:extLst>
              <a:ext uri="{FF2B5EF4-FFF2-40B4-BE49-F238E27FC236}">
                <a16:creationId xmlns:a16="http://schemas.microsoft.com/office/drawing/2014/main" id="{27DD3B74-1552-4B83-913D-C667ED43DE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805811"/>
              </p:ext>
            </p:extLst>
          </p:nvPr>
        </p:nvGraphicFramePr>
        <p:xfrm>
          <a:off x="1011381" y="8772814"/>
          <a:ext cx="433971" cy="204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" name="Equation" r:id="rId58" imgW="457200" imgH="215640" progId="Equation.DSMT4">
                  <p:embed/>
                </p:oleObj>
              </mc:Choice>
              <mc:Fallback>
                <p:oleObj name="Equation" r:id="rId58" imgW="457200" imgH="21564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52B0F699-983E-44F3-AEFC-2EF8891373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011381" y="8772814"/>
                        <a:ext cx="433971" cy="2049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112">
            <a:extLst>
              <a:ext uri="{FF2B5EF4-FFF2-40B4-BE49-F238E27FC236}">
                <a16:creationId xmlns:a16="http://schemas.microsoft.com/office/drawing/2014/main" id="{CE6830B6-3E50-4883-8550-C553ED2BE2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52979"/>
              </p:ext>
            </p:extLst>
          </p:nvPr>
        </p:nvGraphicFramePr>
        <p:xfrm>
          <a:off x="1018308" y="9021620"/>
          <a:ext cx="381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" name="Equation" r:id="rId60" imgW="380880" imgH="215640" progId="Equation.DSMT4">
                  <p:embed/>
                </p:oleObj>
              </mc:Choice>
              <mc:Fallback>
                <p:oleObj name="Equation" r:id="rId60" imgW="380880" imgH="215640" progId="Equation.DSMT4">
                  <p:embed/>
                  <p:pic>
                    <p:nvPicPr>
                      <p:cNvPr id="58" name="Object 57">
                        <a:extLst>
                          <a:ext uri="{FF2B5EF4-FFF2-40B4-BE49-F238E27FC236}">
                            <a16:creationId xmlns:a16="http://schemas.microsoft.com/office/drawing/2014/main" id="{7A7142A0-446A-414E-A3BE-DBAF3EE9C6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1018308" y="9021620"/>
                        <a:ext cx="381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113">
            <a:extLst>
              <a:ext uri="{FF2B5EF4-FFF2-40B4-BE49-F238E27FC236}">
                <a16:creationId xmlns:a16="http://schemas.microsoft.com/office/drawing/2014/main" id="{FE21E7B5-CCB7-4DD5-8788-3573E19B00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068544"/>
              </p:ext>
            </p:extLst>
          </p:nvPr>
        </p:nvGraphicFramePr>
        <p:xfrm>
          <a:off x="990600" y="9268692"/>
          <a:ext cx="457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" name="Equation" r:id="rId62" imgW="457200" imgH="215640" progId="Equation.DSMT4">
                  <p:embed/>
                </p:oleObj>
              </mc:Choice>
              <mc:Fallback>
                <p:oleObj name="Equation" r:id="rId62" imgW="457200" imgH="215640" progId="Equation.DSMT4">
                  <p:embed/>
                  <p:pic>
                    <p:nvPicPr>
                      <p:cNvPr id="59" name="Object 58">
                        <a:extLst>
                          <a:ext uri="{FF2B5EF4-FFF2-40B4-BE49-F238E27FC236}">
                            <a16:creationId xmlns:a16="http://schemas.microsoft.com/office/drawing/2014/main" id="{9E352ED0-CA03-4ECC-8344-30F00DACEA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990600" y="9268692"/>
                        <a:ext cx="4572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114">
            <a:extLst>
              <a:ext uri="{FF2B5EF4-FFF2-40B4-BE49-F238E27FC236}">
                <a16:creationId xmlns:a16="http://schemas.microsoft.com/office/drawing/2014/main" id="{8A6B6F30-D94C-4DDD-974C-259CDD605D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942546"/>
              </p:ext>
            </p:extLst>
          </p:nvPr>
        </p:nvGraphicFramePr>
        <p:xfrm>
          <a:off x="4525820" y="8571344"/>
          <a:ext cx="177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" name="Equation" r:id="rId64" imgW="177480" imgH="190440" progId="Equation.DSMT4">
                  <p:embed/>
                </p:oleObj>
              </mc:Choice>
              <mc:Fallback>
                <p:oleObj name="Equation" r:id="rId64" imgW="177480" imgH="190440" progId="Equation.DSMT4">
                  <p:embed/>
                  <p:pic>
                    <p:nvPicPr>
                      <p:cNvPr id="60" name="Object 59">
                        <a:extLst>
                          <a:ext uri="{FF2B5EF4-FFF2-40B4-BE49-F238E27FC236}">
                            <a16:creationId xmlns:a16="http://schemas.microsoft.com/office/drawing/2014/main" id="{9A923D38-08EC-4A99-8105-D48C4CFE8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4525820" y="8571344"/>
                        <a:ext cx="1778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115">
            <a:extLst>
              <a:ext uri="{FF2B5EF4-FFF2-40B4-BE49-F238E27FC236}">
                <a16:creationId xmlns:a16="http://schemas.microsoft.com/office/drawing/2014/main" id="{3EC0644E-1D1E-41F3-BD4A-9DF4D7D19F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457853"/>
              </p:ext>
            </p:extLst>
          </p:nvPr>
        </p:nvGraphicFramePr>
        <p:xfrm>
          <a:off x="4495800" y="8839200"/>
          <a:ext cx="495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" name="Equation" r:id="rId66" imgW="495000" imgH="190440" progId="Equation.DSMT4">
                  <p:embed/>
                </p:oleObj>
              </mc:Choice>
              <mc:Fallback>
                <p:oleObj name="Equation" r:id="rId66" imgW="495000" imgH="190440" progId="Equation.DSMT4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5110AB11-827D-45EF-A6C8-CC7A0F967D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4495800" y="8839200"/>
                        <a:ext cx="4953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116">
            <a:extLst>
              <a:ext uri="{FF2B5EF4-FFF2-40B4-BE49-F238E27FC236}">
                <a16:creationId xmlns:a16="http://schemas.microsoft.com/office/drawing/2014/main" id="{EAE73A86-ABE1-4CD0-9D4E-9DD7ACE2BB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853534"/>
              </p:ext>
            </p:extLst>
          </p:nvPr>
        </p:nvGraphicFramePr>
        <p:xfrm>
          <a:off x="4468092" y="9049328"/>
          <a:ext cx="596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" name="Equation" r:id="rId68" imgW="596880" imgH="317160" progId="Equation.DSMT4">
                  <p:embed/>
                </p:oleObj>
              </mc:Choice>
              <mc:Fallback>
                <p:oleObj name="Equation" r:id="rId68" imgW="596880" imgH="317160" progId="Equation.DSMT4">
                  <p:embed/>
                  <p:pic>
                    <p:nvPicPr>
                      <p:cNvPr id="62" name="Object 61">
                        <a:extLst>
                          <a:ext uri="{FF2B5EF4-FFF2-40B4-BE49-F238E27FC236}">
                            <a16:creationId xmlns:a16="http://schemas.microsoft.com/office/drawing/2014/main" id="{4F893E37-A56E-49C2-9CAA-73C371CCEA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4468092" y="9049328"/>
                        <a:ext cx="596900" cy="317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117">
            <a:extLst>
              <a:ext uri="{FF2B5EF4-FFF2-40B4-BE49-F238E27FC236}">
                <a16:creationId xmlns:a16="http://schemas.microsoft.com/office/drawing/2014/main" id="{D95C7971-CF11-4F38-9D54-81A6E5C7F7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10127"/>
              </p:ext>
            </p:extLst>
          </p:nvPr>
        </p:nvGraphicFramePr>
        <p:xfrm>
          <a:off x="4458856" y="9314872"/>
          <a:ext cx="381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" name="Equation" r:id="rId70" imgW="380880" imgH="279360" progId="Equation.DSMT4">
                  <p:embed/>
                </p:oleObj>
              </mc:Choice>
              <mc:Fallback>
                <p:oleObj name="Equation" r:id="rId70" imgW="380880" imgH="279360" progId="Equation.DSMT4">
                  <p:embed/>
                  <p:pic>
                    <p:nvPicPr>
                      <p:cNvPr id="63" name="Object 62">
                        <a:extLst>
                          <a:ext uri="{FF2B5EF4-FFF2-40B4-BE49-F238E27FC236}">
                            <a16:creationId xmlns:a16="http://schemas.microsoft.com/office/drawing/2014/main" id="{38415E31-BBD2-400D-A96F-910084CFBA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4458856" y="9314872"/>
                        <a:ext cx="3810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57F9571C-2B9B-4A88-9DDA-7EA9B236BA81}"/>
              </a:ext>
            </a:extLst>
          </p:cNvPr>
          <p:cNvCxnSpPr>
            <a:cxnSpLocks/>
          </p:cNvCxnSpPr>
          <p:nvPr/>
        </p:nvCxnSpPr>
        <p:spPr>
          <a:xfrm>
            <a:off x="461770" y="5009816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51ECE82E-43B6-4DBA-8E4A-BD6334CD2ED8}"/>
              </a:ext>
            </a:extLst>
          </p:cNvPr>
          <p:cNvCxnSpPr>
            <a:cxnSpLocks/>
          </p:cNvCxnSpPr>
          <p:nvPr/>
        </p:nvCxnSpPr>
        <p:spPr>
          <a:xfrm>
            <a:off x="461770" y="7350760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32CC8C0-E228-42D1-AB2C-3886B5AC7328}"/>
              </a:ext>
            </a:extLst>
          </p:cNvPr>
          <p:cNvCxnSpPr>
            <a:cxnSpLocks/>
          </p:cNvCxnSpPr>
          <p:nvPr/>
        </p:nvCxnSpPr>
        <p:spPr>
          <a:xfrm>
            <a:off x="3959349" y="6121266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A0939678-8144-4403-A0D3-926B7B0D930A}"/>
              </a:ext>
            </a:extLst>
          </p:cNvPr>
          <p:cNvCxnSpPr>
            <a:cxnSpLocks/>
          </p:cNvCxnSpPr>
          <p:nvPr/>
        </p:nvCxnSpPr>
        <p:spPr>
          <a:xfrm>
            <a:off x="3954778" y="4467125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53A32312-73DA-41CA-A1A5-86503283375D}"/>
              </a:ext>
            </a:extLst>
          </p:cNvPr>
          <p:cNvCxnSpPr>
            <a:cxnSpLocks/>
          </p:cNvCxnSpPr>
          <p:nvPr/>
        </p:nvCxnSpPr>
        <p:spPr>
          <a:xfrm>
            <a:off x="3948445" y="2430112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20851CE3-A348-4B21-87D6-EB441C5AECE0}"/>
              </a:ext>
            </a:extLst>
          </p:cNvPr>
          <p:cNvCxnSpPr>
            <a:cxnSpLocks/>
          </p:cNvCxnSpPr>
          <p:nvPr/>
        </p:nvCxnSpPr>
        <p:spPr>
          <a:xfrm>
            <a:off x="3959349" y="7916649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 Box 27">
            <a:extLst>
              <a:ext uri="{FF2B5EF4-FFF2-40B4-BE49-F238E27FC236}">
                <a16:creationId xmlns:a16="http://schemas.microsoft.com/office/drawing/2014/main" id="{DEEB57B2-AC50-4E74-A7E0-35D3B6670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219200"/>
            <a:ext cx="122047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6" name="Object 125">
            <a:extLst>
              <a:ext uri="{FF2B5EF4-FFF2-40B4-BE49-F238E27FC236}">
                <a16:creationId xmlns:a16="http://schemas.microsoft.com/office/drawing/2014/main" id="{01A8B65D-6D12-4977-968A-BC4F0A7B82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350554"/>
              </p:ext>
            </p:extLst>
          </p:nvPr>
        </p:nvGraphicFramePr>
        <p:xfrm>
          <a:off x="4191000" y="609600"/>
          <a:ext cx="1028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" name="Equation" r:id="rId72" imgW="1028520" imgH="330120" progId="Equation.DSMT4">
                  <p:embed/>
                </p:oleObj>
              </mc:Choice>
              <mc:Fallback>
                <p:oleObj name="Equation" r:id="rId72" imgW="1028520" imgH="33012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DC2171CA-FAA2-4039-BC9A-CC90A98C7E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4191000" y="609600"/>
                        <a:ext cx="1028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" name="Rectangle 126">
            <a:extLst>
              <a:ext uri="{FF2B5EF4-FFF2-40B4-BE49-F238E27FC236}">
                <a16:creationId xmlns:a16="http://schemas.microsoft.com/office/drawing/2014/main" id="{6E84724B-759B-40C2-BE4F-B6123468EE30}"/>
              </a:ext>
            </a:extLst>
          </p:cNvPr>
          <p:cNvSpPr/>
          <p:nvPr/>
        </p:nvSpPr>
        <p:spPr>
          <a:xfrm>
            <a:off x="3906520" y="436880"/>
            <a:ext cx="35052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4.  Which expression is equivalent to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         ?</a:t>
            </a:r>
            <a:endParaRPr lang="en-US" dirty="0"/>
          </a:p>
        </p:txBody>
      </p:sp>
      <p:graphicFrame>
        <p:nvGraphicFramePr>
          <p:cNvPr id="128" name="Object 127">
            <a:extLst>
              <a:ext uri="{FF2B5EF4-FFF2-40B4-BE49-F238E27FC236}">
                <a16:creationId xmlns:a16="http://schemas.microsoft.com/office/drawing/2014/main" id="{512E2411-9B9C-4048-A0D5-B4898C7466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836121"/>
              </p:ext>
            </p:extLst>
          </p:nvPr>
        </p:nvGraphicFramePr>
        <p:xfrm>
          <a:off x="4495800" y="1270000"/>
          <a:ext cx="749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" name="Equation" r:id="rId74" imgW="749160" imgH="215640" progId="Equation.DSMT4">
                  <p:embed/>
                </p:oleObj>
              </mc:Choice>
              <mc:Fallback>
                <p:oleObj name="Equation" r:id="rId74" imgW="749160" imgH="21564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1002A5A6-EF07-42CB-A17E-D0F539699A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4495800" y="1270000"/>
                        <a:ext cx="749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Object 128">
            <a:extLst>
              <a:ext uri="{FF2B5EF4-FFF2-40B4-BE49-F238E27FC236}">
                <a16:creationId xmlns:a16="http://schemas.microsoft.com/office/drawing/2014/main" id="{BC6F0B1D-32F7-428E-B37E-C152CB58A4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722063"/>
              </p:ext>
            </p:extLst>
          </p:nvPr>
        </p:nvGraphicFramePr>
        <p:xfrm>
          <a:off x="4485640" y="1524000"/>
          <a:ext cx="660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2" name="Equation" r:id="rId76" imgW="660240" imgH="215640" progId="Equation.DSMT4">
                  <p:embed/>
                </p:oleObj>
              </mc:Choice>
              <mc:Fallback>
                <p:oleObj name="Equation" r:id="rId76" imgW="660240" imgH="215640" progId="Equation.DSMT4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DCCAC08B-B50A-4D19-8230-9D06BE8C6F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7"/>
                      <a:stretch>
                        <a:fillRect/>
                      </a:stretch>
                    </p:blipFill>
                    <p:spPr>
                      <a:xfrm>
                        <a:off x="4485640" y="1524000"/>
                        <a:ext cx="660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Object 129">
            <a:extLst>
              <a:ext uri="{FF2B5EF4-FFF2-40B4-BE49-F238E27FC236}">
                <a16:creationId xmlns:a16="http://schemas.microsoft.com/office/drawing/2014/main" id="{0A7E2BEB-A0EE-41FD-A38D-A581A72935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810023"/>
              </p:ext>
            </p:extLst>
          </p:nvPr>
        </p:nvGraphicFramePr>
        <p:xfrm>
          <a:off x="4475480" y="1783080"/>
          <a:ext cx="660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" name="Equation" r:id="rId78" imgW="660240" imgH="215640" progId="Equation.DSMT4">
                  <p:embed/>
                </p:oleObj>
              </mc:Choice>
              <mc:Fallback>
                <p:oleObj name="Equation" r:id="rId78" imgW="660240" imgH="21564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358ACE05-3870-4D17-B92B-8A17699316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9"/>
                      <a:stretch>
                        <a:fillRect/>
                      </a:stretch>
                    </p:blipFill>
                    <p:spPr>
                      <a:xfrm>
                        <a:off x="4475480" y="1783080"/>
                        <a:ext cx="660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" name="Object 130">
            <a:extLst>
              <a:ext uri="{FF2B5EF4-FFF2-40B4-BE49-F238E27FC236}">
                <a16:creationId xmlns:a16="http://schemas.microsoft.com/office/drawing/2014/main" id="{29E91DE7-7CE2-494E-8992-AD9DEFA397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867260"/>
              </p:ext>
            </p:extLst>
          </p:nvPr>
        </p:nvGraphicFramePr>
        <p:xfrm>
          <a:off x="4475480" y="2037080"/>
          <a:ext cx="825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" name="Equation" r:id="rId80" imgW="825480" imgH="215640" progId="Equation.DSMT4">
                  <p:embed/>
                </p:oleObj>
              </mc:Choice>
              <mc:Fallback>
                <p:oleObj name="Equation" r:id="rId80" imgW="825480" imgH="21564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40BAB365-07A1-4A63-B2CA-53EAE7C4D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4475480" y="2037080"/>
                        <a:ext cx="825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798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CB268007-EBD7-483C-B03D-ACF4BE52F658}"/>
              </a:ext>
            </a:extLst>
          </p:cNvPr>
          <p:cNvSpPr/>
          <p:nvPr/>
        </p:nvSpPr>
        <p:spPr>
          <a:xfrm>
            <a:off x="4495800" y="8763000"/>
            <a:ext cx="1752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3F05931-B3AD-4EB6-AAFF-8CCD3E908EF2}"/>
              </a:ext>
            </a:extLst>
          </p:cNvPr>
          <p:cNvSpPr/>
          <p:nvPr/>
        </p:nvSpPr>
        <p:spPr>
          <a:xfrm>
            <a:off x="4800600" y="6781800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882C14E-195F-4000-95C1-03F3C64E2FD1}"/>
              </a:ext>
            </a:extLst>
          </p:cNvPr>
          <p:cNvSpPr/>
          <p:nvPr/>
        </p:nvSpPr>
        <p:spPr>
          <a:xfrm>
            <a:off x="4419600" y="5638800"/>
            <a:ext cx="20574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DF8037F-6FF4-4ADD-88A6-1FB0431781DA}"/>
              </a:ext>
            </a:extLst>
          </p:cNvPr>
          <p:cNvSpPr/>
          <p:nvPr/>
        </p:nvSpPr>
        <p:spPr>
          <a:xfrm>
            <a:off x="4876800" y="3733800"/>
            <a:ext cx="1371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55FCF4A-81D3-4113-A6C8-D41BC0E098F4}"/>
              </a:ext>
            </a:extLst>
          </p:cNvPr>
          <p:cNvSpPr/>
          <p:nvPr/>
        </p:nvSpPr>
        <p:spPr>
          <a:xfrm>
            <a:off x="4495800" y="2743200"/>
            <a:ext cx="18288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804E566-21DB-4F91-8D73-92C50E4635AB}"/>
              </a:ext>
            </a:extLst>
          </p:cNvPr>
          <p:cNvSpPr/>
          <p:nvPr/>
        </p:nvSpPr>
        <p:spPr>
          <a:xfrm>
            <a:off x="4876800" y="609600"/>
            <a:ext cx="2057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9EFDC35-0348-4264-A1EA-A89A8AEFB654}"/>
              </a:ext>
            </a:extLst>
          </p:cNvPr>
          <p:cNvSpPr/>
          <p:nvPr/>
        </p:nvSpPr>
        <p:spPr>
          <a:xfrm>
            <a:off x="838200" y="8382000"/>
            <a:ext cx="5334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FA667D4-4D92-4E5E-B931-7684B27BFD43}"/>
              </a:ext>
            </a:extLst>
          </p:cNvPr>
          <p:cNvSpPr/>
          <p:nvPr/>
        </p:nvSpPr>
        <p:spPr>
          <a:xfrm>
            <a:off x="990600" y="7543800"/>
            <a:ext cx="16764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17F2314-960A-4F3F-92E3-12F6E1103E13}"/>
              </a:ext>
            </a:extLst>
          </p:cNvPr>
          <p:cNvSpPr/>
          <p:nvPr/>
        </p:nvSpPr>
        <p:spPr>
          <a:xfrm>
            <a:off x="420256" y="438728"/>
            <a:ext cx="3352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9.  Which expression is equivalent to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                        ?</a:t>
            </a:r>
            <a:endParaRPr lang="en-US" dirty="0"/>
          </a:p>
        </p:txBody>
      </p:sp>
      <p:sp>
        <p:nvSpPr>
          <p:cNvPr id="78" name="Text Box 17">
            <a:extLst>
              <a:ext uri="{FF2B5EF4-FFF2-40B4-BE49-F238E27FC236}">
                <a16:creationId xmlns:a16="http://schemas.microsoft.com/office/drawing/2014/main" id="{6A1623DE-DE37-4716-B615-956431706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64" y="5687292"/>
            <a:ext cx="122047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Box 17">
            <a:extLst>
              <a:ext uri="{FF2B5EF4-FFF2-40B4-BE49-F238E27FC236}">
                <a16:creationId xmlns:a16="http://schemas.microsoft.com/office/drawing/2014/main" id="{809A0C59-F169-42A3-83F8-87F99E170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001000"/>
            <a:ext cx="1220470" cy="1662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Box 17">
            <a:extLst>
              <a:ext uri="{FF2B5EF4-FFF2-40B4-BE49-F238E27FC236}">
                <a16:creationId xmlns:a16="http://schemas.microsoft.com/office/drawing/2014/main" id="{556F48F2-8B2C-40F0-8E50-5BBC0EB45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581400"/>
            <a:ext cx="122047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Box 17">
            <a:extLst>
              <a:ext uri="{FF2B5EF4-FFF2-40B4-BE49-F238E27FC236}">
                <a16:creationId xmlns:a16="http://schemas.microsoft.com/office/drawing/2014/main" id="{9F5E72AD-A4E2-492E-8938-B61B04F5D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371600"/>
            <a:ext cx="122047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0D515C3D-1F3C-4299-8C2E-C006EA759B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424726"/>
              </p:ext>
            </p:extLst>
          </p:nvPr>
        </p:nvGraphicFramePr>
        <p:xfrm>
          <a:off x="990600" y="1447800"/>
          <a:ext cx="368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" name="Equation" r:id="rId4" imgW="368280" imgH="177480" progId="Equation.DSMT4">
                  <p:embed/>
                </p:oleObj>
              </mc:Choice>
              <mc:Fallback>
                <p:oleObj name="Equation" r:id="rId4" imgW="368280" imgH="17748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61A8E1EA-3AF9-4819-B7AC-2F961CA6B8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0600" y="1447800"/>
                        <a:ext cx="368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412291EA-8BB5-4A10-9BB9-426A356374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018461"/>
              </p:ext>
            </p:extLst>
          </p:nvPr>
        </p:nvGraphicFramePr>
        <p:xfrm>
          <a:off x="990600" y="1724892"/>
          <a:ext cx="3556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" name="Equation" r:id="rId6" imgW="355320" imgH="177480" progId="Equation.DSMT4">
                  <p:embed/>
                </p:oleObj>
              </mc:Choice>
              <mc:Fallback>
                <p:oleObj name="Equation" r:id="rId6" imgW="355320" imgH="1774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0E5D9B38-2B7A-4E6C-9AC0-61494385CE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90600" y="1724892"/>
                        <a:ext cx="3556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C4BADDAF-3E38-40DB-9CA6-B4037223AF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431333"/>
              </p:ext>
            </p:extLst>
          </p:nvPr>
        </p:nvGraphicFramePr>
        <p:xfrm>
          <a:off x="990600" y="1990436"/>
          <a:ext cx="520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2" name="Equation" r:id="rId8" imgW="520560" imgH="177480" progId="Equation.DSMT4">
                  <p:embed/>
                </p:oleObj>
              </mc:Choice>
              <mc:Fallback>
                <p:oleObj name="Equation" r:id="rId8" imgW="520560" imgH="17748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97E68BD5-64E0-4BE4-9B69-95434CA34F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90600" y="1990436"/>
                        <a:ext cx="520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C39237F4-C2FA-4E4E-B2A9-14167A753A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270717"/>
              </p:ext>
            </p:extLst>
          </p:nvPr>
        </p:nvGraphicFramePr>
        <p:xfrm>
          <a:off x="990600" y="2267528"/>
          <a:ext cx="5080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3" name="Equation" r:id="rId10" imgW="507960" imgH="177480" progId="Equation.DSMT4">
                  <p:embed/>
                </p:oleObj>
              </mc:Choice>
              <mc:Fallback>
                <p:oleObj name="Equation" r:id="rId10" imgW="507960" imgH="17748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998845A9-7568-41CF-93A2-C03AD40A28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90600" y="2267528"/>
                        <a:ext cx="5080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3C19CAA5-4FE9-4AB2-A59E-5B748CE9F7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973229"/>
              </p:ext>
            </p:extLst>
          </p:nvPr>
        </p:nvGraphicFramePr>
        <p:xfrm>
          <a:off x="991870" y="3609108"/>
          <a:ext cx="4699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4" name="Equation" r:id="rId12" imgW="469800" imgH="253800" progId="Equation.DSMT4">
                  <p:embed/>
                </p:oleObj>
              </mc:Choice>
              <mc:Fallback>
                <p:oleObj name="Equation" r:id="rId12" imgW="469800" imgH="25380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6D7DB055-EB5D-449B-9AE2-F37E9485F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91870" y="3609108"/>
                        <a:ext cx="4699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49833ABB-8EA8-462D-AE86-7FD0F8B865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059019"/>
              </p:ext>
            </p:extLst>
          </p:nvPr>
        </p:nvGraphicFramePr>
        <p:xfrm>
          <a:off x="978014" y="3895436"/>
          <a:ext cx="965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5" name="Equation" r:id="rId14" imgW="965160" imgH="253800" progId="Equation.DSMT4">
                  <p:embed/>
                </p:oleObj>
              </mc:Choice>
              <mc:Fallback>
                <p:oleObj name="Equation" r:id="rId14" imgW="965160" imgH="25380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7005F73C-D7BC-417C-90C2-3345B2E238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78014" y="3895436"/>
                        <a:ext cx="9652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4E582FB0-EEDD-434D-8CC7-0BE7170838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9943279"/>
              </p:ext>
            </p:extLst>
          </p:nvPr>
        </p:nvGraphicFramePr>
        <p:xfrm>
          <a:off x="964162" y="4181764"/>
          <a:ext cx="12319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6" name="Equation" r:id="rId16" imgW="1231560" imgH="253800" progId="Equation.DSMT4">
                  <p:embed/>
                </p:oleObj>
              </mc:Choice>
              <mc:Fallback>
                <p:oleObj name="Equation" r:id="rId16" imgW="1231560" imgH="25380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DFBF5F67-503F-4E42-AF76-1505BBAE2D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64162" y="4181764"/>
                        <a:ext cx="12319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DFC39001-BC35-4A83-9AC8-B02D7DF9D4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675460"/>
              </p:ext>
            </p:extLst>
          </p:nvPr>
        </p:nvGraphicFramePr>
        <p:xfrm>
          <a:off x="973398" y="4456544"/>
          <a:ext cx="12319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" name="Equation" r:id="rId18" imgW="1231560" imgH="253800" progId="Equation.DSMT4">
                  <p:embed/>
                </p:oleObj>
              </mc:Choice>
              <mc:Fallback>
                <p:oleObj name="Equation" r:id="rId18" imgW="1231560" imgH="25380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545D8B78-DC0F-4922-9A35-2C27951A68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73398" y="4456544"/>
                        <a:ext cx="12319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Rectangle 89">
            <a:extLst>
              <a:ext uri="{FF2B5EF4-FFF2-40B4-BE49-F238E27FC236}">
                <a16:creationId xmlns:a16="http://schemas.microsoft.com/office/drawing/2014/main" id="{DB88AF2C-A2CC-46C2-B599-92EE4046211E}"/>
              </a:ext>
            </a:extLst>
          </p:cNvPr>
          <p:cNvSpPr/>
          <p:nvPr/>
        </p:nvSpPr>
        <p:spPr>
          <a:xfrm>
            <a:off x="408708" y="2660076"/>
            <a:ext cx="34774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10. Which is the factored form of               ?</a:t>
            </a:r>
            <a:endParaRPr lang="en-US" dirty="0"/>
          </a:p>
        </p:txBody>
      </p:sp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6C908F9D-D700-48C8-BE2A-1F354BE4FF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597832"/>
              </p:ext>
            </p:extLst>
          </p:nvPr>
        </p:nvGraphicFramePr>
        <p:xfrm>
          <a:off x="981364" y="5724236"/>
          <a:ext cx="990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8" name="Equation" r:id="rId20" imgW="990360" imgH="266400" progId="Equation.DSMT4">
                  <p:embed/>
                </p:oleObj>
              </mc:Choice>
              <mc:Fallback>
                <p:oleObj name="Equation" r:id="rId20" imgW="990360" imgH="26640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7D2783ED-3841-4C4C-92F8-ECACA690D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81364" y="5724236"/>
                        <a:ext cx="9906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7E82F0AA-F0BD-4E45-903B-5037F2BA09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431728"/>
              </p:ext>
            </p:extLst>
          </p:nvPr>
        </p:nvGraphicFramePr>
        <p:xfrm>
          <a:off x="981364" y="6019800"/>
          <a:ext cx="1320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9" name="Equation" r:id="rId22" imgW="1320480" imgH="253800" progId="Equation.DSMT4">
                  <p:embed/>
                </p:oleObj>
              </mc:Choice>
              <mc:Fallback>
                <p:oleObj name="Equation" r:id="rId22" imgW="1320480" imgH="25380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3528B601-0408-4744-8D8B-00E50AF6DA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81364" y="6019800"/>
                        <a:ext cx="1320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9C984DFE-4E6F-47D1-81B7-BFB3D6FF13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1924105"/>
              </p:ext>
            </p:extLst>
          </p:nvPr>
        </p:nvGraphicFramePr>
        <p:xfrm>
          <a:off x="981364" y="6296892"/>
          <a:ext cx="1638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0" name="Equation" r:id="rId24" imgW="1638000" imgH="228600" progId="Equation.DSMT4">
                  <p:embed/>
                </p:oleObj>
              </mc:Choice>
              <mc:Fallback>
                <p:oleObj name="Equation" r:id="rId24" imgW="1638000" imgH="22860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E6B56137-F761-4F39-B64C-DF4CB85359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81364" y="6296892"/>
                        <a:ext cx="1638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1B13C23D-815A-486E-8B8A-441AB02D23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069811"/>
              </p:ext>
            </p:extLst>
          </p:nvPr>
        </p:nvGraphicFramePr>
        <p:xfrm>
          <a:off x="990600" y="6553200"/>
          <a:ext cx="990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" name="Equation" r:id="rId26" imgW="990360" imgH="253800" progId="Equation.DSMT4">
                  <p:embed/>
                </p:oleObj>
              </mc:Choice>
              <mc:Fallback>
                <p:oleObj name="Equation" r:id="rId26" imgW="990360" imgH="253800" progId="Equation.DSMT4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A65DEAC7-68D3-4749-A1C3-DE22C99C06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90600" y="6553200"/>
                        <a:ext cx="990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Rectangle 94">
            <a:extLst>
              <a:ext uri="{FF2B5EF4-FFF2-40B4-BE49-F238E27FC236}">
                <a16:creationId xmlns:a16="http://schemas.microsoft.com/office/drawing/2014/main" id="{B1D84526-BF17-4FE8-9188-F789C1FC567C}"/>
              </a:ext>
            </a:extLst>
          </p:cNvPr>
          <p:cNvSpPr/>
          <p:nvPr/>
        </p:nvSpPr>
        <p:spPr>
          <a:xfrm>
            <a:off x="401784" y="4849092"/>
            <a:ext cx="340821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11. Which is the complete factorization of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          ?</a:t>
            </a:r>
            <a:endParaRPr lang="en-US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6C9D7AC-84C5-47A7-88D7-6A96AB6F5210}"/>
              </a:ext>
            </a:extLst>
          </p:cNvPr>
          <p:cNvSpPr/>
          <p:nvPr/>
        </p:nvSpPr>
        <p:spPr>
          <a:xfrm>
            <a:off x="417944" y="6991928"/>
            <a:ext cx="35814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For questions 12-15, assume no denominator equals zero.</a:t>
            </a:r>
            <a:endParaRPr lang="en-US" dirty="0"/>
          </a:p>
        </p:txBody>
      </p:sp>
      <p:graphicFrame>
        <p:nvGraphicFramePr>
          <p:cNvPr id="97" name="Table 96">
            <a:extLst>
              <a:ext uri="{FF2B5EF4-FFF2-40B4-BE49-F238E27FC236}">
                <a16:creationId xmlns:a16="http://schemas.microsoft.com/office/drawing/2014/main" id="{FD1E66D5-1732-48EB-9649-10D8EB2F6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880956"/>
              </p:ext>
            </p:extLst>
          </p:nvPr>
        </p:nvGraphicFramePr>
        <p:xfrm>
          <a:off x="392548" y="7559960"/>
          <a:ext cx="2887662" cy="192786"/>
        </p:xfrm>
        <a:graphic>
          <a:graphicData uri="http://schemas.openxmlformats.org/drawingml/2006/table">
            <a:tbl>
              <a:tblPr/>
              <a:tblGrid>
                <a:gridCol w="2887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 Simplify                        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8" name="Object 97">
            <a:extLst>
              <a:ext uri="{FF2B5EF4-FFF2-40B4-BE49-F238E27FC236}">
                <a16:creationId xmlns:a16="http://schemas.microsoft.com/office/drawing/2014/main" id="{6C8B54F9-F79C-4447-84A8-4A9E090DF0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806540"/>
              </p:ext>
            </p:extLst>
          </p:nvPr>
        </p:nvGraphicFramePr>
        <p:xfrm>
          <a:off x="990600" y="8091053"/>
          <a:ext cx="1905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2" name="Equation" r:id="rId28" imgW="190440" imgH="164880" progId="Equation.DSMT4">
                  <p:embed/>
                </p:oleObj>
              </mc:Choice>
              <mc:Fallback>
                <p:oleObj name="Equation" r:id="rId28" imgW="190440" imgH="16488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66619FFB-6137-452F-86A6-AF049E406C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90600" y="8091053"/>
                        <a:ext cx="1905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98">
            <a:extLst>
              <a:ext uri="{FF2B5EF4-FFF2-40B4-BE49-F238E27FC236}">
                <a16:creationId xmlns:a16="http://schemas.microsoft.com/office/drawing/2014/main" id="{4ACA8567-27B0-45D8-A288-4E23DE733C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181300"/>
              </p:ext>
            </p:extLst>
          </p:nvPr>
        </p:nvGraphicFramePr>
        <p:xfrm>
          <a:off x="990600" y="8368145"/>
          <a:ext cx="342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3" name="Equation" r:id="rId30" imgW="342720" imgH="368280" progId="Equation.DSMT4">
                  <p:embed/>
                </p:oleObj>
              </mc:Choice>
              <mc:Fallback>
                <p:oleObj name="Equation" r:id="rId30" imgW="342720" imgH="36828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9890E5DA-8FD4-4AAC-85E5-074134F72F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90600" y="8368145"/>
                        <a:ext cx="342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99">
            <a:extLst>
              <a:ext uri="{FF2B5EF4-FFF2-40B4-BE49-F238E27FC236}">
                <a16:creationId xmlns:a16="http://schemas.microsoft.com/office/drawing/2014/main" id="{0DD61101-39B3-45A7-AC8E-E7A249733A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117702"/>
              </p:ext>
            </p:extLst>
          </p:nvPr>
        </p:nvGraphicFramePr>
        <p:xfrm>
          <a:off x="981364" y="8816109"/>
          <a:ext cx="342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4" name="Equation" r:id="rId32" imgW="342720" imgH="368280" progId="Equation.DSMT4">
                  <p:embed/>
                </p:oleObj>
              </mc:Choice>
              <mc:Fallback>
                <p:oleObj name="Equation" r:id="rId32" imgW="342720" imgH="36828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C4C17B37-DBBE-4A25-985E-3A33417AC9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981364" y="8816109"/>
                        <a:ext cx="342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0">
            <a:extLst>
              <a:ext uri="{FF2B5EF4-FFF2-40B4-BE49-F238E27FC236}">
                <a16:creationId xmlns:a16="http://schemas.microsoft.com/office/drawing/2014/main" id="{895472A3-E6F2-4AE7-A6C4-D8F3F71926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546312"/>
              </p:ext>
            </p:extLst>
          </p:nvPr>
        </p:nvGraphicFramePr>
        <p:xfrm>
          <a:off x="990600" y="9231741"/>
          <a:ext cx="342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5" name="Equation" r:id="rId34" imgW="342720" imgH="368280" progId="Equation.DSMT4">
                  <p:embed/>
                </p:oleObj>
              </mc:Choice>
              <mc:Fallback>
                <p:oleObj name="Equation" r:id="rId34" imgW="342720" imgH="36828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89D81ABA-58E3-4198-AD48-DB117BE6A1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990600" y="9231741"/>
                        <a:ext cx="342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C0480F1C-A61B-44E2-A632-AD97D05A7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250904"/>
              </p:ext>
            </p:extLst>
          </p:nvPr>
        </p:nvGraphicFramePr>
        <p:xfrm>
          <a:off x="3886200" y="609600"/>
          <a:ext cx="3429000" cy="192786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 Simplify                                                 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3" name="Rectangle 102">
            <a:extLst>
              <a:ext uri="{FF2B5EF4-FFF2-40B4-BE49-F238E27FC236}">
                <a16:creationId xmlns:a16="http://schemas.microsoft.com/office/drawing/2014/main" id="{C7311917-4279-4CEB-89B2-1ADE7D836F4B}"/>
              </a:ext>
            </a:extLst>
          </p:cNvPr>
          <p:cNvSpPr/>
          <p:nvPr/>
        </p:nvSpPr>
        <p:spPr>
          <a:xfrm>
            <a:off x="3913908" y="3773056"/>
            <a:ext cx="34774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14. Simplify                                  .</a:t>
            </a:r>
            <a:endParaRPr lang="en-US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D4F7B7F-567C-41B8-923E-F1668DA3F536}"/>
              </a:ext>
            </a:extLst>
          </p:cNvPr>
          <p:cNvSpPr/>
          <p:nvPr/>
        </p:nvSpPr>
        <p:spPr>
          <a:xfrm>
            <a:off x="3904672" y="6802584"/>
            <a:ext cx="348672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15.  Simplify              .</a:t>
            </a:r>
            <a:endParaRPr lang="en-US" dirty="0"/>
          </a:p>
        </p:txBody>
      </p:sp>
      <p:sp>
        <p:nvSpPr>
          <p:cNvPr id="105" name="Text Box 22">
            <a:extLst>
              <a:ext uri="{FF2B5EF4-FFF2-40B4-BE49-F238E27FC236}">
                <a16:creationId xmlns:a16="http://schemas.microsoft.com/office/drawing/2014/main" id="{7CBC603F-F063-431F-864E-3D16BEF80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667000"/>
            <a:ext cx="232156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C.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D.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 Box 22">
            <a:extLst>
              <a:ext uri="{FF2B5EF4-FFF2-40B4-BE49-F238E27FC236}">
                <a16:creationId xmlns:a16="http://schemas.microsoft.com/office/drawing/2014/main" id="{A651ED78-FABF-4901-8049-0A28A9162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638800"/>
            <a:ext cx="232156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C.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D.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 Box 22">
            <a:extLst>
              <a:ext uri="{FF2B5EF4-FFF2-40B4-BE49-F238E27FC236}">
                <a16:creationId xmlns:a16="http://schemas.microsoft.com/office/drawing/2014/main" id="{0BD92BE2-F8FE-4F68-A84C-402066972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8686800"/>
            <a:ext cx="232156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C. </a:t>
            </a:r>
            <a:br>
              <a:rPr lang="en-US" sz="11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D.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AE1AF0F6-AC3C-4D32-9283-7C3057CA66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502207"/>
              </p:ext>
            </p:extLst>
          </p:nvPr>
        </p:nvGraphicFramePr>
        <p:xfrm>
          <a:off x="4495800" y="2667000"/>
          <a:ext cx="571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" name="Equation" r:id="rId36" imgW="571320" imgH="431640" progId="Equation.DSMT4">
                  <p:embed/>
                </p:oleObj>
              </mc:Choice>
              <mc:Fallback>
                <p:oleObj name="Equation" r:id="rId36" imgW="571320" imgH="431640" progId="Equation.DSMT4">
                  <p:embed/>
                  <p:pic>
                    <p:nvPicPr>
                      <p:cNvPr id="43" name="Object 42">
                        <a:extLst>
                          <a:ext uri="{FF2B5EF4-FFF2-40B4-BE49-F238E27FC236}">
                            <a16:creationId xmlns:a16="http://schemas.microsoft.com/office/drawing/2014/main" id="{7D97BCD3-8DFE-45A9-8CCE-DE7C1A6C0D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495800" y="2667000"/>
                        <a:ext cx="571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108">
            <a:extLst>
              <a:ext uri="{FF2B5EF4-FFF2-40B4-BE49-F238E27FC236}">
                <a16:creationId xmlns:a16="http://schemas.microsoft.com/office/drawing/2014/main" id="{935C9A5F-8841-4978-97ED-A4B1DB65DD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36244"/>
              </p:ext>
            </p:extLst>
          </p:nvPr>
        </p:nvGraphicFramePr>
        <p:xfrm>
          <a:off x="4495800" y="3200400"/>
          <a:ext cx="546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" name="Equation" r:id="rId38" imgW="545760" imgH="228600" progId="Equation.DSMT4">
                  <p:embed/>
                </p:oleObj>
              </mc:Choice>
              <mc:Fallback>
                <p:oleObj name="Equation" r:id="rId38" imgW="545760" imgH="228600" progId="Equation.DSMT4">
                  <p:embed/>
                  <p:pic>
                    <p:nvPicPr>
                      <p:cNvPr id="44" name="Object 43">
                        <a:extLst>
                          <a:ext uri="{FF2B5EF4-FFF2-40B4-BE49-F238E27FC236}">
                            <a16:creationId xmlns:a16="http://schemas.microsoft.com/office/drawing/2014/main" id="{83C85A9D-553A-4DD6-B8C2-E80D61393F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495800" y="3200400"/>
                        <a:ext cx="546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109">
            <a:extLst>
              <a:ext uri="{FF2B5EF4-FFF2-40B4-BE49-F238E27FC236}">
                <a16:creationId xmlns:a16="http://schemas.microsoft.com/office/drawing/2014/main" id="{9836F51A-F657-42B7-9CE8-DE5EA0ECF9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547006"/>
              </p:ext>
            </p:extLst>
          </p:nvPr>
        </p:nvGraphicFramePr>
        <p:xfrm>
          <a:off x="5696528" y="2639292"/>
          <a:ext cx="64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" name="Equation" r:id="rId40" imgW="647640" imgH="431640" progId="Equation.DSMT4">
                  <p:embed/>
                </p:oleObj>
              </mc:Choice>
              <mc:Fallback>
                <p:oleObj name="Equation" r:id="rId40" imgW="647640" imgH="431640" progId="Equation.DSMT4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54923A58-5E1B-439A-BFB5-12D518B68C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696528" y="2639292"/>
                        <a:ext cx="6477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110">
            <a:extLst>
              <a:ext uri="{FF2B5EF4-FFF2-40B4-BE49-F238E27FC236}">
                <a16:creationId xmlns:a16="http://schemas.microsoft.com/office/drawing/2014/main" id="{992F01A6-F3AF-442D-95F5-0EFFAF7AEA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417380"/>
              </p:ext>
            </p:extLst>
          </p:nvPr>
        </p:nvGraphicFramePr>
        <p:xfrm>
          <a:off x="5715000" y="3200400"/>
          <a:ext cx="622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" name="Equation" r:id="rId42" imgW="622080" imgH="228600" progId="Equation.DSMT4">
                  <p:embed/>
                </p:oleObj>
              </mc:Choice>
              <mc:Fallback>
                <p:oleObj name="Equation" r:id="rId42" imgW="622080" imgH="228600" progId="Equation.DSMT4">
                  <p:embed/>
                  <p:pic>
                    <p:nvPicPr>
                      <p:cNvPr id="46" name="Object 45">
                        <a:extLst>
                          <a:ext uri="{FF2B5EF4-FFF2-40B4-BE49-F238E27FC236}">
                            <a16:creationId xmlns:a16="http://schemas.microsoft.com/office/drawing/2014/main" id="{6B1C833B-6020-4AEA-AC80-4C406A9E40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715000" y="3200400"/>
                        <a:ext cx="622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Object 111">
            <a:extLst>
              <a:ext uri="{FF2B5EF4-FFF2-40B4-BE49-F238E27FC236}">
                <a16:creationId xmlns:a16="http://schemas.microsoft.com/office/drawing/2014/main" id="{1F92381C-99A9-4EC8-86B0-706324723E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895085"/>
              </p:ext>
            </p:extLst>
          </p:nvPr>
        </p:nvGraphicFramePr>
        <p:xfrm>
          <a:off x="4495800" y="5638800"/>
          <a:ext cx="342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0" name="Equation" r:id="rId44" imgW="342720" imgH="368280" progId="Equation.DSMT4">
                  <p:embed/>
                </p:oleObj>
              </mc:Choice>
              <mc:Fallback>
                <p:oleObj name="Equation" r:id="rId44" imgW="342720" imgH="368280" progId="Equation.DSMT4">
                  <p:embed/>
                  <p:pic>
                    <p:nvPicPr>
                      <p:cNvPr id="47" name="Object 46">
                        <a:extLst>
                          <a:ext uri="{FF2B5EF4-FFF2-40B4-BE49-F238E27FC236}">
                            <a16:creationId xmlns:a16="http://schemas.microsoft.com/office/drawing/2014/main" id="{F30FF443-13F2-4984-BCA3-A846579D2D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495800" y="5638800"/>
                        <a:ext cx="342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112">
            <a:extLst>
              <a:ext uri="{FF2B5EF4-FFF2-40B4-BE49-F238E27FC236}">
                <a16:creationId xmlns:a16="http://schemas.microsoft.com/office/drawing/2014/main" id="{919186B5-2315-42B9-B543-EC334017B3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309436"/>
              </p:ext>
            </p:extLst>
          </p:nvPr>
        </p:nvGraphicFramePr>
        <p:xfrm>
          <a:off x="4495800" y="6096000"/>
          <a:ext cx="342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1" name="Equation" r:id="rId46" imgW="342720" imgH="368280" progId="Equation.DSMT4">
                  <p:embed/>
                </p:oleObj>
              </mc:Choice>
              <mc:Fallback>
                <p:oleObj name="Equation" r:id="rId46" imgW="342720" imgH="368280" progId="Equation.DSMT4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AF16DC18-8429-4BDA-80DF-E155BC5782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4495800" y="6096000"/>
                        <a:ext cx="342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113">
            <a:extLst>
              <a:ext uri="{FF2B5EF4-FFF2-40B4-BE49-F238E27FC236}">
                <a16:creationId xmlns:a16="http://schemas.microsoft.com/office/drawing/2014/main" id="{17F14750-6312-4D03-BE37-8B0C9F889E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315813"/>
              </p:ext>
            </p:extLst>
          </p:nvPr>
        </p:nvGraphicFramePr>
        <p:xfrm>
          <a:off x="5678056" y="5611092"/>
          <a:ext cx="85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2" name="Equation" r:id="rId48" imgW="850680" imgH="431640" progId="Equation.DSMT4">
                  <p:embed/>
                </p:oleObj>
              </mc:Choice>
              <mc:Fallback>
                <p:oleObj name="Equation" r:id="rId48" imgW="850680" imgH="431640" progId="Equation.DSMT4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85918004-A171-4DBB-844D-26D3D6E0E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5678056" y="5611092"/>
                        <a:ext cx="850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114">
            <a:extLst>
              <a:ext uri="{FF2B5EF4-FFF2-40B4-BE49-F238E27FC236}">
                <a16:creationId xmlns:a16="http://schemas.microsoft.com/office/drawing/2014/main" id="{2A9C6838-C378-4D66-AD6B-8403B574B5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696679"/>
              </p:ext>
            </p:extLst>
          </p:nvPr>
        </p:nvGraphicFramePr>
        <p:xfrm>
          <a:off x="5698840" y="6190672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3" name="Equation" r:id="rId50" imgW="114120" imgH="177480" progId="Equation.DSMT4">
                  <p:embed/>
                </p:oleObj>
              </mc:Choice>
              <mc:Fallback>
                <p:oleObj name="Equation" r:id="rId50" imgW="114120" imgH="177480" progId="Equation.DSMT4">
                  <p:embed/>
                  <p:pic>
                    <p:nvPicPr>
                      <p:cNvPr id="50" name="Object 49">
                        <a:extLst>
                          <a:ext uri="{FF2B5EF4-FFF2-40B4-BE49-F238E27FC236}">
                            <a16:creationId xmlns:a16="http://schemas.microsoft.com/office/drawing/2014/main" id="{BF580AFD-8BF9-4AF6-9882-423F8BB0A0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5698840" y="6190672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115">
            <a:extLst>
              <a:ext uri="{FF2B5EF4-FFF2-40B4-BE49-F238E27FC236}">
                <a16:creationId xmlns:a16="http://schemas.microsoft.com/office/drawing/2014/main" id="{83EF01B2-2941-447F-9ECC-FA4970A9A1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006488"/>
              </p:ext>
            </p:extLst>
          </p:nvPr>
        </p:nvGraphicFramePr>
        <p:xfrm>
          <a:off x="4572000" y="8686800"/>
          <a:ext cx="241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4" name="Equation" r:id="rId52" imgW="241200" imgH="368280" progId="Equation.DSMT4">
                  <p:embed/>
                </p:oleObj>
              </mc:Choice>
              <mc:Fallback>
                <p:oleObj name="Equation" r:id="rId52" imgW="241200" imgH="368280" progId="Equation.DSMT4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2EDE4A9E-33C6-4915-B860-E2C994BB80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4572000" y="8686800"/>
                        <a:ext cx="241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116">
            <a:extLst>
              <a:ext uri="{FF2B5EF4-FFF2-40B4-BE49-F238E27FC236}">
                <a16:creationId xmlns:a16="http://schemas.microsoft.com/office/drawing/2014/main" id="{E3644CBF-6326-4F82-B00C-ED222A76E6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90322"/>
              </p:ext>
            </p:extLst>
          </p:nvPr>
        </p:nvGraphicFramePr>
        <p:xfrm>
          <a:off x="4572000" y="9144000"/>
          <a:ext cx="35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" name="Equation" r:id="rId54" imgW="355320" imgH="406080" progId="Equation.DSMT4">
                  <p:embed/>
                </p:oleObj>
              </mc:Choice>
              <mc:Fallback>
                <p:oleObj name="Equation" r:id="rId54" imgW="355320" imgH="406080" progId="Equation.DSMT4">
                  <p:embed/>
                  <p:pic>
                    <p:nvPicPr>
                      <p:cNvPr id="52" name="Object 51">
                        <a:extLst>
                          <a:ext uri="{FF2B5EF4-FFF2-40B4-BE49-F238E27FC236}">
                            <a16:creationId xmlns:a16="http://schemas.microsoft.com/office/drawing/2014/main" id="{FEE166A1-E6F9-4ED6-86FC-0CE08D3219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4572000" y="9144000"/>
                        <a:ext cx="355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117">
            <a:extLst>
              <a:ext uri="{FF2B5EF4-FFF2-40B4-BE49-F238E27FC236}">
                <a16:creationId xmlns:a16="http://schemas.microsoft.com/office/drawing/2014/main" id="{5EFE8504-2DFF-4F35-8D4C-60286205E1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169984"/>
              </p:ext>
            </p:extLst>
          </p:nvPr>
        </p:nvGraphicFramePr>
        <p:xfrm>
          <a:off x="5839692" y="8677564"/>
          <a:ext cx="35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6" name="Equation" r:id="rId56" imgW="355320" imgH="406080" progId="Equation.DSMT4">
                  <p:embed/>
                </p:oleObj>
              </mc:Choice>
              <mc:Fallback>
                <p:oleObj name="Equation" r:id="rId56" imgW="355320" imgH="406080" progId="Equation.DSMT4">
                  <p:embed/>
                  <p:pic>
                    <p:nvPicPr>
                      <p:cNvPr id="53" name="Object 52">
                        <a:extLst>
                          <a:ext uri="{FF2B5EF4-FFF2-40B4-BE49-F238E27FC236}">
                            <a16:creationId xmlns:a16="http://schemas.microsoft.com/office/drawing/2014/main" id="{FFF5F517-BB52-4C36-8110-7A5689EC31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5839692" y="8677564"/>
                        <a:ext cx="355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118">
            <a:extLst>
              <a:ext uri="{FF2B5EF4-FFF2-40B4-BE49-F238E27FC236}">
                <a16:creationId xmlns:a16="http://schemas.microsoft.com/office/drawing/2014/main" id="{74E8D224-B21F-4E16-80A2-16DA2C4E5A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66899"/>
              </p:ext>
            </p:extLst>
          </p:nvPr>
        </p:nvGraphicFramePr>
        <p:xfrm>
          <a:off x="5867400" y="9144000"/>
          <a:ext cx="35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7" name="Equation" r:id="rId58" imgW="355320" imgH="406080" progId="Equation.DSMT4">
                  <p:embed/>
                </p:oleObj>
              </mc:Choice>
              <mc:Fallback>
                <p:oleObj name="Equation" r:id="rId58" imgW="355320" imgH="406080" progId="Equation.DSMT4">
                  <p:embed/>
                  <p:pic>
                    <p:nvPicPr>
                      <p:cNvPr id="54" name="Object 53">
                        <a:extLst>
                          <a:ext uri="{FF2B5EF4-FFF2-40B4-BE49-F238E27FC236}">
                            <a16:creationId xmlns:a16="http://schemas.microsoft.com/office/drawing/2014/main" id="{B31AAD26-EF8A-4545-8B08-F330A598E2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5867400" y="9144000"/>
                        <a:ext cx="355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119">
            <a:extLst>
              <a:ext uri="{FF2B5EF4-FFF2-40B4-BE49-F238E27FC236}">
                <a16:creationId xmlns:a16="http://schemas.microsoft.com/office/drawing/2014/main" id="{4F28B5E7-68B3-440F-9842-B1AD72BDEA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776112"/>
              </p:ext>
            </p:extLst>
          </p:nvPr>
        </p:nvGraphicFramePr>
        <p:xfrm>
          <a:off x="685800" y="618836"/>
          <a:ext cx="1676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8" name="Equation" r:id="rId60" imgW="1676160" imgH="228600" progId="Equation.DSMT4">
                  <p:embed/>
                </p:oleObj>
              </mc:Choice>
              <mc:Fallback>
                <p:oleObj name="Equation" r:id="rId60" imgW="1676160" imgH="228600" progId="Equation.DSMT4">
                  <p:embed/>
                  <p:pic>
                    <p:nvPicPr>
                      <p:cNvPr id="55" name="Object 54">
                        <a:extLst>
                          <a:ext uri="{FF2B5EF4-FFF2-40B4-BE49-F238E27FC236}">
                            <a16:creationId xmlns:a16="http://schemas.microsoft.com/office/drawing/2014/main" id="{00A1B521-0058-4519-99FC-E97E51E41E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685800" y="618836"/>
                        <a:ext cx="1676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120">
            <a:extLst>
              <a:ext uri="{FF2B5EF4-FFF2-40B4-BE49-F238E27FC236}">
                <a16:creationId xmlns:a16="http://schemas.microsoft.com/office/drawing/2014/main" id="{14695197-D04B-4FCE-BA6B-850BD8B70C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109571"/>
              </p:ext>
            </p:extLst>
          </p:nvPr>
        </p:nvGraphicFramePr>
        <p:xfrm>
          <a:off x="2840184" y="2685472"/>
          <a:ext cx="5842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" name="Equation" r:id="rId62" imgW="583920" imgH="190440" progId="Equation.DSMT4">
                  <p:embed/>
                </p:oleObj>
              </mc:Choice>
              <mc:Fallback>
                <p:oleObj name="Equation" r:id="rId62" imgW="583920" imgH="190440" progId="Equation.DSMT4">
                  <p:embed/>
                  <p:pic>
                    <p:nvPicPr>
                      <p:cNvPr id="56" name="Object 55">
                        <a:extLst>
                          <a:ext uri="{FF2B5EF4-FFF2-40B4-BE49-F238E27FC236}">
                            <a16:creationId xmlns:a16="http://schemas.microsoft.com/office/drawing/2014/main" id="{6149A5F9-502D-4ACB-9FB1-34E5ECFDB0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2840184" y="2685472"/>
                        <a:ext cx="5842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121">
            <a:extLst>
              <a:ext uri="{FF2B5EF4-FFF2-40B4-BE49-F238E27FC236}">
                <a16:creationId xmlns:a16="http://schemas.microsoft.com/office/drawing/2014/main" id="{139FBB29-890A-4F65-9210-E34071C69B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175956"/>
              </p:ext>
            </p:extLst>
          </p:nvPr>
        </p:nvGraphicFramePr>
        <p:xfrm>
          <a:off x="752764" y="5047672"/>
          <a:ext cx="10287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" name="Equation" r:id="rId64" imgW="1028520" imgH="190440" progId="Equation.DSMT4">
                  <p:embed/>
                </p:oleObj>
              </mc:Choice>
              <mc:Fallback>
                <p:oleObj name="Equation" r:id="rId64" imgW="1028520" imgH="19044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47BFA525-515A-4DA0-B651-637B431A89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752764" y="5047672"/>
                        <a:ext cx="10287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Object 122">
            <a:extLst>
              <a:ext uri="{FF2B5EF4-FFF2-40B4-BE49-F238E27FC236}">
                <a16:creationId xmlns:a16="http://schemas.microsoft.com/office/drawing/2014/main" id="{C0A2EE9D-6CD0-4203-9230-4E6E1AB971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8658898"/>
              </p:ext>
            </p:extLst>
          </p:nvPr>
        </p:nvGraphicFramePr>
        <p:xfrm>
          <a:off x="1371600" y="7467600"/>
          <a:ext cx="927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1" name="Equation" r:id="rId66" imgW="927000" imgH="380880" progId="Equation.DSMT4">
                  <p:embed/>
                </p:oleObj>
              </mc:Choice>
              <mc:Fallback>
                <p:oleObj name="Equation" r:id="rId66" imgW="927000" imgH="380880" progId="Equation.DSMT4">
                  <p:embed/>
                  <p:pic>
                    <p:nvPicPr>
                      <p:cNvPr id="58" name="Object 57">
                        <a:extLst>
                          <a:ext uri="{FF2B5EF4-FFF2-40B4-BE49-F238E27FC236}">
                            <a16:creationId xmlns:a16="http://schemas.microsoft.com/office/drawing/2014/main" id="{5C3C4254-2206-4992-A410-40B6D01C0B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1371600" y="7467600"/>
                        <a:ext cx="927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Object 123">
            <a:extLst>
              <a:ext uri="{FF2B5EF4-FFF2-40B4-BE49-F238E27FC236}">
                <a16:creationId xmlns:a16="http://schemas.microsoft.com/office/drawing/2014/main" id="{45A11ADC-F3D7-40D5-B9D8-2D10B28E63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680613"/>
              </p:ext>
            </p:extLst>
          </p:nvPr>
        </p:nvGraphicFramePr>
        <p:xfrm>
          <a:off x="4876800" y="533400"/>
          <a:ext cx="1943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2" name="Equation" r:id="rId68" imgW="1942920" imgH="406080" progId="Equation.DSMT4">
                  <p:embed/>
                </p:oleObj>
              </mc:Choice>
              <mc:Fallback>
                <p:oleObj name="Equation" r:id="rId68" imgW="1942920" imgH="406080" progId="Equation.DSMT4">
                  <p:embed/>
                  <p:pic>
                    <p:nvPicPr>
                      <p:cNvPr id="59" name="Object 58">
                        <a:extLst>
                          <a:ext uri="{FF2B5EF4-FFF2-40B4-BE49-F238E27FC236}">
                            <a16:creationId xmlns:a16="http://schemas.microsoft.com/office/drawing/2014/main" id="{E1793738-ACDB-47B7-806B-EA2CDADD29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4876800" y="533400"/>
                        <a:ext cx="1943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Object 124">
            <a:extLst>
              <a:ext uri="{FF2B5EF4-FFF2-40B4-BE49-F238E27FC236}">
                <a16:creationId xmlns:a16="http://schemas.microsoft.com/office/drawing/2014/main" id="{09006F87-B53D-4DC8-B02A-05583471F5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344536"/>
              </p:ext>
            </p:extLst>
          </p:nvPr>
        </p:nvGraphicFramePr>
        <p:xfrm>
          <a:off x="4922980" y="3694544"/>
          <a:ext cx="1257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3" name="Equation" r:id="rId70" imgW="1257120" imgH="368280" progId="Equation.DSMT4">
                  <p:embed/>
                </p:oleObj>
              </mc:Choice>
              <mc:Fallback>
                <p:oleObj name="Equation" r:id="rId70" imgW="1257120" imgH="368280" progId="Equation.DSMT4">
                  <p:embed/>
                  <p:pic>
                    <p:nvPicPr>
                      <p:cNvPr id="60" name="Object 59">
                        <a:extLst>
                          <a:ext uri="{FF2B5EF4-FFF2-40B4-BE49-F238E27FC236}">
                            <a16:creationId xmlns:a16="http://schemas.microsoft.com/office/drawing/2014/main" id="{D6351F55-4664-4106-B6C1-00D5007204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4922980" y="3694544"/>
                        <a:ext cx="1257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Object 125">
            <a:extLst>
              <a:ext uri="{FF2B5EF4-FFF2-40B4-BE49-F238E27FC236}">
                <a16:creationId xmlns:a16="http://schemas.microsoft.com/office/drawing/2014/main" id="{5D1CD078-4CEC-4AA6-9772-75A9AC2169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460497"/>
              </p:ext>
            </p:extLst>
          </p:nvPr>
        </p:nvGraphicFramePr>
        <p:xfrm>
          <a:off x="4946076" y="6553200"/>
          <a:ext cx="457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4" name="Equation" r:id="rId72" imgW="457200" imgH="774360" progId="Equation.DSMT4">
                  <p:embed/>
                </p:oleObj>
              </mc:Choice>
              <mc:Fallback>
                <p:oleObj name="Equation" r:id="rId72" imgW="457200" imgH="774360" progId="Equation.DSMT4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421B8ABB-0D0C-473F-B14D-9AFF9DC638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4946076" y="6553200"/>
                        <a:ext cx="457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FC3C3CB-C26D-4642-B532-B89E1D3A6215}"/>
              </a:ext>
            </a:extLst>
          </p:cNvPr>
          <p:cNvCxnSpPr>
            <a:cxnSpLocks/>
          </p:cNvCxnSpPr>
          <p:nvPr/>
        </p:nvCxnSpPr>
        <p:spPr>
          <a:xfrm>
            <a:off x="3958878" y="6598170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45C13763-1FEF-4F70-B8A1-2E95E58FC24A}"/>
              </a:ext>
            </a:extLst>
          </p:cNvPr>
          <p:cNvCxnSpPr>
            <a:cxnSpLocks/>
          </p:cNvCxnSpPr>
          <p:nvPr/>
        </p:nvCxnSpPr>
        <p:spPr>
          <a:xfrm>
            <a:off x="3976522" y="3609108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CE9B365-DFF1-4AC4-8E0A-106003155DDB}"/>
              </a:ext>
            </a:extLst>
          </p:cNvPr>
          <p:cNvCxnSpPr>
            <a:cxnSpLocks/>
          </p:cNvCxnSpPr>
          <p:nvPr/>
        </p:nvCxnSpPr>
        <p:spPr>
          <a:xfrm>
            <a:off x="453534" y="2668249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03ED9E7-A563-4538-AE8C-EE3D771AEFA3}"/>
              </a:ext>
            </a:extLst>
          </p:cNvPr>
          <p:cNvCxnSpPr>
            <a:cxnSpLocks/>
          </p:cNvCxnSpPr>
          <p:nvPr/>
        </p:nvCxnSpPr>
        <p:spPr>
          <a:xfrm>
            <a:off x="465870" y="4851591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2DAA772-41C8-4DC4-A3E0-CEABE2F2389D}"/>
              </a:ext>
            </a:extLst>
          </p:cNvPr>
          <p:cNvCxnSpPr>
            <a:cxnSpLocks/>
          </p:cNvCxnSpPr>
          <p:nvPr/>
        </p:nvCxnSpPr>
        <p:spPr>
          <a:xfrm>
            <a:off x="452508" y="6989204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00BCB5A6-A49C-4F74-8A70-6736F357C19F}"/>
              </a:ext>
            </a:extLst>
          </p:cNvPr>
          <p:cNvCxnSpPr>
            <a:cxnSpLocks/>
          </p:cNvCxnSpPr>
          <p:nvPr/>
        </p:nvCxnSpPr>
        <p:spPr>
          <a:xfrm>
            <a:off x="461366" y="7407825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455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148</Words>
  <Application>Microsoft Office PowerPoint</Application>
  <PresentationFormat>Custom</PresentationFormat>
  <Paragraphs>31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Gina Wilson</dc:creator>
  <cp:lastModifiedBy>Gina Wilson</cp:lastModifiedBy>
  <cp:revision>10</cp:revision>
  <dcterms:created xsi:type="dcterms:W3CDTF">2018-02-20T16:18:51Z</dcterms:created>
  <dcterms:modified xsi:type="dcterms:W3CDTF">2018-02-20T16:44:51Z</dcterms:modified>
</cp:coreProperties>
</file>