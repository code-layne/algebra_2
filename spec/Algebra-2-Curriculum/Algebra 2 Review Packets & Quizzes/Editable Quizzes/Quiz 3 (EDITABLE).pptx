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4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8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0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22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4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5/25/2023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0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5/25/2023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9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5/25/2023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20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5/25/2023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5/25/2023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93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5/25/2023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9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88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11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8F020-01A7-4B9B-B8AB-895AE4ABE3F7}" type="datetimeFigureOut">
              <a:rPr lang="en-US" smtClean="0"/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2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9" Type="http://schemas.openxmlformats.org/officeDocument/2006/relationships/oleObject" Target="../embeddings/oleObject19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7.wmf"/><Relationship Id="rId42" Type="http://schemas.openxmlformats.org/officeDocument/2006/relationships/image" Target="../media/image21.wmf"/><Relationship Id="rId47" Type="http://schemas.openxmlformats.org/officeDocument/2006/relationships/oleObject" Target="../embeddings/oleObject23.bin"/><Relationship Id="rId50" Type="http://schemas.openxmlformats.org/officeDocument/2006/relationships/image" Target="../media/image25.wmf"/><Relationship Id="rId55" Type="http://schemas.openxmlformats.org/officeDocument/2006/relationships/oleObject" Target="../embeddings/oleObject27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9.wmf"/><Relationship Id="rId46" Type="http://schemas.openxmlformats.org/officeDocument/2006/relationships/image" Target="../media/image23.wmf"/><Relationship Id="rId2" Type="http://schemas.openxmlformats.org/officeDocument/2006/relationships/image" Target="../media/image1.PNG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4.bin"/><Relationship Id="rId41" Type="http://schemas.openxmlformats.org/officeDocument/2006/relationships/oleObject" Target="../embeddings/oleObject20.bin"/><Relationship Id="rId54" Type="http://schemas.openxmlformats.org/officeDocument/2006/relationships/image" Target="../media/image27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32" Type="http://schemas.openxmlformats.org/officeDocument/2006/relationships/image" Target="../media/image16.wmf"/><Relationship Id="rId37" Type="http://schemas.openxmlformats.org/officeDocument/2006/relationships/oleObject" Target="../embeddings/oleObject18.bin"/><Relationship Id="rId40" Type="http://schemas.openxmlformats.org/officeDocument/2006/relationships/image" Target="../media/image20.wmf"/><Relationship Id="rId45" Type="http://schemas.openxmlformats.org/officeDocument/2006/relationships/oleObject" Target="../embeddings/oleObject22.bin"/><Relationship Id="rId53" Type="http://schemas.openxmlformats.org/officeDocument/2006/relationships/oleObject" Target="../embeddings/oleObject26.bin"/><Relationship Id="rId58" Type="http://schemas.openxmlformats.org/officeDocument/2006/relationships/image" Target="../media/image29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wmf"/><Relationship Id="rId36" Type="http://schemas.openxmlformats.org/officeDocument/2006/relationships/image" Target="../media/image18.wmf"/><Relationship Id="rId49" Type="http://schemas.openxmlformats.org/officeDocument/2006/relationships/oleObject" Target="../embeddings/oleObject24.bin"/><Relationship Id="rId57" Type="http://schemas.openxmlformats.org/officeDocument/2006/relationships/oleObject" Target="../embeddings/oleObject28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4" Type="http://schemas.openxmlformats.org/officeDocument/2006/relationships/image" Target="../media/image22.wmf"/><Relationship Id="rId52" Type="http://schemas.openxmlformats.org/officeDocument/2006/relationships/image" Target="../media/image26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5.wmf"/><Relationship Id="rId35" Type="http://schemas.openxmlformats.org/officeDocument/2006/relationships/oleObject" Target="../embeddings/oleObject17.bin"/><Relationship Id="rId43" Type="http://schemas.openxmlformats.org/officeDocument/2006/relationships/oleObject" Target="../embeddings/oleObject21.bin"/><Relationship Id="rId48" Type="http://schemas.openxmlformats.org/officeDocument/2006/relationships/image" Target="../media/image24.wmf"/><Relationship Id="rId56" Type="http://schemas.openxmlformats.org/officeDocument/2006/relationships/image" Target="../media/image28.wmf"/><Relationship Id="rId8" Type="http://schemas.openxmlformats.org/officeDocument/2006/relationships/image" Target="../media/image4.wmf"/><Relationship Id="rId51" Type="http://schemas.openxmlformats.org/officeDocument/2006/relationships/oleObject" Target="../embeddings/oleObject25.bin"/><Relationship Id="rId3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4.bin"/><Relationship Id="rId18" Type="http://schemas.openxmlformats.org/officeDocument/2006/relationships/image" Target="../media/image38.wmf"/><Relationship Id="rId26" Type="http://schemas.openxmlformats.org/officeDocument/2006/relationships/image" Target="../media/image42.wmf"/><Relationship Id="rId39" Type="http://schemas.openxmlformats.org/officeDocument/2006/relationships/oleObject" Target="../embeddings/oleObject47.bin"/><Relationship Id="rId21" Type="http://schemas.openxmlformats.org/officeDocument/2006/relationships/oleObject" Target="../embeddings/oleObject38.bin"/><Relationship Id="rId34" Type="http://schemas.openxmlformats.org/officeDocument/2006/relationships/image" Target="../media/image46.wmf"/><Relationship Id="rId42" Type="http://schemas.openxmlformats.org/officeDocument/2006/relationships/image" Target="../media/image50.wmf"/><Relationship Id="rId47" Type="http://schemas.openxmlformats.org/officeDocument/2006/relationships/oleObject" Target="../embeddings/oleObject51.bin"/><Relationship Id="rId50" Type="http://schemas.openxmlformats.org/officeDocument/2006/relationships/image" Target="../media/image54.wmf"/><Relationship Id="rId55" Type="http://schemas.openxmlformats.org/officeDocument/2006/relationships/oleObject" Target="../embeddings/oleObject55.bin"/><Relationship Id="rId63" Type="http://schemas.openxmlformats.org/officeDocument/2006/relationships/oleObject" Target="../embeddings/oleObject59.bin"/><Relationship Id="rId7" Type="http://schemas.openxmlformats.org/officeDocument/2006/relationships/oleObject" Target="../embeddings/oleObject31.bin"/><Relationship Id="rId2" Type="http://schemas.openxmlformats.org/officeDocument/2006/relationships/image" Target="../media/image30.PNG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29" Type="http://schemas.openxmlformats.org/officeDocument/2006/relationships/oleObject" Target="../embeddings/oleObject42.bin"/><Relationship Id="rId41" Type="http://schemas.openxmlformats.org/officeDocument/2006/relationships/oleObject" Target="../embeddings/oleObject48.bin"/><Relationship Id="rId54" Type="http://schemas.openxmlformats.org/officeDocument/2006/relationships/image" Target="../media/image56.wmf"/><Relationship Id="rId62" Type="http://schemas.openxmlformats.org/officeDocument/2006/relationships/image" Target="../media/image60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3.bin"/><Relationship Id="rId24" Type="http://schemas.openxmlformats.org/officeDocument/2006/relationships/image" Target="../media/image41.wmf"/><Relationship Id="rId32" Type="http://schemas.openxmlformats.org/officeDocument/2006/relationships/image" Target="../media/image45.wmf"/><Relationship Id="rId37" Type="http://schemas.openxmlformats.org/officeDocument/2006/relationships/oleObject" Target="../embeddings/oleObject46.bin"/><Relationship Id="rId40" Type="http://schemas.openxmlformats.org/officeDocument/2006/relationships/image" Target="../media/image49.wmf"/><Relationship Id="rId45" Type="http://schemas.openxmlformats.org/officeDocument/2006/relationships/oleObject" Target="../embeddings/oleObject50.bin"/><Relationship Id="rId53" Type="http://schemas.openxmlformats.org/officeDocument/2006/relationships/oleObject" Target="../embeddings/oleObject54.bin"/><Relationship Id="rId58" Type="http://schemas.openxmlformats.org/officeDocument/2006/relationships/image" Target="../media/image58.wmf"/><Relationship Id="rId66" Type="http://schemas.openxmlformats.org/officeDocument/2006/relationships/image" Target="../media/image62.wmf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23" Type="http://schemas.openxmlformats.org/officeDocument/2006/relationships/oleObject" Target="../embeddings/oleObject39.bin"/><Relationship Id="rId28" Type="http://schemas.openxmlformats.org/officeDocument/2006/relationships/image" Target="../media/image43.wmf"/><Relationship Id="rId36" Type="http://schemas.openxmlformats.org/officeDocument/2006/relationships/image" Target="../media/image47.wmf"/><Relationship Id="rId49" Type="http://schemas.openxmlformats.org/officeDocument/2006/relationships/oleObject" Target="../embeddings/oleObject52.bin"/><Relationship Id="rId57" Type="http://schemas.openxmlformats.org/officeDocument/2006/relationships/oleObject" Target="../embeddings/oleObject56.bin"/><Relationship Id="rId61" Type="http://schemas.openxmlformats.org/officeDocument/2006/relationships/oleObject" Target="../embeddings/oleObject58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37.bin"/><Relationship Id="rId31" Type="http://schemas.openxmlformats.org/officeDocument/2006/relationships/oleObject" Target="../embeddings/oleObject43.bin"/><Relationship Id="rId44" Type="http://schemas.openxmlformats.org/officeDocument/2006/relationships/image" Target="../media/image51.wmf"/><Relationship Id="rId52" Type="http://schemas.openxmlformats.org/officeDocument/2006/relationships/image" Target="../media/image55.wmf"/><Relationship Id="rId60" Type="http://schemas.openxmlformats.org/officeDocument/2006/relationships/image" Target="../media/image59.wmf"/><Relationship Id="rId65" Type="http://schemas.openxmlformats.org/officeDocument/2006/relationships/oleObject" Target="../embeddings/oleObject60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6.wmf"/><Relationship Id="rId22" Type="http://schemas.openxmlformats.org/officeDocument/2006/relationships/image" Target="../media/image40.wmf"/><Relationship Id="rId27" Type="http://schemas.openxmlformats.org/officeDocument/2006/relationships/oleObject" Target="../embeddings/oleObject41.bin"/><Relationship Id="rId30" Type="http://schemas.openxmlformats.org/officeDocument/2006/relationships/image" Target="../media/image44.wmf"/><Relationship Id="rId35" Type="http://schemas.openxmlformats.org/officeDocument/2006/relationships/oleObject" Target="../embeddings/oleObject45.bin"/><Relationship Id="rId43" Type="http://schemas.openxmlformats.org/officeDocument/2006/relationships/oleObject" Target="../embeddings/oleObject49.bin"/><Relationship Id="rId48" Type="http://schemas.openxmlformats.org/officeDocument/2006/relationships/image" Target="../media/image53.wmf"/><Relationship Id="rId56" Type="http://schemas.openxmlformats.org/officeDocument/2006/relationships/image" Target="../media/image57.wmf"/><Relationship Id="rId64" Type="http://schemas.openxmlformats.org/officeDocument/2006/relationships/image" Target="../media/image61.wmf"/><Relationship Id="rId8" Type="http://schemas.openxmlformats.org/officeDocument/2006/relationships/image" Target="../media/image33.wmf"/><Relationship Id="rId51" Type="http://schemas.openxmlformats.org/officeDocument/2006/relationships/oleObject" Target="../embeddings/oleObject53.bin"/><Relationship Id="rId3" Type="http://schemas.openxmlformats.org/officeDocument/2006/relationships/oleObject" Target="../embeddings/oleObject29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6.bin"/><Relationship Id="rId25" Type="http://schemas.openxmlformats.org/officeDocument/2006/relationships/oleObject" Target="../embeddings/oleObject40.bin"/><Relationship Id="rId33" Type="http://schemas.openxmlformats.org/officeDocument/2006/relationships/oleObject" Target="../embeddings/oleObject44.bin"/><Relationship Id="rId38" Type="http://schemas.openxmlformats.org/officeDocument/2006/relationships/image" Target="../media/image48.wmf"/><Relationship Id="rId46" Type="http://schemas.openxmlformats.org/officeDocument/2006/relationships/image" Target="../media/image52.wmf"/><Relationship Id="rId59" Type="http://schemas.openxmlformats.org/officeDocument/2006/relationships/oleObject" Target="../embeddings/oleObject5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4883F42E-955E-4769-9416-BCA4B095FCC6}"/>
              </a:ext>
            </a:extLst>
          </p:cNvPr>
          <p:cNvSpPr/>
          <p:nvPr/>
        </p:nvSpPr>
        <p:spPr>
          <a:xfrm>
            <a:off x="434898" y="2626655"/>
            <a:ext cx="1231427" cy="2352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1. Solve for </a:t>
            </a:r>
            <a:r>
              <a:rPr lang="en-US" sz="125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: </a:t>
            </a:r>
            <a:endParaRPr lang="en-US" dirty="0"/>
          </a:p>
        </p:txBody>
      </p:sp>
      <p:sp>
        <p:nvSpPr>
          <p:cNvPr id="54" name="Text Box 1494">
            <a:extLst>
              <a:ext uri="{FF2B5EF4-FFF2-40B4-BE49-F238E27FC236}">
                <a16:creationId xmlns:a16="http://schemas.microsoft.com/office/drawing/2014/main" id="{5C7C7CED-2D4E-4F68-AB29-B46050B14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733800"/>
            <a:ext cx="2115820" cy="951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Box 1494">
            <a:extLst>
              <a:ext uri="{FF2B5EF4-FFF2-40B4-BE49-F238E27FC236}">
                <a16:creationId xmlns:a16="http://schemas.microsoft.com/office/drawing/2014/main" id="{30CF294D-4A9D-4988-8D21-E2A2DE81D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029200"/>
            <a:ext cx="2115820" cy="951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Box 1494">
            <a:extLst>
              <a:ext uri="{FF2B5EF4-FFF2-40B4-BE49-F238E27FC236}">
                <a16:creationId xmlns:a16="http://schemas.microsoft.com/office/drawing/2014/main" id="{A7A9133B-FE82-4717-A708-395EEDE75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362200"/>
            <a:ext cx="2115820" cy="951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Box 1494">
            <a:extLst>
              <a:ext uri="{FF2B5EF4-FFF2-40B4-BE49-F238E27FC236}">
                <a16:creationId xmlns:a16="http://schemas.microsoft.com/office/drawing/2014/main" id="{30D172E9-3515-4C82-B756-9F8C6CFB1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019800"/>
            <a:ext cx="2115820" cy="951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D16AA325-A006-45E4-8360-FB92E7C0A0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760157"/>
              </p:ext>
            </p:extLst>
          </p:nvPr>
        </p:nvGraphicFramePr>
        <p:xfrm>
          <a:off x="1600200" y="2667000"/>
          <a:ext cx="1092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215640" progId="Equation.DSMT4">
                  <p:embed/>
                </p:oleObj>
              </mc:Choice>
              <mc:Fallback>
                <p:oleObj name="Equation" r:id="rId3" imgW="1091880" imgH="21564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5140437B-9FF9-4A1E-ADCF-2A8487FDA8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0200" y="2667000"/>
                        <a:ext cx="10922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Rectangle 58">
            <a:extLst>
              <a:ext uri="{FF2B5EF4-FFF2-40B4-BE49-F238E27FC236}">
                <a16:creationId xmlns:a16="http://schemas.microsoft.com/office/drawing/2014/main" id="{4501C24C-E2C1-4C01-B1C6-3B30AB839F47}"/>
              </a:ext>
            </a:extLst>
          </p:cNvPr>
          <p:cNvSpPr/>
          <p:nvPr/>
        </p:nvSpPr>
        <p:spPr>
          <a:xfrm>
            <a:off x="446049" y="4874943"/>
            <a:ext cx="12426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2.  Solve for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: </a:t>
            </a:r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564E6DA-C077-46CD-806B-68FF0C146AC9}"/>
              </a:ext>
            </a:extLst>
          </p:cNvPr>
          <p:cNvSpPr/>
          <p:nvPr/>
        </p:nvSpPr>
        <p:spPr>
          <a:xfrm>
            <a:off x="457200" y="7056870"/>
            <a:ext cx="1255472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3.  Solve for </a:t>
            </a:r>
            <a:r>
              <a:rPr lang="en-US" sz="125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: </a:t>
            </a:r>
            <a:endParaRPr lang="en-US" dirty="0"/>
          </a:p>
        </p:txBody>
      </p:sp>
      <p:sp>
        <p:nvSpPr>
          <p:cNvPr id="61" name="Text Box 27">
            <a:extLst>
              <a:ext uri="{FF2B5EF4-FFF2-40B4-BE49-F238E27FC236}">
                <a16:creationId xmlns:a16="http://schemas.microsoft.com/office/drawing/2014/main" id="{C0249046-7888-44E0-86DB-8E8B5BB21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474075"/>
            <a:ext cx="1220470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Solution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AC4813F1-4C30-41CA-BE20-CFB8A61AD3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849553"/>
              </p:ext>
            </p:extLst>
          </p:nvPr>
        </p:nvGraphicFramePr>
        <p:xfrm>
          <a:off x="1577898" y="4899102"/>
          <a:ext cx="1282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82680" imgH="241200" progId="Equation.DSMT4">
                  <p:embed/>
                </p:oleObj>
              </mc:Choice>
              <mc:Fallback>
                <p:oleObj name="Equation" r:id="rId5" imgW="1282680" imgH="24120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7194F01C-0BCD-4D08-87CB-69AF41EE9E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77898" y="4899102"/>
                        <a:ext cx="1282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8DAD24B4-D32B-4BEC-A499-4D2F82A04E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597390"/>
              </p:ext>
            </p:extLst>
          </p:nvPr>
        </p:nvGraphicFramePr>
        <p:xfrm>
          <a:off x="1600200" y="7090323"/>
          <a:ext cx="1066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66680" imgH="215640" progId="Equation.DSMT4">
                  <p:embed/>
                </p:oleObj>
              </mc:Choice>
              <mc:Fallback>
                <p:oleObj name="Equation" r:id="rId7" imgW="1066680" imgH="21564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65688FCD-64B7-42E6-9F44-A8DC154F5F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00200" y="7090323"/>
                        <a:ext cx="10668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 63">
            <a:extLst>
              <a:ext uri="{FF2B5EF4-FFF2-40B4-BE49-F238E27FC236}">
                <a16:creationId xmlns:a16="http://schemas.microsoft.com/office/drawing/2014/main" id="{60F34C0C-3BCA-4983-BD40-73434FADAF6F}"/>
              </a:ext>
            </a:extLst>
          </p:cNvPr>
          <p:cNvSpPr/>
          <p:nvPr/>
        </p:nvSpPr>
        <p:spPr>
          <a:xfrm>
            <a:off x="3962400" y="591012"/>
            <a:ext cx="12009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4. Solve for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: </a:t>
            </a:r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87098E4-AC1E-414A-AA2C-BBDD453BAA87}"/>
              </a:ext>
            </a:extLst>
          </p:cNvPr>
          <p:cNvSpPr/>
          <p:nvPr/>
        </p:nvSpPr>
        <p:spPr>
          <a:xfrm>
            <a:off x="3951249" y="3603702"/>
            <a:ext cx="1204176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5. Solve for </a:t>
            </a:r>
            <a:r>
              <a:rPr lang="en-US" sz="125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: </a:t>
            </a:r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8941C7A-D9A9-46D0-AE8E-0FACCFF018D3}"/>
              </a:ext>
            </a:extLst>
          </p:cNvPr>
          <p:cNvSpPr/>
          <p:nvPr/>
        </p:nvSpPr>
        <p:spPr>
          <a:xfrm>
            <a:off x="3962400" y="6324600"/>
            <a:ext cx="1245854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6.  Solve for </a:t>
            </a:r>
            <a:r>
              <a:rPr lang="en-US" sz="125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: </a:t>
            </a:r>
            <a:endParaRPr lang="en-US" dirty="0"/>
          </a:p>
        </p:txBody>
      </p:sp>
      <p:sp>
        <p:nvSpPr>
          <p:cNvPr id="67" name="Text Box 10">
            <a:extLst>
              <a:ext uri="{FF2B5EF4-FFF2-40B4-BE49-F238E27FC236}">
                <a16:creationId xmlns:a16="http://schemas.microsoft.com/office/drawing/2014/main" id="{30A05D58-4636-444F-96F1-17F47FAA1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8527973"/>
            <a:ext cx="1220470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Solution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E9871685-36B8-4C39-8877-55E10F5006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242784"/>
              </p:ext>
            </p:extLst>
          </p:nvPr>
        </p:nvGraphicFramePr>
        <p:xfrm>
          <a:off x="5105400" y="533400"/>
          <a:ext cx="787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87320" imgH="380880" progId="Equation.DSMT4">
                  <p:embed/>
                </p:oleObj>
              </mc:Choice>
              <mc:Fallback>
                <p:oleObj name="Equation" r:id="rId9" imgW="787320" imgH="38088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3B695B00-E53E-4836-B18A-A45DA1646B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05400" y="533400"/>
                        <a:ext cx="787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A6603871-7ADF-43EC-9AE4-4B1889C02B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141467"/>
              </p:ext>
            </p:extLst>
          </p:nvPr>
        </p:nvGraphicFramePr>
        <p:xfrm>
          <a:off x="5105400" y="3581400"/>
          <a:ext cx="1460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60160" imgH="368280" progId="Equation.DSMT4">
                  <p:embed/>
                </p:oleObj>
              </mc:Choice>
              <mc:Fallback>
                <p:oleObj name="Equation" r:id="rId11" imgW="1460160" imgH="3682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9BF14A5D-7E66-47D1-9FE2-26B4AE4EF6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05400" y="3581400"/>
                        <a:ext cx="1460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2198438A-FCB0-4612-BF85-6C3E1DA3F8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379666"/>
              </p:ext>
            </p:extLst>
          </p:nvPr>
        </p:nvGraphicFramePr>
        <p:xfrm>
          <a:off x="5148147" y="6281853"/>
          <a:ext cx="1447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47560" imgH="368280" progId="Equation.DSMT4">
                  <p:embed/>
                </p:oleObj>
              </mc:Choice>
              <mc:Fallback>
                <p:oleObj name="Equation" r:id="rId13" imgW="1447560" imgH="36828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2CD6CEEB-93BE-4B99-AD3E-59E0077752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48147" y="6281853"/>
                        <a:ext cx="1447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68384B33-96BE-4B36-B60E-E67D4622B3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322133"/>
              </p:ext>
            </p:extLst>
          </p:nvPr>
        </p:nvGraphicFramePr>
        <p:xfrm>
          <a:off x="1038783" y="3790594"/>
          <a:ext cx="125730" cy="181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4120" imgH="164880" progId="Equation.DSMT4">
                  <p:embed/>
                </p:oleObj>
              </mc:Choice>
              <mc:Fallback>
                <p:oleObj name="Equation" r:id="rId15" imgW="114120" imgH="16488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3B506E58-8118-4BB8-AE5D-E0570E3B32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38783" y="3790594"/>
                        <a:ext cx="125730" cy="181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5C0E34C2-09C6-4A2E-A49A-A4B3BD500F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783034"/>
              </p:ext>
            </p:extLst>
          </p:nvPr>
        </p:nvGraphicFramePr>
        <p:xfrm>
          <a:off x="1022196" y="4235604"/>
          <a:ext cx="152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2280" imgH="368280" progId="Equation.DSMT4">
                  <p:embed/>
                </p:oleObj>
              </mc:Choice>
              <mc:Fallback>
                <p:oleObj name="Equation" r:id="rId17" imgW="152280" imgH="36828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F07BC6CF-6894-4392-86D7-E81FF5D94F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22196" y="4235604"/>
                        <a:ext cx="152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5C97EA91-97A8-4A5D-A29B-4B19AF9F92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668190"/>
              </p:ext>
            </p:extLst>
          </p:nvPr>
        </p:nvGraphicFramePr>
        <p:xfrm>
          <a:off x="2154045" y="373380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15640" imgH="368280" progId="Equation.DSMT4">
                  <p:embed/>
                </p:oleObj>
              </mc:Choice>
              <mc:Fallback>
                <p:oleObj name="Equation" r:id="rId19" imgW="215640" imgH="36828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C339FCD1-0D47-4948-8700-B3663096AE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54045" y="3733800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613FBAA5-8DAB-4B39-A600-2267C8C348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338768"/>
              </p:ext>
            </p:extLst>
          </p:nvPr>
        </p:nvGraphicFramePr>
        <p:xfrm>
          <a:off x="2133600" y="4256049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15640" imgH="368280" progId="Equation.DSMT4">
                  <p:embed/>
                </p:oleObj>
              </mc:Choice>
              <mc:Fallback>
                <p:oleObj name="Equation" r:id="rId21" imgW="215640" imgH="36828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5C77A773-3DD1-4854-9902-366A0A8CF6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133600" y="4256049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E789069B-6037-4C48-BB9B-381F3AF171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687214"/>
              </p:ext>
            </p:extLst>
          </p:nvPr>
        </p:nvGraphicFramePr>
        <p:xfrm>
          <a:off x="1066800" y="6019800"/>
          <a:ext cx="13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9680" imgH="368280" progId="Equation.DSMT4">
                  <p:embed/>
                </p:oleObj>
              </mc:Choice>
              <mc:Fallback>
                <p:oleObj name="Equation" r:id="rId23" imgW="139680" imgH="36828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B5E86111-3826-4487-846F-B7C3276F64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66800" y="6019800"/>
                        <a:ext cx="139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C59A365D-D67F-4666-8348-4716F2C0F4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919141"/>
              </p:ext>
            </p:extLst>
          </p:nvPr>
        </p:nvGraphicFramePr>
        <p:xfrm>
          <a:off x="1044498" y="6620106"/>
          <a:ext cx="190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90440" imgH="177480" progId="Equation.DSMT4">
                  <p:embed/>
                </p:oleObj>
              </mc:Choice>
              <mc:Fallback>
                <p:oleObj name="Equation" r:id="rId25" imgW="190440" imgH="17748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C41D02CB-E052-4BF3-8CD5-2E4E902B9A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44498" y="6620106"/>
                        <a:ext cx="190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81C9C647-06AC-42B3-A6C6-AED60188D5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911697"/>
              </p:ext>
            </p:extLst>
          </p:nvPr>
        </p:nvGraphicFramePr>
        <p:xfrm>
          <a:off x="2196792" y="6096000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6720" imgH="164880" progId="Equation.DSMT4">
                  <p:embed/>
                </p:oleObj>
              </mc:Choice>
              <mc:Fallback>
                <p:oleObj name="Equation" r:id="rId27" imgW="126720" imgH="16488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F8DAD862-776B-43F5-A594-5BB4A17EA5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196792" y="6096000"/>
                        <a:ext cx="1270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C0FDB0F8-3EBB-4A81-9B8E-4257747D4C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009590"/>
              </p:ext>
            </p:extLst>
          </p:nvPr>
        </p:nvGraphicFramePr>
        <p:xfrm>
          <a:off x="2133600" y="6629400"/>
          <a:ext cx="190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90440" imgH="177480" progId="Equation.DSMT4">
                  <p:embed/>
                </p:oleObj>
              </mc:Choice>
              <mc:Fallback>
                <p:oleObj name="Equation" r:id="rId29" imgW="190440" imgH="177480" progId="Equation.DSMT4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26E6A52A-C016-43F6-ADE6-4945A5B759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33600" y="6629400"/>
                        <a:ext cx="190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AE7B06AC-4180-4560-A906-82278C131C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988111"/>
              </p:ext>
            </p:extLst>
          </p:nvPr>
        </p:nvGraphicFramePr>
        <p:xfrm>
          <a:off x="966747" y="9275830"/>
          <a:ext cx="330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30120" imgH="228600" progId="Equation.DSMT4">
                  <p:embed/>
                </p:oleObj>
              </mc:Choice>
              <mc:Fallback>
                <p:oleObj name="Equation" r:id="rId31" imgW="330120" imgH="22860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909D1467-1EB8-4E9B-9C4F-5EB357D1AD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66747" y="9275830"/>
                        <a:ext cx="330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265AD48C-F08B-4EDE-838C-F0106AE507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349766"/>
              </p:ext>
            </p:extLst>
          </p:nvPr>
        </p:nvGraphicFramePr>
        <p:xfrm>
          <a:off x="990600" y="9007475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28600" imgH="228600" progId="Equation.DSMT4">
                  <p:embed/>
                </p:oleObj>
              </mc:Choice>
              <mc:Fallback>
                <p:oleObj name="Equation" r:id="rId33" imgW="228600" imgH="22860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9801D61F-6DE7-44FA-AF18-E1EE83FB36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90600" y="9007475"/>
                        <a:ext cx="228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89799637-0611-4345-ADA5-EF858BB8B4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698786"/>
              </p:ext>
            </p:extLst>
          </p:nvPr>
        </p:nvGraphicFramePr>
        <p:xfrm>
          <a:off x="990600" y="8762973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15640" imgH="228600" progId="Equation.DSMT4">
                  <p:embed/>
                </p:oleObj>
              </mc:Choice>
              <mc:Fallback>
                <p:oleObj name="Equation" r:id="rId35" imgW="215640" imgH="22860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4171183E-D382-47C4-8012-7176CE8A59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90600" y="8762973"/>
                        <a:ext cx="215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D9F91A12-F467-40E7-88C0-7C3BEEFEC0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997921"/>
              </p:ext>
            </p:extLst>
          </p:nvPr>
        </p:nvGraphicFramePr>
        <p:xfrm>
          <a:off x="4572000" y="2362200"/>
          <a:ext cx="44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444240" imgH="406080" progId="Equation.DSMT4">
                  <p:embed/>
                </p:oleObj>
              </mc:Choice>
              <mc:Fallback>
                <p:oleObj name="Equation" r:id="rId37" imgW="444240" imgH="40608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8C0C0457-9BFF-4403-9CFA-C746EEE903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572000" y="2362200"/>
                        <a:ext cx="444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8DC52326-B239-4757-A5F7-329CA1A13C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551343"/>
              </p:ext>
            </p:extLst>
          </p:nvPr>
        </p:nvGraphicFramePr>
        <p:xfrm>
          <a:off x="4572000" y="2895600"/>
          <a:ext cx="508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507960" imgH="406080" progId="Equation.DSMT4">
                  <p:embed/>
                </p:oleObj>
              </mc:Choice>
              <mc:Fallback>
                <p:oleObj name="Equation" r:id="rId39" imgW="507960" imgH="406080" progId="Equation.DSMT4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FD107353-6FC6-41BF-8BA5-EAF666A70D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572000" y="2895600"/>
                        <a:ext cx="508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D8F01649-0D30-4741-B98E-8EB624EB9A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866751"/>
              </p:ext>
            </p:extLst>
          </p:nvPr>
        </p:nvGraphicFramePr>
        <p:xfrm>
          <a:off x="5715000" y="2362200"/>
          <a:ext cx="596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596880" imgH="406080" progId="Equation.DSMT4">
                  <p:embed/>
                </p:oleObj>
              </mc:Choice>
              <mc:Fallback>
                <p:oleObj name="Equation" r:id="rId41" imgW="596880" imgH="406080" progId="Equation.DSMT4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30C29908-177E-4B1D-B5E2-D2FDA4430F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5715000" y="2362200"/>
                        <a:ext cx="596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26D453B9-3D16-4C9A-9E4C-4C261336F5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746060"/>
              </p:ext>
            </p:extLst>
          </p:nvPr>
        </p:nvGraphicFramePr>
        <p:xfrm>
          <a:off x="5715000" y="2895600"/>
          <a:ext cx="508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507960" imgH="406080" progId="Equation.DSMT4">
                  <p:embed/>
                </p:oleObj>
              </mc:Choice>
              <mc:Fallback>
                <p:oleObj name="Equation" r:id="rId43" imgW="507960" imgH="406080" progId="Equation.DSMT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192BE4CB-C3F1-4981-AC4E-8AD5373D1F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5715000" y="2895600"/>
                        <a:ext cx="508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B26A83E9-B6F4-462E-AE3B-4B6A420AF8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648882"/>
              </p:ext>
            </p:extLst>
          </p:nvPr>
        </p:nvGraphicFramePr>
        <p:xfrm>
          <a:off x="4648200" y="4997396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304560" imgH="368280" progId="Equation.DSMT4">
                  <p:embed/>
                </p:oleObj>
              </mc:Choice>
              <mc:Fallback>
                <p:oleObj name="Equation" r:id="rId45" imgW="304560" imgH="36828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0620EB73-008F-4260-9D60-73553C31F8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4648200" y="4997396"/>
                        <a:ext cx="304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F0C0835E-B2FA-4D8F-AF57-5BDD214A57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538854"/>
              </p:ext>
            </p:extLst>
          </p:nvPr>
        </p:nvGraphicFramePr>
        <p:xfrm>
          <a:off x="4648200" y="55626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304560" imgH="368280" progId="Equation.DSMT4">
                  <p:embed/>
                </p:oleObj>
              </mc:Choice>
              <mc:Fallback>
                <p:oleObj name="Equation" r:id="rId47" imgW="304560" imgH="368280" progId="Equation.DSMT4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74276705-3B07-4477-94EA-F46B3239DF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4648200" y="5562600"/>
                        <a:ext cx="304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6A3932DF-80EB-49B1-A98B-903040888E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376564"/>
              </p:ext>
            </p:extLst>
          </p:nvPr>
        </p:nvGraphicFramePr>
        <p:xfrm>
          <a:off x="5783249" y="5005347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304560" imgH="368280" progId="Equation.DSMT4">
                  <p:embed/>
                </p:oleObj>
              </mc:Choice>
              <mc:Fallback>
                <p:oleObj name="Equation" r:id="rId49" imgW="304560" imgH="368280" progId="Equation.DSMT4">
                  <p:embed/>
                  <p:pic>
                    <p:nvPicPr>
                      <p:cNvPr id="42" name="Object 41">
                        <a:extLst>
                          <a:ext uri="{FF2B5EF4-FFF2-40B4-BE49-F238E27FC236}">
                            <a16:creationId xmlns:a16="http://schemas.microsoft.com/office/drawing/2014/main" id="{D33F4C9C-C3EB-4109-8F89-B60FD70B06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5783249" y="5005347"/>
                        <a:ext cx="304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AC3EF355-B6A5-44B7-AD8F-41BCF64499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618343"/>
              </p:ext>
            </p:extLst>
          </p:nvPr>
        </p:nvGraphicFramePr>
        <p:xfrm>
          <a:off x="5791200" y="55626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304560" imgH="368280" progId="Equation.DSMT4">
                  <p:embed/>
                </p:oleObj>
              </mc:Choice>
              <mc:Fallback>
                <p:oleObj name="Equation" r:id="rId51" imgW="304560" imgH="368280" progId="Equation.DSMT4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7EF98E3A-5464-4883-9948-8F0417D53A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5791200" y="5562600"/>
                        <a:ext cx="304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AD59EE3B-3944-4A69-B5F4-41DA1C1407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712193"/>
              </p:ext>
            </p:extLst>
          </p:nvPr>
        </p:nvGraphicFramePr>
        <p:xfrm>
          <a:off x="4572000" y="8832773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431640" imgH="228600" progId="Equation.DSMT4">
                  <p:embed/>
                </p:oleObj>
              </mc:Choice>
              <mc:Fallback>
                <p:oleObj name="Equation" r:id="rId53" imgW="431640" imgH="228600" progId="Equation.DSMT4">
                  <p:embed/>
                  <p:pic>
                    <p:nvPicPr>
                      <p:cNvPr id="44" name="Object 43">
                        <a:extLst>
                          <a:ext uri="{FF2B5EF4-FFF2-40B4-BE49-F238E27FC236}">
                            <a16:creationId xmlns:a16="http://schemas.microsoft.com/office/drawing/2014/main" id="{3F850B95-23F6-4C63-8D61-48E089AE0E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4572000" y="8832773"/>
                        <a:ext cx="431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F97E9D4D-0414-4C47-812C-C6FA6CD64C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341734"/>
              </p:ext>
            </p:extLst>
          </p:nvPr>
        </p:nvGraphicFramePr>
        <p:xfrm>
          <a:off x="4572000" y="9097818"/>
          <a:ext cx="317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5" imgW="317160" imgH="228600" progId="Equation.DSMT4">
                  <p:embed/>
                </p:oleObj>
              </mc:Choice>
              <mc:Fallback>
                <p:oleObj name="Equation" r:id="rId55" imgW="317160" imgH="228600" progId="Equation.DSMT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54EDFEA6-28E9-4717-B4A3-FC374F0C49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4572000" y="9097818"/>
                        <a:ext cx="317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3371B2FD-D0EE-400A-BE56-2948B874C5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961118"/>
              </p:ext>
            </p:extLst>
          </p:nvPr>
        </p:nvGraphicFramePr>
        <p:xfrm>
          <a:off x="4572000" y="9337679"/>
          <a:ext cx="228600" cy="213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7" imgW="228600" imgH="228600" progId="Equation.DSMT4">
                  <p:embed/>
                </p:oleObj>
              </mc:Choice>
              <mc:Fallback>
                <p:oleObj name="Equation" r:id="rId57" imgW="228600" imgH="228600" progId="Equation.DSMT4">
                  <p:embed/>
                  <p:pic>
                    <p:nvPicPr>
                      <p:cNvPr id="46" name="Object 45">
                        <a:extLst>
                          <a:ext uri="{FF2B5EF4-FFF2-40B4-BE49-F238E27FC236}">
                            <a16:creationId xmlns:a16="http://schemas.microsoft.com/office/drawing/2014/main" id="{47764CEC-5B38-499D-8928-A21652E11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4572000" y="9337679"/>
                        <a:ext cx="228600" cy="213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DD65B29-0600-490C-BEB8-2B4FB0CE52EC}"/>
              </a:ext>
            </a:extLst>
          </p:cNvPr>
          <p:cNvCxnSpPr>
            <a:cxnSpLocks/>
          </p:cNvCxnSpPr>
          <p:nvPr/>
        </p:nvCxnSpPr>
        <p:spPr>
          <a:xfrm>
            <a:off x="450288" y="4847233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E4B3671-7071-424F-A7B9-707AFD1421E0}"/>
              </a:ext>
            </a:extLst>
          </p:cNvPr>
          <p:cNvCxnSpPr>
            <a:cxnSpLocks/>
          </p:cNvCxnSpPr>
          <p:nvPr/>
        </p:nvCxnSpPr>
        <p:spPr>
          <a:xfrm>
            <a:off x="434898" y="7033045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2232DBF-60B0-4F18-8731-9F6CBE31566D}"/>
              </a:ext>
            </a:extLst>
          </p:cNvPr>
          <p:cNvCxnSpPr>
            <a:cxnSpLocks/>
          </p:cNvCxnSpPr>
          <p:nvPr/>
        </p:nvCxnSpPr>
        <p:spPr>
          <a:xfrm>
            <a:off x="3965104" y="6174065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464FC43-44BF-4513-BEF3-7F6E0E16710D}"/>
              </a:ext>
            </a:extLst>
          </p:cNvPr>
          <p:cNvCxnSpPr>
            <a:cxnSpLocks/>
          </p:cNvCxnSpPr>
          <p:nvPr/>
        </p:nvCxnSpPr>
        <p:spPr>
          <a:xfrm>
            <a:off x="3968496" y="3562483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048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353E08B5-47E4-40E7-83C3-3D831B565CC0}"/>
              </a:ext>
            </a:extLst>
          </p:cNvPr>
          <p:cNvSpPr/>
          <p:nvPr/>
        </p:nvSpPr>
        <p:spPr>
          <a:xfrm>
            <a:off x="4572000" y="6005048"/>
            <a:ext cx="609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BCAD4B0-B835-489B-B1B8-2D84D89CE45F}"/>
              </a:ext>
            </a:extLst>
          </p:cNvPr>
          <p:cNvSpPr/>
          <p:nvPr/>
        </p:nvSpPr>
        <p:spPr>
          <a:xfrm>
            <a:off x="5181600" y="3657600"/>
            <a:ext cx="457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5DEBD9A-2BC0-44A7-9723-AF1BC083C424}"/>
              </a:ext>
            </a:extLst>
          </p:cNvPr>
          <p:cNvSpPr/>
          <p:nvPr/>
        </p:nvSpPr>
        <p:spPr>
          <a:xfrm>
            <a:off x="5638800" y="609600"/>
            <a:ext cx="609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E032B49-C11B-48C4-BFD1-E91FDA365157}"/>
              </a:ext>
            </a:extLst>
          </p:cNvPr>
          <p:cNvSpPr/>
          <p:nvPr/>
        </p:nvSpPr>
        <p:spPr>
          <a:xfrm>
            <a:off x="990600" y="6705600"/>
            <a:ext cx="1676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11D5C83-E18D-419A-A266-F9C6F143C49F}"/>
              </a:ext>
            </a:extLst>
          </p:cNvPr>
          <p:cNvSpPr/>
          <p:nvPr/>
        </p:nvSpPr>
        <p:spPr>
          <a:xfrm>
            <a:off x="838200" y="2895600"/>
            <a:ext cx="25146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A4D2DF6-4CA7-4013-862B-45F0FAA74CBF}"/>
              </a:ext>
            </a:extLst>
          </p:cNvPr>
          <p:cNvSpPr/>
          <p:nvPr/>
        </p:nvSpPr>
        <p:spPr>
          <a:xfrm>
            <a:off x="609600" y="22860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5E8D2706-4368-4899-BAE6-C668BF7D3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446062"/>
              </p:ext>
            </p:extLst>
          </p:nvPr>
        </p:nvGraphicFramePr>
        <p:xfrm>
          <a:off x="396902" y="533400"/>
          <a:ext cx="3505200" cy="179769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 Which expression is equivalent to             </a:t>
                      </a: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" name="Text Box 11">
            <a:extLst>
              <a:ext uri="{FF2B5EF4-FFF2-40B4-BE49-F238E27FC236}">
                <a16:creationId xmlns:a16="http://schemas.microsoft.com/office/drawing/2014/main" id="{21E6ECA8-F285-4310-B767-A72AC0CC1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40620"/>
            <a:ext cx="144018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F6F540C7-BA0D-4CB1-B977-BA7979BDF6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328187"/>
              </p:ext>
            </p:extLst>
          </p:nvPr>
        </p:nvGraphicFramePr>
        <p:xfrm>
          <a:off x="914400" y="900918"/>
          <a:ext cx="914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228600" progId="Equation.DSMT4">
                  <p:embed/>
                </p:oleObj>
              </mc:Choice>
              <mc:Fallback>
                <p:oleObj name="Equation" r:id="rId3" imgW="914400" imgH="22860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B93E2677-BC2A-4EAF-AEB4-15A7303D96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900918"/>
                        <a:ext cx="914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60AEF4B1-AC16-4F7E-8FA4-3A64850D0B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763741"/>
              </p:ext>
            </p:extLst>
          </p:nvPr>
        </p:nvGraphicFramePr>
        <p:xfrm>
          <a:off x="914400" y="1145420"/>
          <a:ext cx="863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63280" imgH="203040" progId="Equation.DSMT4">
                  <p:embed/>
                </p:oleObj>
              </mc:Choice>
              <mc:Fallback>
                <p:oleObj name="Equation" r:id="rId5" imgW="863280" imgH="20304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549F3C45-4554-4C47-B0ED-C8C0866B9F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5420"/>
                        <a:ext cx="8636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B3E2D1B2-97B3-4DD2-B280-9AC8EE6E57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602201"/>
              </p:ext>
            </p:extLst>
          </p:nvPr>
        </p:nvGraphicFramePr>
        <p:xfrm>
          <a:off x="914400" y="1374020"/>
          <a:ext cx="863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80" imgH="203040" progId="Equation.DSMT4">
                  <p:embed/>
                </p:oleObj>
              </mc:Choice>
              <mc:Fallback>
                <p:oleObj name="Equation" r:id="rId7" imgW="863280" imgH="20304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6202D6F2-50F4-45A0-8BB4-732D1AC571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4400" y="1374020"/>
                        <a:ext cx="8636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B97A3D0D-85D5-4ED7-9828-192F1C524A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335101"/>
              </p:ext>
            </p:extLst>
          </p:nvPr>
        </p:nvGraphicFramePr>
        <p:xfrm>
          <a:off x="914400" y="1602620"/>
          <a:ext cx="939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39600" imgH="203040" progId="Equation.DSMT4">
                  <p:embed/>
                </p:oleObj>
              </mc:Choice>
              <mc:Fallback>
                <p:oleObj name="Equation" r:id="rId9" imgW="939600" imgH="20304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F5FE3F78-3D77-4674-9AB5-1425743DC0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4400" y="1602620"/>
                        <a:ext cx="939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Rectangle 76">
            <a:extLst>
              <a:ext uri="{FF2B5EF4-FFF2-40B4-BE49-F238E27FC236}">
                <a16:creationId xmlns:a16="http://schemas.microsoft.com/office/drawing/2014/main" id="{47558358-9EDA-4757-92E0-6B6840141F0C}"/>
              </a:ext>
            </a:extLst>
          </p:cNvPr>
          <p:cNvSpPr/>
          <p:nvPr/>
        </p:nvSpPr>
        <p:spPr>
          <a:xfrm>
            <a:off x="433347" y="1981200"/>
            <a:ext cx="33528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8. Which expression is equivalent to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       </a:t>
            </a: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1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dirty="0"/>
          </a:p>
        </p:txBody>
      </p:sp>
      <p:sp>
        <p:nvSpPr>
          <p:cNvPr id="78" name="Text Box 12">
            <a:extLst>
              <a:ext uri="{FF2B5EF4-FFF2-40B4-BE49-F238E27FC236}">
                <a16:creationId xmlns:a16="http://schemas.microsoft.com/office/drawing/2014/main" id="{4B12802E-E2CC-4187-98CE-990C0205F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895600"/>
            <a:ext cx="2736850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42E53B25-B675-4F43-B3BC-341FB5DC38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328809"/>
              </p:ext>
            </p:extLst>
          </p:nvPr>
        </p:nvGraphicFramePr>
        <p:xfrm>
          <a:off x="990600" y="2947947"/>
          <a:ext cx="787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87320" imgH="215640" progId="Equation.DSMT4">
                  <p:embed/>
                </p:oleObj>
              </mc:Choice>
              <mc:Fallback>
                <p:oleObj name="Equation" r:id="rId11" imgW="787320" imgH="21564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89B624C7-B032-4007-B9D1-EA3A8139CD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90600" y="2947947"/>
                        <a:ext cx="787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A4A5A332-35FA-4E1F-AB25-29731FF8E0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460875"/>
              </p:ext>
            </p:extLst>
          </p:nvPr>
        </p:nvGraphicFramePr>
        <p:xfrm>
          <a:off x="990600" y="3320996"/>
          <a:ext cx="533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33160" imgH="419040" progId="Equation.DSMT4">
                  <p:embed/>
                </p:oleObj>
              </mc:Choice>
              <mc:Fallback>
                <p:oleObj name="Equation" r:id="rId13" imgW="533160" imgH="41904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543935AE-ED53-4C92-95E2-6A5ABC9EE6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90600" y="3320996"/>
                        <a:ext cx="5334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EBA2A00F-CF29-480B-B6BC-AD526A197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190722"/>
              </p:ext>
            </p:extLst>
          </p:nvPr>
        </p:nvGraphicFramePr>
        <p:xfrm>
          <a:off x="2325755" y="2955898"/>
          <a:ext cx="622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22080" imgH="215640" progId="Equation.DSMT4">
                  <p:embed/>
                </p:oleObj>
              </mc:Choice>
              <mc:Fallback>
                <p:oleObj name="Equation" r:id="rId15" imgW="622080" imgH="21564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2DBA28E0-1855-4521-A267-E8FEB4333A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25755" y="2955898"/>
                        <a:ext cx="622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4A7D47A4-4013-49A5-9777-1675D6E585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1617602"/>
              </p:ext>
            </p:extLst>
          </p:nvPr>
        </p:nvGraphicFramePr>
        <p:xfrm>
          <a:off x="2354249" y="3308404"/>
          <a:ext cx="635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34680" imgH="431640" progId="Equation.DSMT4">
                  <p:embed/>
                </p:oleObj>
              </mc:Choice>
              <mc:Fallback>
                <p:oleObj name="Equation" r:id="rId17" imgW="634680" imgH="43164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7CE6D8A5-BAC3-4488-90B5-3376D453A6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54249" y="3308404"/>
                        <a:ext cx="6350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Rectangle 82">
            <a:extLst>
              <a:ext uri="{FF2B5EF4-FFF2-40B4-BE49-F238E27FC236}">
                <a16:creationId xmlns:a16="http://schemas.microsoft.com/office/drawing/2014/main" id="{AC750BFA-9F22-4E7C-9EF8-D4994914A8D4}"/>
              </a:ext>
            </a:extLst>
          </p:cNvPr>
          <p:cNvSpPr/>
          <p:nvPr/>
        </p:nvSpPr>
        <p:spPr>
          <a:xfrm>
            <a:off x="447368" y="3773128"/>
            <a:ext cx="1245854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9.  Solve for </a:t>
            </a:r>
            <a:r>
              <a:rPr lang="en-US" sz="125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: </a:t>
            </a:r>
            <a:endParaRPr lang="en-US" dirty="0"/>
          </a:p>
        </p:txBody>
      </p:sp>
      <p:sp>
        <p:nvSpPr>
          <p:cNvPr id="84" name="Text Box 15">
            <a:extLst>
              <a:ext uri="{FF2B5EF4-FFF2-40B4-BE49-F238E27FC236}">
                <a16:creationId xmlns:a16="http://schemas.microsoft.com/office/drawing/2014/main" id="{EB991A54-4229-49EF-88E7-811CF6A72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1220470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8C4B220-2034-484D-9AE3-3D31DDD40F61}"/>
              </a:ext>
            </a:extLst>
          </p:cNvPr>
          <p:cNvSpPr/>
          <p:nvPr/>
        </p:nvSpPr>
        <p:spPr>
          <a:xfrm>
            <a:off x="410496" y="5407744"/>
            <a:ext cx="1380506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10.  Solve for </a:t>
            </a:r>
            <a:r>
              <a:rPr lang="en-US" sz="125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: </a:t>
            </a:r>
            <a:endParaRPr lang="en-US" dirty="0"/>
          </a:p>
        </p:txBody>
      </p:sp>
      <p:sp>
        <p:nvSpPr>
          <p:cNvPr id="86" name="Text Box 19">
            <a:extLst>
              <a:ext uri="{FF2B5EF4-FFF2-40B4-BE49-F238E27FC236}">
                <a16:creationId xmlns:a16="http://schemas.microsoft.com/office/drawing/2014/main" id="{49D6D050-B238-4697-8ACB-46C5D63E9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477000"/>
            <a:ext cx="1898015" cy="756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2B648500-273C-462C-9CC0-F369762056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835032"/>
              </p:ext>
            </p:extLst>
          </p:nvPr>
        </p:nvGraphicFramePr>
        <p:xfrm>
          <a:off x="1020096" y="6449960"/>
          <a:ext cx="13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9680" imgH="368280" progId="Equation.DSMT4">
                  <p:embed/>
                </p:oleObj>
              </mc:Choice>
              <mc:Fallback>
                <p:oleObj name="Equation" r:id="rId19" imgW="139680" imgH="36828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AD85928C-A959-4487-AE86-E39A7FD61A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20096" y="6449960"/>
                        <a:ext cx="139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DA637F24-8A79-48B2-AE72-95EC73DA30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877360"/>
              </p:ext>
            </p:extLst>
          </p:nvPr>
        </p:nvGraphicFramePr>
        <p:xfrm>
          <a:off x="990600" y="7010400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6720" imgH="164880" progId="Equation.DSMT4">
                  <p:embed/>
                </p:oleObj>
              </mc:Choice>
              <mc:Fallback>
                <p:oleObj name="Equation" r:id="rId21" imgW="126720" imgH="16488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69840F85-4D78-41AA-BBB7-631C3D8BEF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90600" y="7010400"/>
                        <a:ext cx="1270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21F887B4-3DCF-412E-9276-24F7DF6B08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759364"/>
              </p:ext>
            </p:extLst>
          </p:nvPr>
        </p:nvGraphicFramePr>
        <p:xfrm>
          <a:off x="2133600" y="6440128"/>
          <a:ext cx="13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9680" imgH="368280" progId="Equation.DSMT4">
                  <p:embed/>
                </p:oleObj>
              </mc:Choice>
              <mc:Fallback>
                <p:oleObj name="Equation" r:id="rId23" imgW="139680" imgH="36828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80DCDBAE-BDBF-4B06-9D8B-261F151C11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33600" y="6440128"/>
                        <a:ext cx="139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4E4FF6D3-A1FB-44BB-80B6-4222F42EBB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229376"/>
              </p:ext>
            </p:extLst>
          </p:nvPr>
        </p:nvGraphicFramePr>
        <p:xfrm>
          <a:off x="2133600" y="7010400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14120" imgH="164880" progId="Equation.DSMT4">
                  <p:embed/>
                </p:oleObj>
              </mc:Choice>
              <mc:Fallback>
                <p:oleObj name="Equation" r:id="rId25" imgW="114120" imgH="16488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19FAAD48-6F16-436E-BB40-5248DFA129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133600" y="7010400"/>
                        <a:ext cx="114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Rectangle 90">
            <a:extLst>
              <a:ext uri="{FF2B5EF4-FFF2-40B4-BE49-F238E27FC236}">
                <a16:creationId xmlns:a16="http://schemas.microsoft.com/office/drawing/2014/main" id="{DBEF9570-4EA4-4BD5-ADCD-3A735A9ED438}"/>
              </a:ext>
            </a:extLst>
          </p:cNvPr>
          <p:cNvSpPr/>
          <p:nvPr/>
        </p:nvSpPr>
        <p:spPr>
          <a:xfrm>
            <a:off x="408040" y="7408608"/>
            <a:ext cx="1284326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11. Solve for </a:t>
            </a:r>
            <a:r>
              <a:rPr lang="en-US" sz="125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: </a:t>
            </a:r>
            <a:endParaRPr lang="en-US" dirty="0"/>
          </a:p>
        </p:txBody>
      </p:sp>
      <p:sp>
        <p:nvSpPr>
          <p:cNvPr id="92" name="Text Box 17">
            <a:extLst>
              <a:ext uri="{FF2B5EF4-FFF2-40B4-BE49-F238E27FC236}">
                <a16:creationId xmlns:a16="http://schemas.microsoft.com/office/drawing/2014/main" id="{32246AF5-0FDC-4653-9912-9F5E1588A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382000"/>
            <a:ext cx="932815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8DAFE30C-52EE-4639-B27E-546F83D41A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684029"/>
              </p:ext>
            </p:extLst>
          </p:nvPr>
        </p:nvGraphicFramePr>
        <p:xfrm>
          <a:off x="990600" y="8431160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31640" imgH="228600" progId="Equation.DSMT4">
                  <p:embed/>
                </p:oleObj>
              </mc:Choice>
              <mc:Fallback>
                <p:oleObj name="Equation" r:id="rId27" imgW="431640" imgH="228600" progId="Equation.DSMT4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A4265DBE-7F8F-46C2-B788-3E424F22D2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90600" y="8431160"/>
                        <a:ext cx="431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0DB126EA-E5AE-4855-8D71-A9A8B769DE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450019"/>
              </p:ext>
            </p:extLst>
          </p:nvPr>
        </p:nvGraphicFramePr>
        <p:xfrm>
          <a:off x="990600" y="8686800"/>
          <a:ext cx="444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444240" imgH="228600" progId="Equation.DSMT4">
                  <p:embed/>
                </p:oleObj>
              </mc:Choice>
              <mc:Fallback>
                <p:oleObj name="Equation" r:id="rId29" imgW="444240" imgH="22860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AB96807B-D4F3-4BA3-8D7A-2A9DC436A1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90600" y="8686800"/>
                        <a:ext cx="444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94">
            <a:extLst>
              <a:ext uri="{FF2B5EF4-FFF2-40B4-BE49-F238E27FC236}">
                <a16:creationId xmlns:a16="http://schemas.microsoft.com/office/drawing/2014/main" id="{BBF36145-5332-438F-A7A5-4D626DDE58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531247"/>
              </p:ext>
            </p:extLst>
          </p:nvPr>
        </p:nvGraphicFramePr>
        <p:xfrm>
          <a:off x="990600" y="8944896"/>
          <a:ext cx="317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17160" imgH="228600" progId="Equation.DSMT4">
                  <p:embed/>
                </p:oleObj>
              </mc:Choice>
              <mc:Fallback>
                <p:oleObj name="Equation" r:id="rId31" imgW="317160" imgH="22860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D263B218-68E8-4F97-ABF4-16DE22A323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90600" y="8944896"/>
                        <a:ext cx="317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13E3D3C1-2CCB-4BED-8644-D3CA592D3E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053522"/>
              </p:ext>
            </p:extLst>
          </p:nvPr>
        </p:nvGraphicFramePr>
        <p:xfrm>
          <a:off x="990600" y="9200536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28600" imgH="228600" progId="Equation.DSMT4">
                  <p:embed/>
                </p:oleObj>
              </mc:Choice>
              <mc:Fallback>
                <p:oleObj name="Equation" r:id="rId33" imgW="228600" imgH="22860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DEDAC5F5-0E5A-4A6A-A5C3-ECE0EB2371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90600" y="9200536"/>
                        <a:ext cx="228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Rectangle 96">
            <a:extLst>
              <a:ext uri="{FF2B5EF4-FFF2-40B4-BE49-F238E27FC236}">
                <a16:creationId xmlns:a16="http://schemas.microsoft.com/office/drawing/2014/main" id="{3459AB4C-63E8-45DB-82A6-F068443BF5E3}"/>
              </a:ext>
            </a:extLst>
          </p:cNvPr>
          <p:cNvSpPr/>
          <p:nvPr/>
        </p:nvSpPr>
        <p:spPr>
          <a:xfrm>
            <a:off x="3962400" y="533400"/>
            <a:ext cx="1335622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12.  Solve for </a:t>
            </a:r>
            <a:r>
              <a:rPr lang="en-US" sz="125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: </a:t>
            </a:r>
            <a:endParaRPr lang="en-US" dirty="0"/>
          </a:p>
        </p:txBody>
      </p:sp>
      <p:sp>
        <p:nvSpPr>
          <p:cNvPr id="98" name="Text Box 20">
            <a:extLst>
              <a:ext uri="{FF2B5EF4-FFF2-40B4-BE49-F238E27FC236}">
                <a16:creationId xmlns:a16="http://schemas.microsoft.com/office/drawing/2014/main" id="{612B8C37-A1A1-4383-84AA-460E44265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362200"/>
            <a:ext cx="1021080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9" name="Object 98">
            <a:extLst>
              <a:ext uri="{FF2B5EF4-FFF2-40B4-BE49-F238E27FC236}">
                <a16:creationId xmlns:a16="http://schemas.microsoft.com/office/drawing/2014/main" id="{733E68FD-8CC8-46D2-8918-6DCC56270E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662155"/>
              </p:ext>
            </p:extLst>
          </p:nvPr>
        </p:nvGraphicFramePr>
        <p:xfrm>
          <a:off x="4495800" y="2418736"/>
          <a:ext cx="495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495000" imgH="228600" progId="Equation.DSMT4">
                  <p:embed/>
                </p:oleObj>
              </mc:Choice>
              <mc:Fallback>
                <p:oleObj name="Equation" r:id="rId35" imgW="495000" imgH="228600" progId="Equation.DSMT4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8BA3D88D-49DD-4DC2-8B7F-01158A572E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495800" y="2418736"/>
                        <a:ext cx="495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99">
            <a:extLst>
              <a:ext uri="{FF2B5EF4-FFF2-40B4-BE49-F238E27FC236}">
                <a16:creationId xmlns:a16="http://schemas.microsoft.com/office/drawing/2014/main" id="{EC75EDC5-E7DE-4FD3-B25C-D832E9CA69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800184"/>
              </p:ext>
            </p:extLst>
          </p:nvPr>
        </p:nvGraphicFramePr>
        <p:xfrm>
          <a:off x="4495800" y="2667000"/>
          <a:ext cx="508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507960" imgH="228600" progId="Equation.DSMT4">
                  <p:embed/>
                </p:oleObj>
              </mc:Choice>
              <mc:Fallback>
                <p:oleObj name="Equation" r:id="rId37" imgW="507960" imgH="228600" progId="Equation.DSMT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81F5159F-E824-408C-A807-EEE415F575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495800" y="2667000"/>
                        <a:ext cx="508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>
            <a:extLst>
              <a:ext uri="{FF2B5EF4-FFF2-40B4-BE49-F238E27FC236}">
                <a16:creationId xmlns:a16="http://schemas.microsoft.com/office/drawing/2014/main" id="{B50FB25F-D6DE-482C-B502-54B05CEC33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845890"/>
              </p:ext>
            </p:extLst>
          </p:nvPr>
        </p:nvGraphicFramePr>
        <p:xfrm>
          <a:off x="4505632" y="2925096"/>
          <a:ext cx="444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444240" imgH="228600" progId="Equation.DSMT4">
                  <p:embed/>
                </p:oleObj>
              </mc:Choice>
              <mc:Fallback>
                <p:oleObj name="Equation" r:id="rId39" imgW="444240" imgH="22860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1F780CD3-4000-4A89-BA1B-B98CE3EE05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505632" y="2925096"/>
                        <a:ext cx="444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99292283-11ED-4E9D-B610-96B1D22D7E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201814"/>
              </p:ext>
            </p:extLst>
          </p:nvPr>
        </p:nvGraphicFramePr>
        <p:xfrm>
          <a:off x="4505632" y="3180736"/>
          <a:ext cx="444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444240" imgH="228600" progId="Equation.DSMT4">
                  <p:embed/>
                </p:oleObj>
              </mc:Choice>
              <mc:Fallback>
                <p:oleObj name="Equation" r:id="rId41" imgW="444240" imgH="228600" progId="Equation.DSMT4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791858B9-25BF-482A-9C06-F5A25E9F58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4505632" y="3180736"/>
                        <a:ext cx="444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Rectangle 102">
            <a:extLst>
              <a:ext uri="{FF2B5EF4-FFF2-40B4-BE49-F238E27FC236}">
                <a16:creationId xmlns:a16="http://schemas.microsoft.com/office/drawing/2014/main" id="{0EE93634-216A-446E-8DE2-A932079BFD60}"/>
              </a:ext>
            </a:extLst>
          </p:cNvPr>
          <p:cNvSpPr/>
          <p:nvPr/>
        </p:nvSpPr>
        <p:spPr>
          <a:xfrm>
            <a:off x="3962400" y="3610896"/>
            <a:ext cx="1367682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13.   Solve for </a:t>
            </a:r>
            <a:r>
              <a:rPr lang="en-US" sz="125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: </a:t>
            </a:r>
            <a:endParaRPr lang="en-US" dirty="0"/>
          </a:p>
        </p:txBody>
      </p:sp>
      <p:sp>
        <p:nvSpPr>
          <p:cNvPr id="104" name="Text Box 24">
            <a:extLst>
              <a:ext uri="{FF2B5EF4-FFF2-40B4-BE49-F238E27FC236}">
                <a16:creationId xmlns:a16="http://schemas.microsoft.com/office/drawing/2014/main" id="{579322DE-584A-4FA5-87E4-8EE12947C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700248"/>
            <a:ext cx="2093595" cy="756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C.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5" name="Object 104">
            <a:extLst>
              <a:ext uri="{FF2B5EF4-FFF2-40B4-BE49-F238E27FC236}">
                <a16:creationId xmlns:a16="http://schemas.microsoft.com/office/drawing/2014/main" id="{1731DA3E-928B-402E-A5A5-6FDA0710B0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38193"/>
              </p:ext>
            </p:extLst>
          </p:nvPr>
        </p:nvGraphicFramePr>
        <p:xfrm>
          <a:off x="4542504" y="5673208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304560" imgH="368280" progId="Equation.DSMT4">
                  <p:embed/>
                </p:oleObj>
              </mc:Choice>
              <mc:Fallback>
                <p:oleObj name="Equation" r:id="rId43" imgW="304560" imgH="368280" progId="Equation.DSMT4">
                  <p:embed/>
                  <p:pic>
                    <p:nvPicPr>
                      <p:cNvPr id="44" name="Object 43">
                        <a:extLst>
                          <a:ext uri="{FF2B5EF4-FFF2-40B4-BE49-F238E27FC236}">
                            <a16:creationId xmlns:a16="http://schemas.microsoft.com/office/drawing/2014/main" id="{3C73E992-EC39-422D-9050-C5C6802145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542504" y="5673208"/>
                        <a:ext cx="304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D6BF18C8-A435-465E-A2C0-96FDFFC683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80579"/>
              </p:ext>
            </p:extLst>
          </p:nvPr>
        </p:nvGraphicFramePr>
        <p:xfrm>
          <a:off x="4581832" y="6206608"/>
          <a:ext cx="1905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90440" imgH="164880" progId="Equation.DSMT4">
                  <p:embed/>
                </p:oleObj>
              </mc:Choice>
              <mc:Fallback>
                <p:oleObj name="Equation" r:id="rId45" imgW="190440" imgH="164880" progId="Equation.DSMT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F43123E2-5D36-486E-94A4-1C189AC839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4581832" y="6206608"/>
                        <a:ext cx="1905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97318723-AC6B-4C24-B33B-B30E4C7298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668863"/>
              </p:ext>
            </p:extLst>
          </p:nvPr>
        </p:nvGraphicFramePr>
        <p:xfrm>
          <a:off x="5761704" y="5756784"/>
          <a:ext cx="203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203040" imgH="177480" progId="Equation.DSMT4">
                  <p:embed/>
                </p:oleObj>
              </mc:Choice>
              <mc:Fallback>
                <p:oleObj name="Equation" r:id="rId47" imgW="203040" imgH="177480" progId="Equation.DSMT4">
                  <p:embed/>
                  <p:pic>
                    <p:nvPicPr>
                      <p:cNvPr id="46" name="Object 45">
                        <a:extLst>
                          <a:ext uri="{FF2B5EF4-FFF2-40B4-BE49-F238E27FC236}">
                            <a16:creationId xmlns:a16="http://schemas.microsoft.com/office/drawing/2014/main" id="{80A5BAA3-6EDB-4536-8949-48D1D28C92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761704" y="5756784"/>
                        <a:ext cx="203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D5BDB2EE-8EC7-4A9D-9AFA-180DEA22E0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32860"/>
              </p:ext>
            </p:extLst>
          </p:nvPr>
        </p:nvGraphicFramePr>
        <p:xfrm>
          <a:off x="5773992" y="6206608"/>
          <a:ext cx="190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190440" imgH="177480" progId="Equation.DSMT4">
                  <p:embed/>
                </p:oleObj>
              </mc:Choice>
              <mc:Fallback>
                <p:oleObj name="Equation" r:id="rId49" imgW="190440" imgH="177480" progId="Equation.DSMT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A8C7F43E-E05D-4162-BE72-B50916DA03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5773992" y="6206608"/>
                        <a:ext cx="190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Rectangle 108">
            <a:extLst>
              <a:ext uri="{FF2B5EF4-FFF2-40B4-BE49-F238E27FC236}">
                <a16:creationId xmlns:a16="http://schemas.microsoft.com/office/drawing/2014/main" id="{BA5D3101-520C-4FC0-A1F3-0DFBBD864B34}"/>
              </a:ext>
            </a:extLst>
          </p:cNvPr>
          <p:cNvSpPr/>
          <p:nvPr/>
        </p:nvSpPr>
        <p:spPr>
          <a:xfrm>
            <a:off x="3905864" y="6570408"/>
            <a:ext cx="3464410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14.  Solve for </a:t>
            </a:r>
            <a:r>
              <a:rPr lang="en-US" sz="125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 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to the nearest ten-thousandth:</a:t>
            </a:r>
            <a:endParaRPr lang="en-US" dirty="0"/>
          </a:p>
        </p:txBody>
      </p:sp>
      <p:sp>
        <p:nvSpPr>
          <p:cNvPr id="110" name="Text Box 22">
            <a:extLst>
              <a:ext uri="{FF2B5EF4-FFF2-40B4-BE49-F238E27FC236}">
                <a16:creationId xmlns:a16="http://schemas.microsoft.com/office/drawing/2014/main" id="{45BFD970-2A23-4769-8E14-9E873B3BC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458200"/>
            <a:ext cx="1220470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1.6826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3.6826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1.1761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3.1761</a:t>
            </a:r>
            <a:endParaRPr lang="en-US" sz="11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DA405FB2-3828-4032-8B87-5D62277468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239676"/>
              </p:ext>
            </p:extLst>
          </p:nvPr>
        </p:nvGraphicFramePr>
        <p:xfrm>
          <a:off x="3077496" y="523568"/>
          <a:ext cx="469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469800" imgH="215640" progId="Equation.DSMT4">
                  <p:embed/>
                </p:oleObj>
              </mc:Choice>
              <mc:Fallback>
                <p:oleObj name="Equation" r:id="rId51" imgW="469800" imgH="215640" progId="Equation.DSMT4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FB0CD837-EFD3-4F43-8E40-6BF7DCE56B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3077496" y="523568"/>
                        <a:ext cx="4699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Object 111">
            <a:extLst>
              <a:ext uri="{FF2B5EF4-FFF2-40B4-BE49-F238E27FC236}">
                <a16:creationId xmlns:a16="http://schemas.microsoft.com/office/drawing/2014/main" id="{383AE32D-2D57-4F8D-B678-FD134F6E7F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842512"/>
              </p:ext>
            </p:extLst>
          </p:nvPr>
        </p:nvGraphicFramePr>
        <p:xfrm>
          <a:off x="685800" y="2239296"/>
          <a:ext cx="1231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1231560" imgH="368280" progId="Equation.DSMT4">
                  <p:embed/>
                </p:oleObj>
              </mc:Choice>
              <mc:Fallback>
                <p:oleObj name="Equation" r:id="rId53" imgW="1231560" imgH="368280" progId="Equation.DSMT4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9EE5DD8B-4975-4606-9AB4-C6E0865CB8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685800" y="2239296"/>
                        <a:ext cx="1231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112">
            <a:extLst>
              <a:ext uri="{FF2B5EF4-FFF2-40B4-BE49-F238E27FC236}">
                <a16:creationId xmlns:a16="http://schemas.microsoft.com/office/drawing/2014/main" id="{536127C0-4F56-41E6-AE4A-B5BC8CFA75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537369"/>
              </p:ext>
            </p:extLst>
          </p:nvPr>
        </p:nvGraphicFramePr>
        <p:xfrm>
          <a:off x="1600200" y="3839496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5" imgW="914400" imgH="203040" progId="Equation.DSMT4">
                  <p:embed/>
                </p:oleObj>
              </mc:Choice>
              <mc:Fallback>
                <p:oleObj name="Equation" r:id="rId55" imgW="914400" imgH="203040" progId="Equation.DSMT4">
                  <p:embed/>
                  <p:pic>
                    <p:nvPicPr>
                      <p:cNvPr id="52" name="Object 51">
                        <a:extLst>
                          <a:ext uri="{FF2B5EF4-FFF2-40B4-BE49-F238E27FC236}">
                            <a16:creationId xmlns:a16="http://schemas.microsoft.com/office/drawing/2014/main" id="{F78325B0-3700-452D-8E55-E1ED8F75D4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1600200" y="3839496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C33C17B5-8928-411B-B9A4-058645326D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414623"/>
              </p:ext>
            </p:extLst>
          </p:nvPr>
        </p:nvGraphicFramePr>
        <p:xfrm>
          <a:off x="1654175" y="5476875"/>
          <a:ext cx="1638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7" imgW="1638000" imgH="215640" progId="Equation.DSMT4">
                  <p:embed/>
                </p:oleObj>
              </mc:Choice>
              <mc:Fallback>
                <p:oleObj name="Equation" r:id="rId57" imgW="1638000" imgH="215640" progId="Equation.DSMT4">
                  <p:embed/>
                  <p:pic>
                    <p:nvPicPr>
                      <p:cNvPr id="53" name="Object 52">
                        <a:extLst>
                          <a:ext uri="{FF2B5EF4-FFF2-40B4-BE49-F238E27FC236}">
                            <a16:creationId xmlns:a16="http://schemas.microsoft.com/office/drawing/2014/main" id="{6428B280-E5DE-4B7C-A3E9-CA6BF886EE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1654175" y="5476875"/>
                        <a:ext cx="1638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114">
            <a:extLst>
              <a:ext uri="{FF2B5EF4-FFF2-40B4-BE49-F238E27FC236}">
                <a16:creationId xmlns:a16="http://schemas.microsoft.com/office/drawing/2014/main" id="{A12D83A8-F089-4C57-A51B-34D61CF9AD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068350"/>
              </p:ext>
            </p:extLst>
          </p:nvPr>
        </p:nvGraphicFramePr>
        <p:xfrm>
          <a:off x="1590368" y="7457768"/>
          <a:ext cx="2006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9" imgW="2006280" imgH="228600" progId="Equation.DSMT4">
                  <p:embed/>
                </p:oleObj>
              </mc:Choice>
              <mc:Fallback>
                <p:oleObj name="Equation" r:id="rId59" imgW="2006280" imgH="228600" progId="Equation.DSMT4">
                  <p:embed/>
                  <p:pic>
                    <p:nvPicPr>
                      <p:cNvPr id="54" name="Object 53">
                        <a:extLst>
                          <a:ext uri="{FF2B5EF4-FFF2-40B4-BE49-F238E27FC236}">
                            <a16:creationId xmlns:a16="http://schemas.microsoft.com/office/drawing/2014/main" id="{DD16989D-3055-4F2D-AC44-D87B1B1750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1590368" y="7457768"/>
                        <a:ext cx="2006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115">
            <a:extLst>
              <a:ext uri="{FF2B5EF4-FFF2-40B4-BE49-F238E27FC236}">
                <a16:creationId xmlns:a16="http://schemas.microsoft.com/office/drawing/2014/main" id="{9E41108E-ADA3-4568-BFFD-B829DC2A7C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959109"/>
              </p:ext>
            </p:extLst>
          </p:nvPr>
        </p:nvGraphicFramePr>
        <p:xfrm>
          <a:off x="5257800" y="476864"/>
          <a:ext cx="1041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1" imgW="1041120" imgH="431640" progId="Equation.DSMT4">
                  <p:embed/>
                </p:oleObj>
              </mc:Choice>
              <mc:Fallback>
                <p:oleObj name="Equation" r:id="rId61" imgW="1041120" imgH="431640" progId="Equation.DSMT4">
                  <p:embed/>
                  <p:pic>
                    <p:nvPicPr>
                      <p:cNvPr id="55" name="Object 54">
                        <a:extLst>
                          <a:ext uri="{FF2B5EF4-FFF2-40B4-BE49-F238E27FC236}">
                            <a16:creationId xmlns:a16="http://schemas.microsoft.com/office/drawing/2014/main" id="{88782959-013A-4AB9-A874-778CAA934D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5257800" y="476864"/>
                        <a:ext cx="1041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116">
            <a:extLst>
              <a:ext uri="{FF2B5EF4-FFF2-40B4-BE49-F238E27FC236}">
                <a16:creationId xmlns:a16="http://schemas.microsoft.com/office/drawing/2014/main" id="{57020CF7-7E21-456D-A9BA-F61C09F04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638129"/>
              </p:ext>
            </p:extLst>
          </p:nvPr>
        </p:nvGraphicFramePr>
        <p:xfrm>
          <a:off x="5257800" y="3551904"/>
          <a:ext cx="927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3" imgW="927000" imgH="431640" progId="Equation.DSMT4">
                  <p:embed/>
                </p:oleObj>
              </mc:Choice>
              <mc:Fallback>
                <p:oleObj name="Equation" r:id="rId63" imgW="927000" imgH="431640" progId="Equation.DSMT4">
                  <p:embed/>
                  <p:pic>
                    <p:nvPicPr>
                      <p:cNvPr id="56" name="Object 55">
                        <a:extLst>
                          <a:ext uri="{FF2B5EF4-FFF2-40B4-BE49-F238E27FC236}">
                            <a16:creationId xmlns:a16="http://schemas.microsoft.com/office/drawing/2014/main" id="{CD2EB2EE-A1A5-4854-8DC4-BEFE3D2A38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5257800" y="3551904"/>
                        <a:ext cx="9271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117">
            <a:extLst>
              <a:ext uri="{FF2B5EF4-FFF2-40B4-BE49-F238E27FC236}">
                <a16:creationId xmlns:a16="http://schemas.microsoft.com/office/drawing/2014/main" id="{7246FF6E-39D7-4BDF-B298-0D1BA39404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470592"/>
              </p:ext>
            </p:extLst>
          </p:nvPr>
        </p:nvGraphicFramePr>
        <p:xfrm>
          <a:off x="4267200" y="6858000"/>
          <a:ext cx="9017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5" imgW="901440" imgH="190440" progId="Equation.DSMT4">
                  <p:embed/>
                </p:oleObj>
              </mc:Choice>
              <mc:Fallback>
                <p:oleObj name="Equation" r:id="rId65" imgW="901440" imgH="19044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DC588D4A-24A2-4C65-965C-D33409FFD6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4267200" y="6858000"/>
                        <a:ext cx="9017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E6A779E-8E48-4C42-A813-E97AA4295806}"/>
              </a:ext>
            </a:extLst>
          </p:cNvPr>
          <p:cNvCxnSpPr>
            <a:cxnSpLocks/>
          </p:cNvCxnSpPr>
          <p:nvPr/>
        </p:nvCxnSpPr>
        <p:spPr>
          <a:xfrm>
            <a:off x="3962400" y="3530733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08ED0B2-DB34-49F2-BE64-C6BFC67C63CC}"/>
              </a:ext>
            </a:extLst>
          </p:cNvPr>
          <p:cNvCxnSpPr>
            <a:cxnSpLocks/>
          </p:cNvCxnSpPr>
          <p:nvPr/>
        </p:nvCxnSpPr>
        <p:spPr>
          <a:xfrm>
            <a:off x="3969327" y="6570408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1F081B4-0A00-411B-9E90-0E69DC9F088F}"/>
              </a:ext>
            </a:extLst>
          </p:cNvPr>
          <p:cNvCxnSpPr>
            <a:cxnSpLocks/>
          </p:cNvCxnSpPr>
          <p:nvPr/>
        </p:nvCxnSpPr>
        <p:spPr>
          <a:xfrm>
            <a:off x="469392" y="7411961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F5D72BA-F764-476A-9AFC-1AC0ABD4D219}"/>
              </a:ext>
            </a:extLst>
          </p:cNvPr>
          <p:cNvCxnSpPr>
            <a:cxnSpLocks/>
          </p:cNvCxnSpPr>
          <p:nvPr/>
        </p:nvCxnSpPr>
        <p:spPr>
          <a:xfrm>
            <a:off x="469392" y="5407744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B28E9C8-C9EB-4DAE-98BF-1FDBD9F10F16}"/>
              </a:ext>
            </a:extLst>
          </p:cNvPr>
          <p:cNvCxnSpPr>
            <a:cxnSpLocks/>
          </p:cNvCxnSpPr>
          <p:nvPr/>
        </p:nvCxnSpPr>
        <p:spPr>
          <a:xfrm>
            <a:off x="457200" y="3791454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2735F2A-6CB0-45A1-BBAD-2A3439AC7ACA}"/>
              </a:ext>
            </a:extLst>
          </p:cNvPr>
          <p:cNvCxnSpPr>
            <a:cxnSpLocks/>
          </p:cNvCxnSpPr>
          <p:nvPr/>
        </p:nvCxnSpPr>
        <p:spPr>
          <a:xfrm>
            <a:off x="469392" y="1955800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84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401</Words>
  <Application>Microsoft Office PowerPoint</Application>
  <PresentationFormat>Custom</PresentationFormat>
  <Paragraphs>28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Tahoma</vt:lpstr>
      <vt:lpstr>Times New Roman</vt:lpstr>
      <vt:lpstr>Office Theme</vt:lpstr>
      <vt:lpstr>Equation</vt:lpstr>
      <vt:lpstr>MathType 7.0 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Gina Wilson</dc:creator>
  <cp:lastModifiedBy>Gina Wilson</cp:lastModifiedBy>
  <cp:revision>13</cp:revision>
  <dcterms:created xsi:type="dcterms:W3CDTF">2018-02-20T16:18:51Z</dcterms:created>
  <dcterms:modified xsi:type="dcterms:W3CDTF">2023-05-25T11:45:27Z</dcterms:modified>
</cp:coreProperties>
</file>