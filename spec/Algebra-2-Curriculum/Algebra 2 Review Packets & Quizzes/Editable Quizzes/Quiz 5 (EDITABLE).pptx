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3" autoAdjust="0"/>
    <p:restoredTop sz="94660"/>
  </p:normalViewPr>
  <p:slideViewPr>
    <p:cSldViewPr snapToGrid="0">
      <p:cViewPr varScale="1">
        <p:scale>
          <a:sx n="46" d="100"/>
          <a:sy n="46" d="100"/>
        </p:scale>
        <p:origin x="1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wmf"/><Relationship Id="rId18" Type="http://schemas.openxmlformats.org/officeDocument/2006/relationships/image" Target="../media/image39.wmf"/><Relationship Id="rId26" Type="http://schemas.openxmlformats.org/officeDocument/2006/relationships/image" Target="../media/image47.wmf"/><Relationship Id="rId3" Type="http://schemas.openxmlformats.org/officeDocument/2006/relationships/image" Target="../media/image24.wmf"/><Relationship Id="rId21" Type="http://schemas.openxmlformats.org/officeDocument/2006/relationships/image" Target="../media/image42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17" Type="http://schemas.openxmlformats.org/officeDocument/2006/relationships/image" Target="../media/image38.wmf"/><Relationship Id="rId25" Type="http://schemas.openxmlformats.org/officeDocument/2006/relationships/image" Target="../media/image46.wmf"/><Relationship Id="rId33" Type="http://schemas.openxmlformats.org/officeDocument/2006/relationships/image" Target="../media/image54.wmf"/><Relationship Id="rId2" Type="http://schemas.openxmlformats.org/officeDocument/2006/relationships/image" Target="../media/image23.wmf"/><Relationship Id="rId16" Type="http://schemas.openxmlformats.org/officeDocument/2006/relationships/image" Target="../media/image37.wmf"/><Relationship Id="rId20" Type="http://schemas.openxmlformats.org/officeDocument/2006/relationships/image" Target="../media/image41.wmf"/><Relationship Id="rId29" Type="http://schemas.openxmlformats.org/officeDocument/2006/relationships/image" Target="../media/image50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24" Type="http://schemas.openxmlformats.org/officeDocument/2006/relationships/image" Target="../media/image45.wmf"/><Relationship Id="rId32" Type="http://schemas.openxmlformats.org/officeDocument/2006/relationships/image" Target="../media/image53.wmf"/><Relationship Id="rId5" Type="http://schemas.openxmlformats.org/officeDocument/2006/relationships/image" Target="../media/image26.wmf"/><Relationship Id="rId15" Type="http://schemas.openxmlformats.org/officeDocument/2006/relationships/image" Target="../media/image36.wmf"/><Relationship Id="rId23" Type="http://schemas.openxmlformats.org/officeDocument/2006/relationships/image" Target="../media/image44.wmf"/><Relationship Id="rId28" Type="http://schemas.openxmlformats.org/officeDocument/2006/relationships/image" Target="../media/image49.wmf"/><Relationship Id="rId10" Type="http://schemas.openxmlformats.org/officeDocument/2006/relationships/image" Target="../media/image31.wmf"/><Relationship Id="rId19" Type="http://schemas.openxmlformats.org/officeDocument/2006/relationships/image" Target="../media/image40.wmf"/><Relationship Id="rId31" Type="http://schemas.openxmlformats.org/officeDocument/2006/relationships/image" Target="../media/image52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Relationship Id="rId14" Type="http://schemas.openxmlformats.org/officeDocument/2006/relationships/image" Target="../media/image35.wmf"/><Relationship Id="rId22" Type="http://schemas.openxmlformats.org/officeDocument/2006/relationships/image" Target="../media/image43.wmf"/><Relationship Id="rId27" Type="http://schemas.openxmlformats.org/officeDocument/2006/relationships/image" Target="../media/image48.wmf"/><Relationship Id="rId30" Type="http://schemas.openxmlformats.org/officeDocument/2006/relationships/image" Target="../media/image5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oleObject" Target="../embeddings/oleObject4.bin"/><Relationship Id="rId18" Type="http://schemas.openxmlformats.org/officeDocument/2006/relationships/image" Target="../media/image5.wmf"/><Relationship Id="rId26" Type="http://schemas.openxmlformats.org/officeDocument/2006/relationships/image" Target="../media/image9.wmf"/><Relationship Id="rId3" Type="http://schemas.openxmlformats.org/officeDocument/2006/relationships/image" Target="../media/image14.PNG"/><Relationship Id="rId21" Type="http://schemas.openxmlformats.org/officeDocument/2006/relationships/oleObject" Target="../embeddings/oleObject7.bin"/><Relationship Id="rId34" Type="http://schemas.openxmlformats.org/officeDocument/2006/relationships/oleObject" Target="../embeddings/oleObject13.bin"/><Relationship Id="rId7" Type="http://schemas.openxmlformats.org/officeDocument/2006/relationships/oleObject" Target="../embeddings/oleObject1.bin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5.bin"/><Relationship Id="rId25" Type="http://schemas.openxmlformats.org/officeDocument/2006/relationships/oleObject" Target="../embeddings/oleObject9.bin"/><Relationship Id="rId33" Type="http://schemas.openxmlformats.org/officeDocument/2006/relationships/image" Target="../media/image12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9.png"/><Relationship Id="rId20" Type="http://schemas.openxmlformats.org/officeDocument/2006/relationships/image" Target="../media/image6.wmf"/><Relationship Id="rId29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png"/><Relationship Id="rId11" Type="http://schemas.openxmlformats.org/officeDocument/2006/relationships/oleObject" Target="../embeddings/oleObject3.bin"/><Relationship Id="rId24" Type="http://schemas.openxmlformats.org/officeDocument/2006/relationships/image" Target="../media/image8.wmf"/><Relationship Id="rId32" Type="http://schemas.openxmlformats.org/officeDocument/2006/relationships/oleObject" Target="../embeddings/oleObject12.bin"/><Relationship Id="rId5" Type="http://schemas.openxmlformats.org/officeDocument/2006/relationships/image" Target="../media/image16.png"/><Relationship Id="rId15" Type="http://schemas.openxmlformats.org/officeDocument/2006/relationships/image" Target="../media/image18.png"/><Relationship Id="rId23" Type="http://schemas.openxmlformats.org/officeDocument/2006/relationships/oleObject" Target="../embeddings/oleObject8.bin"/><Relationship Id="rId28" Type="http://schemas.openxmlformats.org/officeDocument/2006/relationships/oleObject" Target="../embeddings/oleObject10.bin"/><Relationship Id="rId36" Type="http://schemas.openxmlformats.org/officeDocument/2006/relationships/image" Target="../media/image21.png"/><Relationship Id="rId10" Type="http://schemas.openxmlformats.org/officeDocument/2006/relationships/image" Target="../media/image2.wmf"/><Relationship Id="rId19" Type="http://schemas.openxmlformats.org/officeDocument/2006/relationships/oleObject" Target="../embeddings/oleObject6.bin"/><Relationship Id="rId31" Type="http://schemas.openxmlformats.org/officeDocument/2006/relationships/image" Target="../media/image11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4.wmf"/><Relationship Id="rId22" Type="http://schemas.openxmlformats.org/officeDocument/2006/relationships/image" Target="../media/image7.wmf"/><Relationship Id="rId27" Type="http://schemas.openxmlformats.org/officeDocument/2006/relationships/image" Target="../media/image20.png"/><Relationship Id="rId30" Type="http://schemas.openxmlformats.org/officeDocument/2006/relationships/oleObject" Target="../embeddings/oleObject11.bin"/><Relationship Id="rId35" Type="http://schemas.openxmlformats.org/officeDocument/2006/relationships/image" Target="../media/image13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oleObject" Target="../embeddings/oleObject20.bin"/><Relationship Id="rId26" Type="http://schemas.openxmlformats.org/officeDocument/2006/relationships/oleObject" Target="../embeddings/oleObject24.bin"/><Relationship Id="rId39" Type="http://schemas.openxmlformats.org/officeDocument/2006/relationships/image" Target="../media/image38.wmf"/><Relationship Id="rId21" Type="http://schemas.openxmlformats.org/officeDocument/2006/relationships/image" Target="../media/image29.wmf"/><Relationship Id="rId34" Type="http://schemas.openxmlformats.org/officeDocument/2006/relationships/oleObject" Target="../embeddings/oleObject28.bin"/><Relationship Id="rId42" Type="http://schemas.openxmlformats.org/officeDocument/2006/relationships/oleObject" Target="../embeddings/oleObject32.bin"/><Relationship Id="rId47" Type="http://schemas.openxmlformats.org/officeDocument/2006/relationships/image" Target="../media/image42.wmf"/><Relationship Id="rId50" Type="http://schemas.openxmlformats.org/officeDocument/2006/relationships/oleObject" Target="../embeddings/oleObject36.bin"/><Relationship Id="rId55" Type="http://schemas.openxmlformats.org/officeDocument/2006/relationships/image" Target="../media/image46.wmf"/><Relationship Id="rId63" Type="http://schemas.openxmlformats.org/officeDocument/2006/relationships/image" Target="../media/image50.wmf"/><Relationship Id="rId68" Type="http://schemas.openxmlformats.org/officeDocument/2006/relationships/oleObject" Target="../embeddings/oleObject45.bin"/><Relationship Id="rId7" Type="http://schemas.openxmlformats.org/officeDocument/2006/relationships/oleObject" Target="../embeddings/oleObject15.bin"/><Relationship Id="rId71" Type="http://schemas.openxmlformats.org/officeDocument/2006/relationships/image" Target="../media/image54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9.bin"/><Relationship Id="rId29" Type="http://schemas.openxmlformats.org/officeDocument/2006/relationships/image" Target="../media/image3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7.bin"/><Relationship Id="rId24" Type="http://schemas.openxmlformats.org/officeDocument/2006/relationships/oleObject" Target="../embeddings/oleObject23.bin"/><Relationship Id="rId32" Type="http://schemas.openxmlformats.org/officeDocument/2006/relationships/oleObject" Target="../embeddings/oleObject27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31.bin"/><Relationship Id="rId45" Type="http://schemas.openxmlformats.org/officeDocument/2006/relationships/image" Target="../media/image41.wmf"/><Relationship Id="rId53" Type="http://schemas.openxmlformats.org/officeDocument/2006/relationships/image" Target="../media/image45.wmf"/><Relationship Id="rId58" Type="http://schemas.openxmlformats.org/officeDocument/2006/relationships/oleObject" Target="../embeddings/oleObject40.bin"/><Relationship Id="rId66" Type="http://schemas.openxmlformats.org/officeDocument/2006/relationships/oleObject" Target="../embeddings/oleObject44.bin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oleObject" Target="../embeddings/oleObject25.bin"/><Relationship Id="rId36" Type="http://schemas.openxmlformats.org/officeDocument/2006/relationships/oleObject" Target="../embeddings/oleObject29.bin"/><Relationship Id="rId49" Type="http://schemas.openxmlformats.org/officeDocument/2006/relationships/image" Target="../media/image43.wmf"/><Relationship Id="rId57" Type="http://schemas.openxmlformats.org/officeDocument/2006/relationships/image" Target="../media/image47.wmf"/><Relationship Id="rId61" Type="http://schemas.openxmlformats.org/officeDocument/2006/relationships/image" Target="../media/image49.wmf"/><Relationship Id="rId10" Type="http://schemas.openxmlformats.org/officeDocument/2006/relationships/image" Target="../media/image24.wmf"/><Relationship Id="rId19" Type="http://schemas.openxmlformats.org/officeDocument/2006/relationships/image" Target="../media/image28.wmf"/><Relationship Id="rId31" Type="http://schemas.openxmlformats.org/officeDocument/2006/relationships/image" Target="../media/image34.wmf"/><Relationship Id="rId44" Type="http://schemas.openxmlformats.org/officeDocument/2006/relationships/oleObject" Target="../embeddings/oleObject33.bin"/><Relationship Id="rId52" Type="http://schemas.openxmlformats.org/officeDocument/2006/relationships/oleObject" Target="../embeddings/oleObject37.bin"/><Relationship Id="rId60" Type="http://schemas.openxmlformats.org/officeDocument/2006/relationships/oleObject" Target="../embeddings/oleObject41.bin"/><Relationship Id="rId65" Type="http://schemas.openxmlformats.org/officeDocument/2006/relationships/image" Target="../media/image51.wmf"/><Relationship Id="rId4" Type="http://schemas.openxmlformats.org/officeDocument/2006/relationships/image" Target="../media/image56.png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Relationship Id="rId27" Type="http://schemas.openxmlformats.org/officeDocument/2006/relationships/image" Target="../media/image32.wmf"/><Relationship Id="rId30" Type="http://schemas.openxmlformats.org/officeDocument/2006/relationships/oleObject" Target="../embeddings/oleObject26.bin"/><Relationship Id="rId35" Type="http://schemas.openxmlformats.org/officeDocument/2006/relationships/image" Target="../media/image36.wmf"/><Relationship Id="rId43" Type="http://schemas.openxmlformats.org/officeDocument/2006/relationships/image" Target="../media/image40.wmf"/><Relationship Id="rId48" Type="http://schemas.openxmlformats.org/officeDocument/2006/relationships/oleObject" Target="../embeddings/oleObject35.bin"/><Relationship Id="rId56" Type="http://schemas.openxmlformats.org/officeDocument/2006/relationships/oleObject" Target="../embeddings/oleObject39.bin"/><Relationship Id="rId64" Type="http://schemas.openxmlformats.org/officeDocument/2006/relationships/oleObject" Target="../embeddings/oleObject43.bin"/><Relationship Id="rId69" Type="http://schemas.openxmlformats.org/officeDocument/2006/relationships/image" Target="../media/image53.wmf"/><Relationship Id="rId8" Type="http://schemas.openxmlformats.org/officeDocument/2006/relationships/image" Target="../media/image23.wmf"/><Relationship Id="rId51" Type="http://schemas.openxmlformats.org/officeDocument/2006/relationships/image" Target="../media/image44.wmf"/><Relationship Id="rId3" Type="http://schemas.openxmlformats.org/officeDocument/2006/relationships/image" Target="../media/image55.PNG"/><Relationship Id="rId12" Type="http://schemas.openxmlformats.org/officeDocument/2006/relationships/image" Target="../media/image25.wmf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33" Type="http://schemas.openxmlformats.org/officeDocument/2006/relationships/image" Target="../media/image35.wmf"/><Relationship Id="rId38" Type="http://schemas.openxmlformats.org/officeDocument/2006/relationships/oleObject" Target="../embeddings/oleObject30.bin"/><Relationship Id="rId46" Type="http://schemas.openxmlformats.org/officeDocument/2006/relationships/oleObject" Target="../embeddings/oleObject34.bin"/><Relationship Id="rId59" Type="http://schemas.openxmlformats.org/officeDocument/2006/relationships/image" Target="../media/image48.wmf"/><Relationship Id="rId67" Type="http://schemas.openxmlformats.org/officeDocument/2006/relationships/image" Target="../media/image52.wmf"/><Relationship Id="rId20" Type="http://schemas.openxmlformats.org/officeDocument/2006/relationships/oleObject" Target="../embeddings/oleObject21.bin"/><Relationship Id="rId41" Type="http://schemas.openxmlformats.org/officeDocument/2006/relationships/image" Target="../media/image39.wmf"/><Relationship Id="rId54" Type="http://schemas.openxmlformats.org/officeDocument/2006/relationships/oleObject" Target="../embeddings/oleObject38.bin"/><Relationship Id="rId62" Type="http://schemas.openxmlformats.org/officeDocument/2006/relationships/oleObject" Target="../embeddings/oleObject42.bin"/><Relationship Id="rId70" Type="http://schemas.openxmlformats.org/officeDocument/2006/relationships/oleObject" Target="../embeddings/oleObject4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E004E009-7DB2-4860-ABB7-0F9212FD16A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8077200"/>
            <a:ext cx="1521460" cy="152146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4D78618-0FD2-49CB-BACA-BB6CFA85B75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8077200"/>
            <a:ext cx="1521460" cy="152146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7C72A324-5026-405F-9E76-85EF83079CE7}"/>
              </a:ext>
            </a:extLst>
          </p:cNvPr>
          <p:cNvSpPr/>
          <p:nvPr/>
        </p:nvSpPr>
        <p:spPr>
          <a:xfrm>
            <a:off x="403302" y="2600094"/>
            <a:ext cx="34499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1. Which equation best represents this graph?</a:t>
            </a:r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6FE8739-8FE7-4024-9293-295EBFF9063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971800"/>
            <a:ext cx="1880870" cy="1880870"/>
          </a:xfrm>
          <a:prstGeom prst="rect">
            <a:avLst/>
          </a:prstGeom>
        </p:spPr>
      </p:pic>
      <p:sp>
        <p:nvSpPr>
          <p:cNvPr id="56" name="Text Box 11">
            <a:extLst>
              <a:ext uri="{FF2B5EF4-FFF2-40B4-BE49-F238E27FC236}">
                <a16:creationId xmlns:a16="http://schemas.microsoft.com/office/drawing/2014/main" id="{CFB9D2D4-2A7E-4A5E-8B13-A9B24A50B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953000"/>
            <a:ext cx="317754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Box 11">
            <a:extLst>
              <a:ext uri="{FF2B5EF4-FFF2-40B4-BE49-F238E27FC236}">
                <a16:creationId xmlns:a16="http://schemas.microsoft.com/office/drawing/2014/main" id="{86593BCC-F5C6-4695-B04C-45C535193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667000"/>
            <a:ext cx="317754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Box 11">
            <a:extLst>
              <a:ext uri="{FF2B5EF4-FFF2-40B4-BE49-F238E27FC236}">
                <a16:creationId xmlns:a16="http://schemas.microsoft.com/office/drawing/2014/main" id="{5C076FAA-B05A-45D4-9638-E58E84AB6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715000"/>
            <a:ext cx="317754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C.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4E682EDD-D4F9-442B-A865-C26381E1B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038079"/>
              </p:ext>
            </p:extLst>
          </p:nvPr>
        </p:nvGraphicFramePr>
        <p:xfrm>
          <a:off x="914400" y="4988168"/>
          <a:ext cx="800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Equation" r:id="rId7" imgW="799920" imgH="253800" progId="Equation.DSMT4">
                  <p:embed/>
                </p:oleObj>
              </mc:Choice>
              <mc:Fallback>
                <p:oleObj name="Equation" r:id="rId7" imgW="799920" imgH="2538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50D4FD6-3570-4AA2-A868-06669D3E6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4988168"/>
                        <a:ext cx="800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2589CF56-CBB4-4241-A339-74CE2E3A4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593952"/>
              </p:ext>
            </p:extLst>
          </p:nvPr>
        </p:nvGraphicFramePr>
        <p:xfrm>
          <a:off x="888024" y="5383824"/>
          <a:ext cx="812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1" name="Equation" r:id="rId9" imgW="812520" imgH="241200" progId="Equation.DSMT4">
                  <p:embed/>
                </p:oleObj>
              </mc:Choice>
              <mc:Fallback>
                <p:oleObj name="Equation" r:id="rId9" imgW="812520" imgH="2412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D2A0763-41E8-475B-BF89-914D9C2AB6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8024" y="5383824"/>
                        <a:ext cx="812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768F75AD-4555-4EAD-8245-A742FB484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273383"/>
              </p:ext>
            </p:extLst>
          </p:nvPr>
        </p:nvGraphicFramePr>
        <p:xfrm>
          <a:off x="2353408" y="4920760"/>
          <a:ext cx="1104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11" imgW="1104840" imgH="368280" progId="Equation.DSMT4">
                  <p:embed/>
                </p:oleObj>
              </mc:Choice>
              <mc:Fallback>
                <p:oleObj name="Equation" r:id="rId11" imgW="1104840" imgH="36828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F2C6833C-4466-42FF-803F-95D96A7C6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53408" y="4920760"/>
                        <a:ext cx="1104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A23499B9-C4AD-4168-8E22-EC81456AEF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009014"/>
              </p:ext>
            </p:extLst>
          </p:nvPr>
        </p:nvGraphicFramePr>
        <p:xfrm>
          <a:off x="2344616" y="5292968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13" imgW="850680" imgH="431640" progId="Equation.DSMT4">
                  <p:embed/>
                </p:oleObj>
              </mc:Choice>
              <mc:Fallback>
                <p:oleObj name="Equation" r:id="rId13" imgW="850680" imgH="43164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46BDBFB7-07C1-4962-9939-E754336B9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44616" y="5292968"/>
                        <a:ext cx="850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246A2EC4-892E-475A-807F-232930742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940792"/>
              </p:ext>
            </p:extLst>
          </p:nvPr>
        </p:nvGraphicFramePr>
        <p:xfrm>
          <a:off x="389792" y="5823440"/>
          <a:ext cx="3429000" cy="385572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 Which graph represents the function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</a:t>
                      </a:r>
                      <a:r>
                        <a:rPr lang="en-US" sz="1100" b="1" baseline="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4" name="Picture 63">
            <a:extLst>
              <a:ext uri="{FF2B5EF4-FFF2-40B4-BE49-F238E27FC236}">
                <a16:creationId xmlns:a16="http://schemas.microsoft.com/office/drawing/2014/main" id="{94061484-4315-4527-A610-651F8799AA04}"/>
              </a:ext>
            </a:extLst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477000"/>
            <a:ext cx="1521460" cy="152146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5481328-A490-43B4-8FCF-E506687ED83B}"/>
              </a:ext>
            </a:extLst>
          </p:cNvPr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6477000"/>
            <a:ext cx="1521460" cy="152146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181808C4-2ACC-43C3-8449-CDB848E2A738}"/>
              </a:ext>
            </a:extLst>
          </p:cNvPr>
          <p:cNvSpPr/>
          <p:nvPr/>
        </p:nvSpPr>
        <p:spPr>
          <a:xfrm>
            <a:off x="483576" y="64770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A.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021B57-2819-4829-BBD7-6DD15E16E590}"/>
              </a:ext>
            </a:extLst>
          </p:cNvPr>
          <p:cNvSpPr/>
          <p:nvPr/>
        </p:nvSpPr>
        <p:spPr>
          <a:xfrm>
            <a:off x="2168768" y="6477000"/>
            <a:ext cx="32573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B.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AFA7D19-537E-40B1-AEB4-0E05FB1126BE}"/>
              </a:ext>
            </a:extLst>
          </p:cNvPr>
          <p:cNvSpPr/>
          <p:nvPr/>
        </p:nvSpPr>
        <p:spPr>
          <a:xfrm>
            <a:off x="492368" y="8077200"/>
            <a:ext cx="32412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C.</a:t>
            </a: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21F6ABE-E768-4E90-8695-DD7B2219D396}"/>
              </a:ext>
            </a:extLst>
          </p:cNvPr>
          <p:cNvSpPr/>
          <p:nvPr/>
        </p:nvSpPr>
        <p:spPr>
          <a:xfrm>
            <a:off x="2177560" y="8100648"/>
            <a:ext cx="3369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D.</a:t>
            </a:r>
            <a:endParaRPr lang="en-US" dirty="0"/>
          </a:p>
        </p:txBody>
      </p:sp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68173C3C-DD49-4503-B187-144314FB1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522559"/>
              </p:ext>
            </p:extLst>
          </p:nvPr>
        </p:nvGraphicFramePr>
        <p:xfrm>
          <a:off x="685800" y="5993424"/>
          <a:ext cx="1130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17" imgW="1130040" imgH="241200" progId="Equation.DSMT4">
                  <p:embed/>
                </p:oleObj>
              </mc:Choice>
              <mc:Fallback>
                <p:oleObj name="Equation" r:id="rId17" imgW="1130040" imgH="2412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3D5AFC11-AC7E-4F2D-B612-7466BEB78E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5800" y="5993424"/>
                        <a:ext cx="1130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D1F63254-B8F2-492F-A7CD-29F51DDBE5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368052"/>
              </p:ext>
            </p:extLst>
          </p:nvPr>
        </p:nvGraphicFramePr>
        <p:xfrm>
          <a:off x="4360984" y="2649416"/>
          <a:ext cx="97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5" name="Equation" r:id="rId19" imgW="977760" imgH="368280" progId="Equation.DSMT4">
                  <p:embed/>
                </p:oleObj>
              </mc:Choice>
              <mc:Fallback>
                <p:oleObj name="Equation" r:id="rId19" imgW="977760" imgH="3682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04CA2C69-82AC-4E1C-8D59-0E6E79987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60984" y="2649416"/>
                        <a:ext cx="977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59725CEF-98C4-48DF-875E-32CB60E41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934179"/>
              </p:ext>
            </p:extLst>
          </p:nvPr>
        </p:nvGraphicFramePr>
        <p:xfrm>
          <a:off x="4360984" y="3039208"/>
          <a:ext cx="97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" name="Equation" r:id="rId21" imgW="977760" imgH="368280" progId="Equation.DSMT4">
                  <p:embed/>
                </p:oleObj>
              </mc:Choice>
              <mc:Fallback>
                <p:oleObj name="Equation" r:id="rId21" imgW="977760" imgH="3682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3BAC8C4B-A444-44AD-AA52-0B727E57A2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60984" y="3039208"/>
                        <a:ext cx="977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C620EA8F-415E-4420-ABC4-26F8D758F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129950"/>
              </p:ext>
            </p:extLst>
          </p:nvPr>
        </p:nvGraphicFramePr>
        <p:xfrm>
          <a:off x="5799992" y="2649416"/>
          <a:ext cx="97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7" name="Equation" r:id="rId23" imgW="977760" imgH="368280" progId="Equation.DSMT4">
                  <p:embed/>
                </p:oleObj>
              </mc:Choice>
              <mc:Fallback>
                <p:oleObj name="Equation" r:id="rId23" imgW="977760" imgH="3682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1872AF8A-87BC-4EE8-BD76-DFD53F1AD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99992" y="2649416"/>
                        <a:ext cx="977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818BFB64-8BE1-48F2-B3A6-5C47855B1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777521"/>
              </p:ext>
            </p:extLst>
          </p:nvPr>
        </p:nvGraphicFramePr>
        <p:xfrm>
          <a:off x="5799992" y="3039208"/>
          <a:ext cx="977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8" name="Equation" r:id="rId25" imgW="977760" imgH="368280" progId="Equation.DSMT4">
                  <p:embed/>
                </p:oleObj>
              </mc:Choice>
              <mc:Fallback>
                <p:oleObj name="Equation" r:id="rId25" imgW="977760" imgH="3682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F8733E2A-930F-4E78-B148-163E4D815A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99992" y="3039208"/>
                        <a:ext cx="977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06025F11-8633-4D8F-BCA6-FA6E1BCCB831}"/>
              </a:ext>
            </a:extLst>
          </p:cNvPr>
          <p:cNvSpPr/>
          <p:nvPr/>
        </p:nvSpPr>
        <p:spPr>
          <a:xfrm>
            <a:off x="3903784" y="3478824"/>
            <a:ext cx="349166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 Which equation best represents this graph?</a:t>
            </a:r>
            <a:endParaRPr lang="en-US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62D7DAFD-63F9-4F12-B829-08EDA7E493CF}"/>
              </a:ext>
            </a:extLst>
          </p:cNvPr>
          <p:cNvPicPr/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733800"/>
            <a:ext cx="1813560" cy="1813560"/>
          </a:xfrm>
          <a:prstGeom prst="rect">
            <a:avLst/>
          </a:prstGeom>
        </p:spPr>
      </p:pic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E38F76F3-8F57-475B-8D68-70A1D81CB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838079"/>
              </p:ext>
            </p:extLst>
          </p:nvPr>
        </p:nvGraphicFramePr>
        <p:xfrm>
          <a:off x="4469424" y="5750168"/>
          <a:ext cx="1066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9" name="Equation" r:id="rId28" imgW="1066680" imgH="241200" progId="Equation.DSMT4">
                  <p:embed/>
                </p:oleObj>
              </mc:Choice>
              <mc:Fallback>
                <p:oleObj name="Equation" r:id="rId28" imgW="1066680" imgH="24120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2180FF2F-DD11-4DBD-A1DC-F818F5EA6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469424" y="5750168"/>
                        <a:ext cx="1066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70E70E62-7D03-4F21-91B3-711525E60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32862"/>
              </p:ext>
            </p:extLst>
          </p:nvPr>
        </p:nvGraphicFramePr>
        <p:xfrm>
          <a:off x="4469424" y="6139960"/>
          <a:ext cx="1066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0" name="Equation" r:id="rId30" imgW="1066680" imgH="241200" progId="Equation.DSMT4">
                  <p:embed/>
                </p:oleObj>
              </mc:Choice>
              <mc:Fallback>
                <p:oleObj name="Equation" r:id="rId30" imgW="1066680" imgH="2412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AF297FA4-81B9-4B03-9A22-06CF0D2EBF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469424" y="6139960"/>
                        <a:ext cx="1066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FF786B30-C1AF-4767-8E41-C090DBD34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207372"/>
              </p:ext>
            </p:extLst>
          </p:nvPr>
        </p:nvGraphicFramePr>
        <p:xfrm>
          <a:off x="5876192" y="5764824"/>
          <a:ext cx="1320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1" name="Equation" r:id="rId32" imgW="1320480" imgH="228600" progId="Equation.DSMT4">
                  <p:embed/>
                </p:oleObj>
              </mc:Choice>
              <mc:Fallback>
                <p:oleObj name="Equation" r:id="rId32" imgW="1320480" imgH="22860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8ACFC47F-EFDA-4178-8952-62824C4655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876192" y="5764824"/>
                        <a:ext cx="1320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E982D445-9732-414D-AB79-447A43182C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476597"/>
              </p:ext>
            </p:extLst>
          </p:nvPr>
        </p:nvGraphicFramePr>
        <p:xfrm>
          <a:off x="5876192" y="6163408"/>
          <a:ext cx="1320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2" name="Equation" r:id="rId34" imgW="1320480" imgH="228600" progId="Equation.DSMT4">
                  <p:embed/>
                </p:oleObj>
              </mc:Choice>
              <mc:Fallback>
                <p:oleObj name="Equation" r:id="rId34" imgW="1320480" imgH="22860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D315BF19-EA6D-4D41-AF23-A41B9D955D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876192" y="6163408"/>
                        <a:ext cx="1320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47AF8B38-773A-49E5-9294-62099E3F52B5}"/>
              </a:ext>
            </a:extLst>
          </p:cNvPr>
          <p:cNvSpPr/>
          <p:nvPr/>
        </p:nvSpPr>
        <p:spPr>
          <a:xfrm>
            <a:off x="3921369" y="6553200"/>
            <a:ext cx="354623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5.  The graph of a function is shown below.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Which family could this function belong to?</a:t>
            </a:r>
            <a:endParaRPr lang="en-US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605CD74-1920-413F-9F3D-EB5002FE9AF2}"/>
              </a:ext>
            </a:extLst>
          </p:cNvPr>
          <p:cNvGrpSpPr/>
          <p:nvPr/>
        </p:nvGrpSpPr>
        <p:grpSpPr>
          <a:xfrm>
            <a:off x="4648200" y="6934200"/>
            <a:ext cx="2171347" cy="2069465"/>
            <a:chOff x="0" y="0"/>
            <a:chExt cx="2171347" cy="2069686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1D6D75A-398C-48E7-A1C9-E0F110B3754A}"/>
                </a:ext>
              </a:extLst>
            </p:cNvPr>
            <p:cNvCxnSpPr/>
            <p:nvPr/>
          </p:nvCxnSpPr>
          <p:spPr>
            <a:xfrm>
              <a:off x="972025" y="218661"/>
              <a:ext cx="0" cy="185102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A899802-B4E0-406A-8185-E4BF2FD62435}"/>
                </a:ext>
              </a:extLst>
            </p:cNvPr>
            <p:cNvCxnSpPr/>
            <p:nvPr/>
          </p:nvCxnSpPr>
          <p:spPr>
            <a:xfrm rot="16200000">
              <a:off x="925643" y="198783"/>
              <a:ext cx="0" cy="1851285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/>
              <a:tailEnd type="stealth"/>
            </a:ln>
            <a:effectLst/>
          </p:spPr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BEA93B3-6028-43FE-AE03-14B728D2476E}"/>
                </a:ext>
              </a:extLst>
            </p:cNvPr>
            <p:cNvGrpSpPr/>
            <p:nvPr/>
          </p:nvGrpSpPr>
          <p:grpSpPr>
            <a:xfrm>
              <a:off x="329295" y="205409"/>
              <a:ext cx="1083883" cy="1738660"/>
              <a:chOff x="0" y="115083"/>
              <a:chExt cx="1084073" cy="1739187"/>
            </a:xfrm>
          </p:grpSpPr>
          <p:sp>
            <p:nvSpPr>
              <p:cNvPr id="88" name="Freeform 79">
                <a:extLst>
                  <a:ext uri="{FF2B5EF4-FFF2-40B4-BE49-F238E27FC236}">
                    <a16:creationId xmlns:a16="http://schemas.microsoft.com/office/drawing/2014/main" id="{AF1AA737-A2CC-4842-93EF-67D6EEEEF492}"/>
                  </a:ext>
                </a:extLst>
              </p:cNvPr>
              <p:cNvSpPr/>
              <p:nvPr/>
            </p:nvSpPr>
            <p:spPr>
              <a:xfrm rot="2584735">
                <a:off x="262042" y="115083"/>
                <a:ext cx="822031" cy="1241909"/>
              </a:xfrm>
              <a:custGeom>
                <a:avLst/>
                <a:gdLst>
                  <a:gd name="connsiteX0" fmla="*/ 34069 w 388129"/>
                  <a:gd name="connsiteY0" fmla="*/ 461818 h 461818"/>
                  <a:gd name="connsiteX1" fmla="*/ 34069 w 388129"/>
                  <a:gd name="connsiteY1" fmla="*/ 335588 h 461818"/>
                  <a:gd name="connsiteX2" fmla="*/ 388129 w 388129"/>
                  <a:gd name="connsiteY2" fmla="*/ 0 h 46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8129" h="461818">
                    <a:moveTo>
                      <a:pt x="34069" y="461818"/>
                    </a:moveTo>
                    <a:cubicBezTo>
                      <a:pt x="4564" y="437188"/>
                      <a:pt x="-24941" y="412558"/>
                      <a:pt x="34069" y="335588"/>
                    </a:cubicBezTo>
                    <a:cubicBezTo>
                      <a:pt x="93079" y="258618"/>
                      <a:pt x="240604" y="129309"/>
                      <a:pt x="388129" y="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stealth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E7AC8077-1BB4-4FA8-BC11-BD042B2D3F27}"/>
                  </a:ext>
                </a:extLst>
              </p:cNvPr>
              <p:cNvCxnSpPr/>
              <p:nvPr/>
            </p:nvCxnSpPr>
            <p:spPr>
              <a:xfrm>
                <a:off x="0" y="952185"/>
                <a:ext cx="0" cy="902085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tailEnd type="stealth"/>
              </a:ln>
              <a:effectLst/>
            </p:spPr>
          </p:cxnSp>
        </p:grpSp>
        <p:sp>
          <p:nvSpPr>
            <p:cNvPr id="86" name="Text Box 35">
              <a:extLst>
                <a:ext uri="{FF2B5EF4-FFF2-40B4-BE49-F238E27FC236}">
                  <a16:creationId xmlns:a16="http://schemas.microsoft.com/office/drawing/2014/main" id="{40674B41-59D8-47FD-B68D-1C7CF3C4D771}"/>
                </a:ext>
              </a:extLst>
            </p:cNvPr>
            <p:cNvSpPr txBox="1"/>
            <p:nvPr/>
          </p:nvSpPr>
          <p:spPr>
            <a:xfrm>
              <a:off x="1840043" y="987287"/>
              <a:ext cx="331304" cy="27166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Text Box 36">
              <a:extLst>
                <a:ext uri="{FF2B5EF4-FFF2-40B4-BE49-F238E27FC236}">
                  <a16:creationId xmlns:a16="http://schemas.microsoft.com/office/drawing/2014/main" id="{E85377AA-60B1-49AF-985A-8302ABFAE4FA}"/>
                </a:ext>
              </a:extLst>
            </p:cNvPr>
            <p:cNvSpPr txBox="1"/>
            <p:nvPr/>
          </p:nvSpPr>
          <p:spPr>
            <a:xfrm>
              <a:off x="812999" y="0"/>
              <a:ext cx="463826" cy="27114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0" lang="en-US" sz="1000" b="0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0" name="Text Box 26">
            <a:extLst>
              <a:ext uri="{FF2B5EF4-FFF2-40B4-BE49-F238E27FC236}">
                <a16:creationId xmlns:a16="http://schemas.microsoft.com/office/drawing/2014/main" id="{96627B83-AA63-4BE4-A794-9FB7F569A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8991600"/>
            <a:ext cx="2780665" cy="596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Square Root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Logarithmic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Rational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13523F-4569-4877-8142-A5D5868B3DDF}"/>
              </a:ext>
            </a:extLst>
          </p:cNvPr>
          <p:cNvCxnSpPr>
            <a:cxnSpLocks/>
          </p:cNvCxnSpPr>
          <p:nvPr/>
        </p:nvCxnSpPr>
        <p:spPr>
          <a:xfrm>
            <a:off x="461771" y="575016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64B12FB-5A9B-40C5-9B33-618A2A94CA1C}"/>
              </a:ext>
            </a:extLst>
          </p:cNvPr>
          <p:cNvCxnSpPr>
            <a:cxnSpLocks/>
          </p:cNvCxnSpPr>
          <p:nvPr/>
        </p:nvCxnSpPr>
        <p:spPr>
          <a:xfrm>
            <a:off x="3954779" y="347882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E30A414-F8B0-4C07-9113-7221A25857F8}"/>
              </a:ext>
            </a:extLst>
          </p:cNvPr>
          <p:cNvCxnSpPr>
            <a:cxnSpLocks/>
          </p:cNvCxnSpPr>
          <p:nvPr/>
        </p:nvCxnSpPr>
        <p:spPr>
          <a:xfrm>
            <a:off x="3960463" y="650604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978A30B2-31D5-473A-9EA1-2BEFDA3CBC3F}"/>
              </a:ext>
            </a:extLst>
          </p:cNvPr>
          <p:cNvSpPr/>
          <p:nvPr/>
        </p:nvSpPr>
        <p:spPr>
          <a:xfrm>
            <a:off x="3903784" y="439616"/>
            <a:ext cx="34499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3. Which equation best represents this graph?</a:t>
            </a:r>
            <a:endParaRPr lang="en-US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1A0AF4-F6C1-4A4D-B6CF-2C356F86B5DA}"/>
              </a:ext>
            </a:extLst>
          </p:cNvPr>
          <p:cNvPicPr/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762000"/>
            <a:ext cx="1880870" cy="188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23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9840CA87-8D61-47A4-9D9D-B23FFB31E83D}"/>
              </a:ext>
            </a:extLst>
          </p:cNvPr>
          <p:cNvSpPr/>
          <p:nvPr/>
        </p:nvSpPr>
        <p:spPr>
          <a:xfrm>
            <a:off x="4495800" y="8001000"/>
            <a:ext cx="1066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5AAD909-0C30-4401-BAAB-D697388B437E}"/>
              </a:ext>
            </a:extLst>
          </p:cNvPr>
          <p:cNvSpPr/>
          <p:nvPr/>
        </p:nvSpPr>
        <p:spPr>
          <a:xfrm>
            <a:off x="4648200" y="4495800"/>
            <a:ext cx="1600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F478716-72CC-474A-9CB7-99E6829F19C0}"/>
              </a:ext>
            </a:extLst>
          </p:cNvPr>
          <p:cNvSpPr/>
          <p:nvPr/>
        </p:nvSpPr>
        <p:spPr>
          <a:xfrm>
            <a:off x="5638800" y="3810000"/>
            <a:ext cx="685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9B5539-4460-44E3-AED1-F4CEE32D027B}"/>
              </a:ext>
            </a:extLst>
          </p:cNvPr>
          <p:cNvSpPr/>
          <p:nvPr/>
        </p:nvSpPr>
        <p:spPr>
          <a:xfrm>
            <a:off x="4495800" y="1408044"/>
            <a:ext cx="1676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97A9762-6897-4943-B451-2D2C088A6EDD}"/>
              </a:ext>
            </a:extLst>
          </p:cNvPr>
          <p:cNvSpPr/>
          <p:nvPr/>
        </p:nvSpPr>
        <p:spPr>
          <a:xfrm>
            <a:off x="2057400" y="8229600"/>
            <a:ext cx="533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28B7D26-C0E9-45D0-B0EA-38FEC240C87F}"/>
              </a:ext>
            </a:extLst>
          </p:cNvPr>
          <p:cNvSpPr/>
          <p:nvPr/>
        </p:nvSpPr>
        <p:spPr>
          <a:xfrm>
            <a:off x="533400" y="5410200"/>
            <a:ext cx="1752600" cy="1905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448F823-BCE2-4B08-8043-9E037971A8E4}"/>
              </a:ext>
            </a:extLst>
          </p:cNvPr>
          <p:cNvSpPr/>
          <p:nvPr/>
        </p:nvSpPr>
        <p:spPr>
          <a:xfrm>
            <a:off x="3048000" y="6096000"/>
            <a:ext cx="5334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4BF7E6-3490-409B-94E1-2BDBA9B6C820}"/>
              </a:ext>
            </a:extLst>
          </p:cNvPr>
          <p:cNvSpPr/>
          <p:nvPr/>
        </p:nvSpPr>
        <p:spPr>
          <a:xfrm>
            <a:off x="1066800" y="3352800"/>
            <a:ext cx="83820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C7C5468-1481-4C63-9BEE-DED837812FE6}"/>
              </a:ext>
            </a:extLst>
          </p:cNvPr>
          <p:cNvSpPr/>
          <p:nvPr/>
        </p:nvSpPr>
        <p:spPr>
          <a:xfrm>
            <a:off x="609600" y="914400"/>
            <a:ext cx="19050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5F93BA6D-6A33-4229-B519-2AEDF9FB3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60555"/>
              </p:ext>
            </p:extLst>
          </p:nvPr>
        </p:nvGraphicFramePr>
        <p:xfrm>
          <a:off x="389792" y="483576"/>
          <a:ext cx="3496408" cy="578358"/>
        </p:xfrm>
        <a:graphic>
          <a:graphicData uri="http://schemas.openxmlformats.org/drawingml/2006/table">
            <a:tbl>
              <a:tblPr/>
              <a:tblGrid>
                <a:gridCol w="349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  The graph of a 4</a:t>
                      </a:r>
                      <a:r>
                        <a:rPr lang="en-US" sz="1100" b="1" baseline="300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-degree polynomial is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shown.  How many real zeros does this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function have?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4" name="Picture 83">
            <a:extLst>
              <a:ext uri="{FF2B5EF4-FFF2-40B4-BE49-F238E27FC236}">
                <a16:creationId xmlns:a16="http://schemas.microsoft.com/office/drawing/2014/main" id="{FE133BCD-7CA4-46CB-A647-D55809C5E66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66800"/>
            <a:ext cx="1880870" cy="1880870"/>
          </a:xfrm>
          <a:prstGeom prst="rect">
            <a:avLst/>
          </a:prstGeom>
        </p:spPr>
      </p:pic>
      <p:sp>
        <p:nvSpPr>
          <p:cNvPr id="85" name="Text Box 39">
            <a:extLst>
              <a:ext uri="{FF2B5EF4-FFF2-40B4-BE49-F238E27FC236}">
                <a16:creationId xmlns:a16="http://schemas.microsoft.com/office/drawing/2014/main" id="{471EC0ED-E065-4A3B-82FB-8775C0904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295400"/>
            <a:ext cx="735330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95A8271-006B-44C6-9D1D-DB14AB174210}"/>
              </a:ext>
            </a:extLst>
          </p:cNvPr>
          <p:cNvSpPr/>
          <p:nvPr/>
        </p:nvSpPr>
        <p:spPr>
          <a:xfrm>
            <a:off x="430824" y="2927840"/>
            <a:ext cx="33791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7.  Which of the following functions has a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range of all real numbers?</a:t>
            </a:r>
            <a:endParaRPr lang="en-US" dirty="0"/>
          </a:p>
        </p:txBody>
      </p:sp>
      <p:sp>
        <p:nvSpPr>
          <p:cNvPr id="87" name="Text Box 41">
            <a:extLst>
              <a:ext uri="{FF2B5EF4-FFF2-40B4-BE49-F238E27FC236}">
                <a16:creationId xmlns:a16="http://schemas.microsoft.com/office/drawing/2014/main" id="{70007EAD-0499-4EEA-B7B0-1DE70BD09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657600"/>
            <a:ext cx="1974215" cy="133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84E5AC13-25A4-4AB9-BAC2-95A97277A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44294"/>
              </p:ext>
            </p:extLst>
          </p:nvPr>
        </p:nvGraphicFramePr>
        <p:xfrm>
          <a:off x="990600" y="3733800"/>
          <a:ext cx="850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4" name="Equation" r:id="rId5" imgW="850680" imgH="241200" progId="Equation.DSMT4">
                  <p:embed/>
                </p:oleObj>
              </mc:Choice>
              <mc:Fallback>
                <p:oleObj name="Equation" r:id="rId5" imgW="850680" imgH="24120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48BF1CD0-25DD-4F57-9AD1-DA1C23656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0600" y="3733800"/>
                        <a:ext cx="850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C84BF5D7-AD92-4238-BE7C-D14F84A4B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464394"/>
              </p:ext>
            </p:extLst>
          </p:nvPr>
        </p:nvGraphicFramePr>
        <p:xfrm>
          <a:off x="981808" y="4015152"/>
          <a:ext cx="901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5" name="Equation" r:id="rId7" imgW="901440" imgH="253800" progId="Equation.DSMT4">
                  <p:embed/>
                </p:oleObj>
              </mc:Choice>
              <mc:Fallback>
                <p:oleObj name="Equation" r:id="rId7" imgW="901440" imgH="25380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2D36833-DB5A-48AE-8419-59744D9284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1808" y="4015152"/>
                        <a:ext cx="901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B308E004-559F-482F-A197-C5E0D6AD0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369248"/>
              </p:ext>
            </p:extLst>
          </p:nvPr>
        </p:nvGraphicFramePr>
        <p:xfrm>
          <a:off x="973016" y="4352192"/>
          <a:ext cx="787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6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B9FCB4C-7877-438F-A64B-595554FCF7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3016" y="4352192"/>
                        <a:ext cx="787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EC08AB8D-60A8-4673-B366-35884D556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86788"/>
              </p:ext>
            </p:extLst>
          </p:nvPr>
        </p:nvGraphicFramePr>
        <p:xfrm>
          <a:off x="990600" y="4648200"/>
          <a:ext cx="800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7" name="Equation" r:id="rId11" imgW="799920" imgH="228600" progId="Equation.DSMT4">
                  <p:embed/>
                </p:oleObj>
              </mc:Choice>
              <mc:Fallback>
                <p:oleObj name="Equation" r:id="rId11" imgW="799920" imgH="22860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DB071868-1FFE-4FA7-B0B2-1548377692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0600" y="4648200"/>
                        <a:ext cx="800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7128F878-1D9E-4716-97EB-58401C3D46D5}"/>
              </a:ext>
            </a:extLst>
          </p:cNvPr>
          <p:cNvSpPr/>
          <p:nvPr/>
        </p:nvSpPr>
        <p:spPr>
          <a:xfrm>
            <a:off x="407376" y="4935416"/>
            <a:ext cx="35550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8.  The graph of a function is shown below.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Which function belongs to this same family?</a:t>
            </a:r>
            <a:endParaRPr lang="en-US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F835A7B0-563B-4317-BD01-1CD3773FBAA2}"/>
              </a:ext>
            </a:extLst>
          </p:cNvPr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88" y="5562600"/>
            <a:ext cx="1709420" cy="1709420"/>
          </a:xfrm>
          <a:prstGeom prst="rect">
            <a:avLst/>
          </a:prstGeom>
        </p:spPr>
      </p:pic>
      <p:sp>
        <p:nvSpPr>
          <p:cNvPr id="94" name="Text Box 44">
            <a:extLst>
              <a:ext uri="{FF2B5EF4-FFF2-40B4-BE49-F238E27FC236}">
                <a16:creationId xmlns:a16="http://schemas.microsoft.com/office/drawing/2014/main" id="{AD25645B-D62F-43FD-BA9E-C8AE73A76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784" y="5715000"/>
            <a:ext cx="1547448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E2C02961-563D-4D61-A446-FF37A7953A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10115"/>
              </p:ext>
            </p:extLst>
          </p:nvPr>
        </p:nvGraphicFramePr>
        <p:xfrm>
          <a:off x="2672864" y="5782408"/>
          <a:ext cx="1193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8" name="Equation" r:id="rId14" imgW="1193760" imgH="253800" progId="Equation.DSMT4">
                  <p:embed/>
                </p:oleObj>
              </mc:Choice>
              <mc:Fallback>
                <p:oleObj name="Equation" r:id="rId14" imgW="1193760" imgH="25380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277C2B52-139C-45FC-B1CC-0A4240579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2864" y="5782408"/>
                        <a:ext cx="1193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7DEF7261-6D6E-47F4-804C-746867BD2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504103"/>
              </p:ext>
            </p:extLst>
          </p:nvPr>
        </p:nvGraphicFramePr>
        <p:xfrm>
          <a:off x="2667000" y="6113584"/>
          <a:ext cx="1066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9" name="Equation" r:id="rId16" imgW="1066680" imgH="228600" progId="Equation.DSMT4">
                  <p:embed/>
                </p:oleObj>
              </mc:Choice>
              <mc:Fallback>
                <p:oleObj name="Equation" r:id="rId16" imgW="1066680" imgH="22860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C9103E30-5BE2-4782-B5F1-52EEBE28F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67000" y="6113584"/>
                        <a:ext cx="1066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DCEF2414-5522-4E14-B02A-3E24057924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695100"/>
              </p:ext>
            </p:extLst>
          </p:nvPr>
        </p:nvGraphicFramePr>
        <p:xfrm>
          <a:off x="2667000" y="6400800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0" name="Equation" r:id="rId18" imgW="888840" imgH="228600" progId="Equation.DSMT4">
                  <p:embed/>
                </p:oleObj>
              </mc:Choice>
              <mc:Fallback>
                <p:oleObj name="Equation" r:id="rId18" imgW="888840" imgH="22860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F2DC9121-88F4-435B-8456-A8DFD3C33B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67000" y="6400800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CDF5B9F7-0870-45AF-9896-8319FC1F8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145676"/>
              </p:ext>
            </p:extLst>
          </p:nvPr>
        </p:nvGraphicFramePr>
        <p:xfrm>
          <a:off x="2631832" y="6705600"/>
          <a:ext cx="1295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" name="Equation" r:id="rId20" imgW="1295280" imgH="228600" progId="Equation.DSMT4">
                  <p:embed/>
                </p:oleObj>
              </mc:Choice>
              <mc:Fallback>
                <p:oleObj name="Equation" r:id="rId20" imgW="1295280" imgH="2286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C6B926DB-0167-429B-B38F-8E953FC8B9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631832" y="6705600"/>
                        <a:ext cx="1295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8454F033-C2AD-48A1-9E8C-F0244FD94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083761"/>
              </p:ext>
            </p:extLst>
          </p:nvPr>
        </p:nvGraphicFramePr>
        <p:xfrm>
          <a:off x="389792" y="7561384"/>
          <a:ext cx="3572608" cy="385572"/>
        </p:xfrm>
        <a:graphic>
          <a:graphicData uri="http://schemas.openxmlformats.org/drawingml/2006/table">
            <a:tbl>
              <a:tblPr/>
              <a:tblGrid>
                <a:gridCol w="357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 What is the vertical asymptote of the graph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of the equation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0" name="Text Box 49">
            <a:extLst>
              <a:ext uri="{FF2B5EF4-FFF2-40B4-BE49-F238E27FC236}">
                <a16:creationId xmlns:a16="http://schemas.microsoft.com/office/drawing/2014/main" id="{82A961F4-EFF0-4022-9976-7A08F70A6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6629400"/>
            <a:ext cx="255079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 Box 49">
            <a:extLst>
              <a:ext uri="{FF2B5EF4-FFF2-40B4-BE49-F238E27FC236}">
                <a16:creationId xmlns:a16="http://schemas.microsoft.com/office/drawing/2014/main" id="{136D94A4-F6B6-4B26-8AE2-42050D882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495800"/>
            <a:ext cx="255079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Box 49">
            <a:extLst>
              <a:ext uri="{FF2B5EF4-FFF2-40B4-BE49-F238E27FC236}">
                <a16:creationId xmlns:a16="http://schemas.microsoft.com/office/drawing/2014/main" id="{D49E4AE1-C9DC-45E6-99FB-5A3F8BB35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027044"/>
            <a:ext cx="255079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 Box 49">
            <a:extLst>
              <a:ext uri="{FF2B5EF4-FFF2-40B4-BE49-F238E27FC236}">
                <a16:creationId xmlns:a16="http://schemas.microsoft.com/office/drawing/2014/main" id="{BAB84230-5324-4AF4-9852-A5E10324D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839200"/>
            <a:ext cx="2550795" cy="62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D.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62A70393-C77D-4837-B4BE-75556C212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539650"/>
              </p:ext>
            </p:extLst>
          </p:nvPr>
        </p:nvGraphicFramePr>
        <p:xfrm>
          <a:off x="990600" y="8950568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2" name="Equation" r:id="rId22" imgW="406080" imgH="177480" progId="Equation.DSMT4">
                  <p:embed/>
                </p:oleObj>
              </mc:Choice>
              <mc:Fallback>
                <p:oleObj name="Equation" r:id="rId22" imgW="406080" imgH="17748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31AD1870-09A0-4B0C-9793-510BD829DF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0600" y="8950568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2664AC48-A350-444A-BDAF-780DBE9F0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014814"/>
              </p:ext>
            </p:extLst>
          </p:nvPr>
        </p:nvGraphicFramePr>
        <p:xfrm>
          <a:off x="990600" y="9220200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3" name="Equation" r:id="rId24" imgW="330120" imgH="177480" progId="Equation.DSMT4">
                  <p:embed/>
                </p:oleObj>
              </mc:Choice>
              <mc:Fallback>
                <p:oleObj name="Equation" r:id="rId24" imgW="330120" imgH="17748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EF28091E-1B28-4077-B887-57C395E7A9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0600" y="9220200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7EAFE680-3584-44B6-9F48-AA7438671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887808"/>
              </p:ext>
            </p:extLst>
          </p:nvPr>
        </p:nvGraphicFramePr>
        <p:xfrm>
          <a:off x="2201008" y="8950568"/>
          <a:ext cx="330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4" name="Equation" r:id="rId26" imgW="330120" imgH="177480" progId="Equation.DSMT4">
                  <p:embed/>
                </p:oleObj>
              </mc:Choice>
              <mc:Fallback>
                <p:oleObj name="Equation" r:id="rId26" imgW="330120" imgH="1774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A8ABAB78-7F7F-489E-844B-223C96AA61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01008" y="8950568"/>
                        <a:ext cx="330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B94C2806-C050-4489-B418-C5524A630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134078"/>
              </p:ext>
            </p:extLst>
          </p:nvPr>
        </p:nvGraphicFramePr>
        <p:xfrm>
          <a:off x="2209800" y="9220200"/>
          <a:ext cx="406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5" name="Equation" r:id="rId28" imgW="406080" imgH="177480" progId="Equation.DSMT4">
                  <p:embed/>
                </p:oleObj>
              </mc:Choice>
              <mc:Fallback>
                <p:oleObj name="Equation" r:id="rId28" imgW="406080" imgH="17748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C3E3C44F-0578-4F2A-BAC8-8CA339AE96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209800" y="9220200"/>
                        <a:ext cx="406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5737270E-4D26-443D-991C-241282B9D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609437"/>
              </p:ext>
            </p:extLst>
          </p:nvPr>
        </p:nvGraphicFramePr>
        <p:xfrm>
          <a:off x="1447800" y="8077200"/>
          <a:ext cx="1054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6" name="Equation" r:id="rId30" imgW="1054080" imgH="368280" progId="Equation.DSMT4">
                  <p:embed/>
                </p:oleObj>
              </mc:Choice>
              <mc:Fallback>
                <p:oleObj name="Equation" r:id="rId30" imgW="1054080" imgH="36828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15042817-952E-4A0F-BA59-75178B4E6A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447800" y="8077200"/>
                        <a:ext cx="1054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Table 108">
            <a:extLst>
              <a:ext uri="{FF2B5EF4-FFF2-40B4-BE49-F238E27FC236}">
                <a16:creationId xmlns:a16="http://schemas.microsoft.com/office/drawing/2014/main" id="{810F3D29-EF4A-441D-A19C-407345324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69435"/>
              </p:ext>
            </p:extLst>
          </p:nvPr>
        </p:nvGraphicFramePr>
        <p:xfrm>
          <a:off x="3886201" y="498232"/>
          <a:ext cx="3505200" cy="19278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 Which is a zero of                             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F60210A0-84B6-4772-9B40-83C4702A1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04204"/>
              </p:ext>
            </p:extLst>
          </p:nvPr>
        </p:nvGraphicFramePr>
        <p:xfrm>
          <a:off x="5553808" y="483576"/>
          <a:ext cx="1219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7" name="Equation" r:id="rId32" imgW="1218960" imgH="228600" progId="Equation.DSMT4">
                  <p:embed/>
                </p:oleObj>
              </mc:Choice>
              <mc:Fallback>
                <p:oleObj name="Equation" r:id="rId32" imgW="1218960" imgH="22860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9542C7E0-00C2-4212-A04C-C3150D7212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553808" y="483576"/>
                        <a:ext cx="1219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110">
            <a:extLst>
              <a:ext uri="{FF2B5EF4-FFF2-40B4-BE49-F238E27FC236}">
                <a16:creationId xmlns:a16="http://schemas.microsoft.com/office/drawing/2014/main" id="{5A0FF5E9-94FD-496A-B05B-10440A5F6401}"/>
              </a:ext>
            </a:extLst>
          </p:cNvPr>
          <p:cNvSpPr/>
          <p:nvPr/>
        </p:nvSpPr>
        <p:spPr>
          <a:xfrm>
            <a:off x="3894992" y="1937240"/>
            <a:ext cx="27671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11.  The graph of                      has – </a:t>
            </a:r>
            <a:endParaRPr lang="en-US" dirty="0"/>
          </a:p>
        </p:txBody>
      </p:sp>
      <p:sp>
        <p:nvSpPr>
          <p:cNvPr id="112" name="Text Box 51">
            <a:extLst>
              <a:ext uri="{FF2B5EF4-FFF2-40B4-BE49-F238E27FC236}">
                <a16:creationId xmlns:a16="http://schemas.microsoft.com/office/drawing/2014/main" id="{70828950-51A3-4EA4-90A4-D67E10BCD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286000"/>
            <a:ext cx="229806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-intercept at (-2, 0).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-intercept at (-1, 0).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-intercept at (0, -2).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-intercept at (0, -1).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BBEEFFAB-AA03-46FA-B268-81CE464051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920914"/>
              </p:ext>
            </p:extLst>
          </p:nvPr>
        </p:nvGraphicFramePr>
        <p:xfrm>
          <a:off x="5190392" y="1966544"/>
          <a:ext cx="88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8" name="Equation" r:id="rId34" imgW="888840" imgH="228600" progId="Equation.DSMT4">
                  <p:embed/>
                </p:oleObj>
              </mc:Choice>
              <mc:Fallback>
                <p:oleObj name="Equation" r:id="rId34" imgW="888840" imgH="22860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0B87CF52-E6F9-4838-A7BB-67794A1DDA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190392" y="1966544"/>
                        <a:ext cx="88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Rectangle 113">
            <a:extLst>
              <a:ext uri="{FF2B5EF4-FFF2-40B4-BE49-F238E27FC236}">
                <a16:creationId xmlns:a16="http://schemas.microsoft.com/office/drawing/2014/main" id="{13DCD40A-8BE2-4796-AD07-66BE2B834502}"/>
              </a:ext>
            </a:extLst>
          </p:cNvPr>
          <p:cNvSpPr/>
          <p:nvPr/>
        </p:nvSpPr>
        <p:spPr>
          <a:xfrm>
            <a:off x="3903784" y="3719144"/>
            <a:ext cx="35814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12.  The graph of                      is increasing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</a:t>
            </a: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                                                 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through which interval?</a:t>
            </a:r>
            <a:endParaRPr lang="en-US" dirty="0"/>
          </a:p>
        </p:txBody>
      </p:sp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24DC2A87-31B8-4886-9784-20B2E9802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712749"/>
              </p:ext>
            </p:extLst>
          </p:nvPr>
        </p:nvGraphicFramePr>
        <p:xfrm>
          <a:off x="5205048" y="3657600"/>
          <a:ext cx="850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" name="Equation" r:id="rId36" imgW="850680" imgH="368280" progId="Equation.DSMT4">
                  <p:embed/>
                </p:oleObj>
              </mc:Choice>
              <mc:Fallback>
                <p:oleObj name="Equation" r:id="rId36" imgW="850680" imgH="36828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1C7816FF-28DA-455A-AF2A-1C3F0FA979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205048" y="3657600"/>
                        <a:ext cx="850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50150119-84E8-43F9-A74B-3FAF8BCE3628}"/>
              </a:ext>
            </a:extLst>
          </p:cNvPr>
          <p:cNvSpPr/>
          <p:nvPr/>
        </p:nvSpPr>
        <p:spPr>
          <a:xfrm>
            <a:off x="3897923" y="5272456"/>
            <a:ext cx="35608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13.  Marlena sketched the graph of the function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                             , then reflected it across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the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-axis.  As </a:t>
            </a:r>
            <a:r>
              <a:rPr lang="en-US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approaches negative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infinity, which of the following describes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the end behavior of the reflected function?</a:t>
            </a:r>
            <a:endParaRPr lang="en-US" dirty="0"/>
          </a:p>
        </p:txBody>
      </p:sp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231F634D-D1D2-4787-B960-871EA077D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34335"/>
              </p:ext>
            </p:extLst>
          </p:nvPr>
        </p:nvGraphicFramePr>
        <p:xfrm>
          <a:off x="4293576" y="5477608"/>
          <a:ext cx="1257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" name="Equation" r:id="rId38" imgW="1257120" imgH="228600" progId="Equation.DSMT4">
                  <p:embed/>
                </p:oleObj>
              </mc:Choice>
              <mc:Fallback>
                <p:oleObj name="Equation" r:id="rId38" imgW="1257120" imgH="22860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E51B08E4-7A71-4899-9C48-F7B466717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293576" y="5477608"/>
                        <a:ext cx="1257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Rectangle 117">
            <a:extLst>
              <a:ext uri="{FF2B5EF4-FFF2-40B4-BE49-F238E27FC236}">
                <a16:creationId xmlns:a16="http://schemas.microsoft.com/office/drawing/2014/main" id="{978166DA-9B2B-4C08-8C71-28437F81CF3A}"/>
              </a:ext>
            </a:extLst>
          </p:cNvPr>
          <p:cNvSpPr/>
          <p:nvPr/>
        </p:nvSpPr>
        <p:spPr>
          <a:xfrm>
            <a:off x="3886200" y="7543800"/>
            <a:ext cx="350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 Which function has domain of all real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numbers greater than or equal to 7? </a:t>
            </a:r>
            <a:endParaRPr lang="en-US" dirty="0"/>
          </a:p>
        </p:txBody>
      </p:sp>
      <p:sp>
        <p:nvSpPr>
          <p:cNvPr id="119" name="Text Box 57">
            <a:extLst>
              <a:ext uri="{FF2B5EF4-FFF2-40B4-BE49-F238E27FC236}">
                <a16:creationId xmlns:a16="http://schemas.microsoft.com/office/drawing/2014/main" id="{F71C9304-F22F-4DA8-922A-6D32DE716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153400"/>
            <a:ext cx="1742440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6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4DB5A360-9A8D-4AEE-B186-E5E65DE19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213149"/>
              </p:ext>
            </p:extLst>
          </p:nvPr>
        </p:nvGraphicFramePr>
        <p:xfrm>
          <a:off x="4572000" y="1027044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" name="Equation" r:id="rId40" imgW="139680" imgH="368280" progId="Equation.DSMT4">
                  <p:embed/>
                </p:oleObj>
              </mc:Choice>
              <mc:Fallback>
                <p:oleObj name="Equation" r:id="rId40" imgW="139680" imgH="36828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409A30B9-C7E5-4862-B20E-E086A3F72D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72000" y="1027044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34EF0577-D2E5-456B-A159-54FC09D6C6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304193"/>
              </p:ext>
            </p:extLst>
          </p:nvPr>
        </p:nvGraphicFramePr>
        <p:xfrm>
          <a:off x="4572000" y="1484244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2" name="Equation" r:id="rId42" imgW="139680" imgH="368280" progId="Equation.DSMT4">
                  <p:embed/>
                </p:oleObj>
              </mc:Choice>
              <mc:Fallback>
                <p:oleObj name="Equation" r:id="rId42" imgW="139680" imgH="36828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E37C431B-4330-44A7-8E21-4D93E1C5A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572000" y="1484244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0D1352A7-2308-44CF-8258-70ECBF6AE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46280"/>
              </p:ext>
            </p:extLst>
          </p:nvPr>
        </p:nvGraphicFramePr>
        <p:xfrm>
          <a:off x="5715000" y="1044628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3" name="Equation" r:id="rId44" imgW="228600" imgH="368280" progId="Equation.DSMT4">
                  <p:embed/>
                </p:oleObj>
              </mc:Choice>
              <mc:Fallback>
                <p:oleObj name="Equation" r:id="rId44" imgW="228600" imgH="36828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B27E25B0-E105-417C-BB43-7B7D5BD1B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715000" y="1044628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A1B9FB0F-DDDB-4569-A51B-42598F0D0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599230"/>
              </p:ext>
            </p:extLst>
          </p:nvPr>
        </p:nvGraphicFramePr>
        <p:xfrm>
          <a:off x="5715000" y="1484244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4" name="Equation" r:id="rId46" imgW="241200" imgH="368280" progId="Equation.DSMT4">
                  <p:embed/>
                </p:oleObj>
              </mc:Choice>
              <mc:Fallback>
                <p:oleObj name="Equation" r:id="rId46" imgW="241200" imgH="36828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92B28EF3-74E8-451B-B9DE-505E03395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715000" y="1484244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6FA1C798-5E79-4733-A745-A464A71DD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445105"/>
              </p:ext>
            </p:extLst>
          </p:nvPr>
        </p:nvGraphicFramePr>
        <p:xfrm>
          <a:off x="4572000" y="4572000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5" name="Equation" r:id="rId48" imgW="558720" imgH="253800" progId="Equation.DSMT4">
                  <p:embed/>
                </p:oleObj>
              </mc:Choice>
              <mc:Fallback>
                <p:oleObj name="Equation" r:id="rId48" imgW="558720" imgH="25380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A6A52882-7A83-4328-BAB1-21822FC9D9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572000" y="4572000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ADCA18CC-7EEB-4D5D-BD28-FA02D7068D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101272"/>
              </p:ext>
            </p:extLst>
          </p:nvPr>
        </p:nvGraphicFramePr>
        <p:xfrm>
          <a:off x="4563208" y="4944208"/>
          <a:ext cx="635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6" name="Equation" r:id="rId50" imgW="634680" imgH="253800" progId="Equation.DSMT4">
                  <p:embed/>
                </p:oleObj>
              </mc:Choice>
              <mc:Fallback>
                <p:oleObj name="Equation" r:id="rId50" imgW="634680" imgH="25380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9B34D2D2-A5FB-4ACC-96E1-1E515E3565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563208" y="4944208"/>
                        <a:ext cx="635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0E22E76F-138E-4C03-B7E0-B1C329DB5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941769"/>
              </p:ext>
            </p:extLst>
          </p:nvPr>
        </p:nvGraphicFramePr>
        <p:xfrm>
          <a:off x="5791200" y="4572000"/>
          <a:ext cx="635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7" name="Equation" r:id="rId52" imgW="634680" imgH="253800" progId="Equation.DSMT4">
                  <p:embed/>
                </p:oleObj>
              </mc:Choice>
              <mc:Fallback>
                <p:oleObj name="Equation" r:id="rId52" imgW="634680" imgH="25380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624ED969-DF8E-4C7A-A3C6-AE5DB2261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5791200" y="4572000"/>
                        <a:ext cx="635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D3919EFB-4824-4C12-9C6D-C316872B2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44390"/>
              </p:ext>
            </p:extLst>
          </p:nvPr>
        </p:nvGraphicFramePr>
        <p:xfrm>
          <a:off x="5791200" y="4953000"/>
          <a:ext cx="635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8" name="Equation" r:id="rId54" imgW="634680" imgH="253800" progId="Equation.DSMT4">
                  <p:embed/>
                </p:oleObj>
              </mc:Choice>
              <mc:Fallback>
                <p:oleObj name="Equation" r:id="rId54" imgW="634680" imgH="2538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4F231B70-6244-4D69-BFA1-60B9221642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5791200" y="4953000"/>
                        <a:ext cx="635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B9C6B562-4FA6-4AC7-A935-9CBFB7457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061958"/>
              </p:ext>
            </p:extLst>
          </p:nvPr>
        </p:nvGraphicFramePr>
        <p:xfrm>
          <a:off x="4572000" y="6717320"/>
          <a:ext cx="609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9" name="Equation" r:id="rId56" imgW="609480" imgH="228600" progId="Equation.DSMT4">
                  <p:embed/>
                </p:oleObj>
              </mc:Choice>
              <mc:Fallback>
                <p:oleObj name="Equation" r:id="rId56" imgW="609480" imgH="22860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2C65A122-62B5-49E2-BF2F-8ECB6394F7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4572000" y="6717320"/>
                        <a:ext cx="609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26081F69-F7AE-4E71-9F1B-DB08EE87C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5895"/>
              </p:ext>
            </p:extLst>
          </p:nvPr>
        </p:nvGraphicFramePr>
        <p:xfrm>
          <a:off x="4572000" y="7112976"/>
          <a:ext cx="596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0" name="Equation" r:id="rId58" imgW="596880" imgH="228600" progId="Equation.DSMT4">
                  <p:embed/>
                </p:oleObj>
              </mc:Choice>
              <mc:Fallback>
                <p:oleObj name="Equation" r:id="rId58" imgW="596880" imgH="22860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703B58D3-B474-4A3B-B5BB-DCFFDA02E8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4572000" y="7112976"/>
                        <a:ext cx="596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C733D3DB-127B-4293-8F85-1D89A242C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730355"/>
              </p:ext>
            </p:extLst>
          </p:nvPr>
        </p:nvGraphicFramePr>
        <p:xfrm>
          <a:off x="5715000" y="6705600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1" name="Equation" r:id="rId60" imgW="711000" imgH="228600" progId="Equation.DSMT4">
                  <p:embed/>
                </p:oleObj>
              </mc:Choice>
              <mc:Fallback>
                <p:oleObj name="Equation" r:id="rId60" imgW="711000" imgH="22860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5397C731-5CF6-4020-88C9-D31197C62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5715000" y="6705600"/>
                        <a:ext cx="71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189145BA-817B-4E11-98A3-726F4C0B7E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548456"/>
              </p:ext>
            </p:extLst>
          </p:nvPr>
        </p:nvGraphicFramePr>
        <p:xfrm>
          <a:off x="5747240" y="7115904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2" name="Equation" r:id="rId62" imgW="634680" imgH="228600" progId="Equation.DSMT4">
                  <p:embed/>
                </p:oleObj>
              </mc:Choice>
              <mc:Fallback>
                <p:oleObj name="Equation" r:id="rId62" imgW="634680" imgH="2286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C0B2B9AA-9C5E-49C4-BC34-A8D5436B4F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5747240" y="7115904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AD9D3A95-55AA-4D9B-ACB0-34ACA03720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147652"/>
              </p:ext>
            </p:extLst>
          </p:nvPr>
        </p:nvGraphicFramePr>
        <p:xfrm>
          <a:off x="4572000" y="8229600"/>
          <a:ext cx="850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3" name="Equation" r:id="rId64" imgW="850680" imgH="241200" progId="Equation.DSMT4">
                  <p:embed/>
                </p:oleObj>
              </mc:Choice>
              <mc:Fallback>
                <p:oleObj name="Equation" r:id="rId64" imgW="850680" imgH="241200" progId="Equation.DSMT4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B43306BD-C6D8-4C2D-B094-095697098F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4572000" y="8229600"/>
                        <a:ext cx="850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B104A6FB-652D-4AC5-A078-2E5A58233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99686"/>
              </p:ext>
            </p:extLst>
          </p:nvPr>
        </p:nvGraphicFramePr>
        <p:xfrm>
          <a:off x="4572000" y="8534400"/>
          <a:ext cx="901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4" name="Equation" r:id="rId66" imgW="901440" imgH="253800" progId="Equation.DSMT4">
                  <p:embed/>
                </p:oleObj>
              </mc:Choice>
              <mc:Fallback>
                <p:oleObj name="Equation" r:id="rId66" imgW="901440" imgH="253800" progId="Equation.DSMT4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C88AB3FD-06CE-42FE-9CF7-2AE9178DF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4572000" y="8534400"/>
                        <a:ext cx="901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7EE403B8-ED0B-4935-BEC8-3422843D1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808503"/>
              </p:ext>
            </p:extLst>
          </p:nvPr>
        </p:nvGraphicFramePr>
        <p:xfrm>
          <a:off x="4572000" y="8906608"/>
          <a:ext cx="800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5" name="Equation" r:id="rId68" imgW="799920" imgH="228600" progId="Equation.DSMT4">
                  <p:embed/>
                </p:oleObj>
              </mc:Choice>
              <mc:Fallback>
                <p:oleObj name="Equation" r:id="rId68" imgW="799920" imgH="228600" progId="Equation.DSMT4">
                  <p:embed/>
                  <p:pic>
                    <p:nvPicPr>
                      <p:cNvPr id="64" name="Object 63">
                        <a:extLst>
                          <a:ext uri="{FF2B5EF4-FFF2-40B4-BE49-F238E27FC236}">
                            <a16:creationId xmlns:a16="http://schemas.microsoft.com/office/drawing/2014/main" id="{30FEFCB7-6E69-4534-B368-19BF4137E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4572000" y="8906608"/>
                        <a:ext cx="800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4">
            <a:extLst>
              <a:ext uri="{FF2B5EF4-FFF2-40B4-BE49-F238E27FC236}">
                <a16:creationId xmlns:a16="http://schemas.microsoft.com/office/drawing/2014/main" id="{A75D88DA-2161-436F-828E-35F56B3A2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890955"/>
              </p:ext>
            </p:extLst>
          </p:nvPr>
        </p:nvGraphicFramePr>
        <p:xfrm>
          <a:off x="4572000" y="9220200"/>
          <a:ext cx="850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6" name="Equation" r:id="rId70" imgW="850680" imgH="241200" progId="Equation.DSMT4">
                  <p:embed/>
                </p:oleObj>
              </mc:Choice>
              <mc:Fallback>
                <p:oleObj name="Equation" r:id="rId70" imgW="850680" imgH="24120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08938E9E-FFBD-4A67-8F7C-7E80888BF5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4572000" y="9220200"/>
                        <a:ext cx="850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0883915-D087-42B6-AB6E-0FCF86E4DBC8}"/>
              </a:ext>
            </a:extLst>
          </p:cNvPr>
          <p:cNvCxnSpPr>
            <a:cxnSpLocks/>
          </p:cNvCxnSpPr>
          <p:nvPr/>
        </p:nvCxnSpPr>
        <p:spPr>
          <a:xfrm>
            <a:off x="3968496" y="193724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57A010F-71A4-46D2-A404-82709284E6D2}"/>
              </a:ext>
            </a:extLst>
          </p:cNvPr>
          <p:cNvCxnSpPr>
            <a:cxnSpLocks/>
          </p:cNvCxnSpPr>
          <p:nvPr/>
        </p:nvCxnSpPr>
        <p:spPr>
          <a:xfrm>
            <a:off x="3959350" y="364374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CBBE2DC-378C-4EA4-A0F2-CBE5E418FC9E}"/>
              </a:ext>
            </a:extLst>
          </p:cNvPr>
          <p:cNvCxnSpPr>
            <a:cxnSpLocks/>
          </p:cNvCxnSpPr>
          <p:nvPr/>
        </p:nvCxnSpPr>
        <p:spPr>
          <a:xfrm>
            <a:off x="3927232" y="524394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76796D5-E7C1-40AF-9F18-8B103A2961CD}"/>
              </a:ext>
            </a:extLst>
          </p:cNvPr>
          <p:cNvCxnSpPr>
            <a:cxnSpLocks/>
          </p:cNvCxnSpPr>
          <p:nvPr/>
        </p:nvCxnSpPr>
        <p:spPr>
          <a:xfrm>
            <a:off x="3959350" y="752301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1C74509-0E8D-4987-AE9C-1FC08611817A}"/>
              </a:ext>
            </a:extLst>
          </p:cNvPr>
          <p:cNvCxnSpPr>
            <a:cxnSpLocks/>
          </p:cNvCxnSpPr>
          <p:nvPr/>
        </p:nvCxnSpPr>
        <p:spPr>
          <a:xfrm>
            <a:off x="434224" y="7341576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8648FAA-AB94-4329-95AF-3C1DE952B396}"/>
              </a:ext>
            </a:extLst>
          </p:cNvPr>
          <p:cNvCxnSpPr>
            <a:cxnSpLocks/>
          </p:cNvCxnSpPr>
          <p:nvPr/>
        </p:nvCxnSpPr>
        <p:spPr>
          <a:xfrm>
            <a:off x="463296" y="494420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8906ED-2DF6-404C-B40D-51210B8EBF77}"/>
              </a:ext>
            </a:extLst>
          </p:cNvPr>
          <p:cNvCxnSpPr>
            <a:cxnSpLocks/>
          </p:cNvCxnSpPr>
          <p:nvPr/>
        </p:nvCxnSpPr>
        <p:spPr>
          <a:xfrm>
            <a:off x="454504" y="296487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80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191</Words>
  <Application>Microsoft Office PowerPoint</Application>
  <PresentationFormat>Custom</PresentationFormat>
  <Paragraphs>33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14</cp:revision>
  <dcterms:created xsi:type="dcterms:W3CDTF">2018-02-20T16:18:51Z</dcterms:created>
  <dcterms:modified xsi:type="dcterms:W3CDTF">2018-02-20T16:46:51Z</dcterms:modified>
</cp:coreProperties>
</file>