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2" r:id="rId2"/>
    <p:sldId id="263" r:id="rId3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343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379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0" d="100"/>
        <a:sy n="3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image" Target="../media/image13.wmf"/><Relationship Id="rId18" Type="http://schemas.openxmlformats.org/officeDocument/2006/relationships/image" Target="../media/image18.wmf"/><Relationship Id="rId26" Type="http://schemas.openxmlformats.org/officeDocument/2006/relationships/image" Target="../media/image26.wmf"/><Relationship Id="rId3" Type="http://schemas.openxmlformats.org/officeDocument/2006/relationships/image" Target="../media/image3.wmf"/><Relationship Id="rId21" Type="http://schemas.openxmlformats.org/officeDocument/2006/relationships/image" Target="../media/image21.wmf"/><Relationship Id="rId34" Type="http://schemas.openxmlformats.org/officeDocument/2006/relationships/image" Target="../media/image34.wmf"/><Relationship Id="rId7" Type="http://schemas.openxmlformats.org/officeDocument/2006/relationships/image" Target="../media/image7.wmf"/><Relationship Id="rId12" Type="http://schemas.openxmlformats.org/officeDocument/2006/relationships/image" Target="../media/image12.wmf"/><Relationship Id="rId17" Type="http://schemas.openxmlformats.org/officeDocument/2006/relationships/image" Target="../media/image17.wmf"/><Relationship Id="rId25" Type="http://schemas.openxmlformats.org/officeDocument/2006/relationships/image" Target="../media/image25.wmf"/><Relationship Id="rId33" Type="http://schemas.openxmlformats.org/officeDocument/2006/relationships/image" Target="../media/image33.wmf"/><Relationship Id="rId2" Type="http://schemas.openxmlformats.org/officeDocument/2006/relationships/image" Target="../media/image2.wmf"/><Relationship Id="rId16" Type="http://schemas.openxmlformats.org/officeDocument/2006/relationships/image" Target="../media/image16.wmf"/><Relationship Id="rId20" Type="http://schemas.openxmlformats.org/officeDocument/2006/relationships/image" Target="../media/image20.wmf"/><Relationship Id="rId29" Type="http://schemas.openxmlformats.org/officeDocument/2006/relationships/image" Target="../media/image29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11" Type="http://schemas.openxmlformats.org/officeDocument/2006/relationships/image" Target="../media/image11.wmf"/><Relationship Id="rId24" Type="http://schemas.openxmlformats.org/officeDocument/2006/relationships/image" Target="../media/image24.wmf"/><Relationship Id="rId32" Type="http://schemas.openxmlformats.org/officeDocument/2006/relationships/image" Target="../media/image32.wmf"/><Relationship Id="rId37" Type="http://schemas.openxmlformats.org/officeDocument/2006/relationships/image" Target="../media/image37.wmf"/><Relationship Id="rId5" Type="http://schemas.openxmlformats.org/officeDocument/2006/relationships/image" Target="../media/image5.wmf"/><Relationship Id="rId15" Type="http://schemas.openxmlformats.org/officeDocument/2006/relationships/image" Target="../media/image15.wmf"/><Relationship Id="rId23" Type="http://schemas.openxmlformats.org/officeDocument/2006/relationships/image" Target="../media/image23.wmf"/><Relationship Id="rId28" Type="http://schemas.openxmlformats.org/officeDocument/2006/relationships/image" Target="../media/image28.wmf"/><Relationship Id="rId36" Type="http://schemas.openxmlformats.org/officeDocument/2006/relationships/image" Target="../media/image36.wmf"/><Relationship Id="rId10" Type="http://schemas.openxmlformats.org/officeDocument/2006/relationships/image" Target="../media/image10.wmf"/><Relationship Id="rId19" Type="http://schemas.openxmlformats.org/officeDocument/2006/relationships/image" Target="../media/image19.wmf"/><Relationship Id="rId31" Type="http://schemas.openxmlformats.org/officeDocument/2006/relationships/image" Target="../media/image31.wmf"/><Relationship Id="rId4" Type="http://schemas.openxmlformats.org/officeDocument/2006/relationships/image" Target="../media/image4.wmf"/><Relationship Id="rId9" Type="http://schemas.openxmlformats.org/officeDocument/2006/relationships/image" Target="../media/image9.wmf"/><Relationship Id="rId14" Type="http://schemas.openxmlformats.org/officeDocument/2006/relationships/image" Target="../media/image14.wmf"/><Relationship Id="rId22" Type="http://schemas.openxmlformats.org/officeDocument/2006/relationships/image" Target="../media/image22.wmf"/><Relationship Id="rId27" Type="http://schemas.openxmlformats.org/officeDocument/2006/relationships/image" Target="../media/image27.wmf"/><Relationship Id="rId30" Type="http://schemas.openxmlformats.org/officeDocument/2006/relationships/image" Target="../media/image30.wmf"/><Relationship Id="rId35" Type="http://schemas.openxmlformats.org/officeDocument/2006/relationships/image" Target="../media/image35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54.wmf"/><Relationship Id="rId13" Type="http://schemas.openxmlformats.org/officeDocument/2006/relationships/image" Target="../media/image59.wmf"/><Relationship Id="rId18" Type="http://schemas.openxmlformats.org/officeDocument/2006/relationships/image" Target="../media/image64.wmf"/><Relationship Id="rId3" Type="http://schemas.openxmlformats.org/officeDocument/2006/relationships/image" Target="../media/image49.wmf"/><Relationship Id="rId7" Type="http://schemas.openxmlformats.org/officeDocument/2006/relationships/image" Target="../media/image53.wmf"/><Relationship Id="rId12" Type="http://schemas.openxmlformats.org/officeDocument/2006/relationships/image" Target="../media/image58.wmf"/><Relationship Id="rId17" Type="http://schemas.openxmlformats.org/officeDocument/2006/relationships/image" Target="../media/image63.wmf"/><Relationship Id="rId2" Type="http://schemas.openxmlformats.org/officeDocument/2006/relationships/image" Target="../media/image48.wmf"/><Relationship Id="rId16" Type="http://schemas.openxmlformats.org/officeDocument/2006/relationships/image" Target="../media/image62.wmf"/><Relationship Id="rId1" Type="http://schemas.openxmlformats.org/officeDocument/2006/relationships/image" Target="../media/image47.wmf"/><Relationship Id="rId6" Type="http://schemas.openxmlformats.org/officeDocument/2006/relationships/image" Target="../media/image52.wmf"/><Relationship Id="rId11" Type="http://schemas.openxmlformats.org/officeDocument/2006/relationships/image" Target="../media/image57.wmf"/><Relationship Id="rId5" Type="http://schemas.openxmlformats.org/officeDocument/2006/relationships/image" Target="../media/image51.wmf"/><Relationship Id="rId15" Type="http://schemas.openxmlformats.org/officeDocument/2006/relationships/image" Target="../media/image61.wmf"/><Relationship Id="rId10" Type="http://schemas.openxmlformats.org/officeDocument/2006/relationships/image" Target="../media/image56.wmf"/><Relationship Id="rId4" Type="http://schemas.openxmlformats.org/officeDocument/2006/relationships/image" Target="../media/image50.wmf"/><Relationship Id="rId9" Type="http://schemas.openxmlformats.org/officeDocument/2006/relationships/image" Target="../media/image55.wmf"/><Relationship Id="rId14" Type="http://schemas.openxmlformats.org/officeDocument/2006/relationships/image" Target="../media/image60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8F020-01A7-4B9B-B8AB-895AE4ABE3F7}" type="datetimeFigureOut">
              <a:rPr lang="en-US" smtClean="0"/>
              <a:t>1/9/2020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50EB-CD81-45D9-9C87-DEFD4EAB4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20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8F020-01A7-4B9B-B8AB-895AE4ABE3F7}" type="datetimeFigureOut">
              <a:rPr lang="en-US" smtClean="0"/>
              <a:t>1/9/2020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50EB-CD81-45D9-9C87-DEFD4EAB4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422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/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8F020-01A7-4B9B-B8AB-895AE4ABE3F7}" type="datetimeFigureOut">
              <a:rPr lang="en-US" smtClean="0"/>
              <a:t>1/9/2020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50EB-CD81-45D9-9C87-DEFD4EAB4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447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8F020-01A7-4B9B-B8AB-895AE4ABE3F7}" type="datetimeFigureOut">
              <a:rPr lang="en-US" smtClean="0"/>
              <a:t>1/9/2020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50EB-CD81-45D9-9C87-DEFD4EAB4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007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8F020-01A7-4B9B-B8AB-895AE4ABE3F7}" type="datetimeFigureOut">
              <a:rPr lang="en-US" smtClean="0"/>
              <a:t>1/9/2020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50EB-CD81-45D9-9C87-DEFD4EAB4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693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8F020-01A7-4B9B-B8AB-895AE4ABE3F7}" type="datetimeFigureOut">
              <a:rPr lang="en-US" smtClean="0"/>
              <a:t>1/9/2020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50EB-CD81-45D9-9C87-DEFD4EAB4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320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8F020-01A7-4B9B-B8AB-895AE4ABE3F7}" type="datetimeFigureOut">
              <a:rPr lang="en-US" smtClean="0"/>
              <a:t>1/9/2020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50EB-CD81-45D9-9C87-DEFD4EAB4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71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8F020-01A7-4B9B-B8AB-895AE4ABE3F7}" type="datetimeFigureOut">
              <a:rPr lang="en-US" smtClean="0"/>
              <a:t>1/9/2020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50EB-CD81-45D9-9C87-DEFD4EAB4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193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8F020-01A7-4B9B-B8AB-895AE4ABE3F7}" type="datetimeFigureOut">
              <a:rPr lang="en-US" smtClean="0"/>
              <a:t>1/9/2020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50EB-CD81-45D9-9C87-DEFD4EAB4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697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8F020-01A7-4B9B-B8AB-895AE4ABE3F7}" type="datetimeFigureOut">
              <a:rPr lang="en-US" smtClean="0"/>
              <a:t>1/9/2020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50EB-CD81-45D9-9C87-DEFD4EAB4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788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8F020-01A7-4B9B-B8AB-895AE4ABE3F7}" type="datetimeFigureOut">
              <a:rPr lang="en-US" smtClean="0"/>
              <a:t>1/9/2020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50EB-CD81-45D9-9C87-DEFD4EAB4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811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58F020-01A7-4B9B-B8AB-895AE4ABE3F7}" type="datetimeFigureOut">
              <a:rPr lang="en-US" smtClean="0"/>
              <a:t>1/9/2020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7550EB-CD81-45D9-9C87-DEFD4EAB4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820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.wmf"/><Relationship Id="rId18" Type="http://schemas.openxmlformats.org/officeDocument/2006/relationships/oleObject" Target="../embeddings/oleObject4.bin"/><Relationship Id="rId26" Type="http://schemas.openxmlformats.org/officeDocument/2006/relationships/oleObject" Target="../embeddings/oleObject8.bin"/><Relationship Id="rId39" Type="http://schemas.openxmlformats.org/officeDocument/2006/relationships/image" Target="../media/image14.wmf"/><Relationship Id="rId21" Type="http://schemas.openxmlformats.org/officeDocument/2006/relationships/image" Target="../media/image5.wmf"/><Relationship Id="rId34" Type="http://schemas.openxmlformats.org/officeDocument/2006/relationships/oleObject" Target="../embeddings/oleObject12.bin"/><Relationship Id="rId42" Type="http://schemas.openxmlformats.org/officeDocument/2006/relationships/oleObject" Target="../embeddings/oleObject16.bin"/><Relationship Id="rId47" Type="http://schemas.openxmlformats.org/officeDocument/2006/relationships/image" Target="../media/image18.wmf"/><Relationship Id="rId50" Type="http://schemas.openxmlformats.org/officeDocument/2006/relationships/oleObject" Target="../embeddings/oleObject20.bin"/><Relationship Id="rId55" Type="http://schemas.openxmlformats.org/officeDocument/2006/relationships/image" Target="../media/image22.wmf"/><Relationship Id="rId63" Type="http://schemas.openxmlformats.org/officeDocument/2006/relationships/image" Target="../media/image26.wmf"/><Relationship Id="rId68" Type="http://schemas.openxmlformats.org/officeDocument/2006/relationships/oleObject" Target="../embeddings/oleObject29.bin"/><Relationship Id="rId76" Type="http://schemas.openxmlformats.org/officeDocument/2006/relationships/oleObject" Target="../embeddings/oleObject33.bin"/><Relationship Id="rId84" Type="http://schemas.openxmlformats.org/officeDocument/2006/relationships/oleObject" Target="../embeddings/oleObject37.bin"/><Relationship Id="rId7" Type="http://schemas.openxmlformats.org/officeDocument/2006/relationships/image" Target="../media/image1.wmf"/><Relationship Id="rId71" Type="http://schemas.openxmlformats.org/officeDocument/2006/relationships/image" Target="../media/image30.wmf"/><Relationship Id="rId2" Type="http://schemas.openxmlformats.org/officeDocument/2006/relationships/slideLayout" Target="../slideLayouts/slideLayout1.xml"/><Relationship Id="rId16" Type="http://schemas.openxmlformats.org/officeDocument/2006/relationships/oleObject" Target="../embeddings/oleObject3.bin"/><Relationship Id="rId29" Type="http://schemas.openxmlformats.org/officeDocument/2006/relationships/image" Target="../media/image9.wmf"/><Relationship Id="rId11" Type="http://schemas.openxmlformats.org/officeDocument/2006/relationships/image" Target="../media/image44.png"/><Relationship Id="rId24" Type="http://schemas.openxmlformats.org/officeDocument/2006/relationships/oleObject" Target="../embeddings/oleObject7.bin"/><Relationship Id="rId32" Type="http://schemas.openxmlformats.org/officeDocument/2006/relationships/oleObject" Target="../embeddings/oleObject11.bin"/><Relationship Id="rId37" Type="http://schemas.openxmlformats.org/officeDocument/2006/relationships/image" Target="../media/image13.wmf"/><Relationship Id="rId40" Type="http://schemas.openxmlformats.org/officeDocument/2006/relationships/oleObject" Target="../embeddings/oleObject15.bin"/><Relationship Id="rId45" Type="http://schemas.openxmlformats.org/officeDocument/2006/relationships/image" Target="../media/image17.wmf"/><Relationship Id="rId53" Type="http://schemas.openxmlformats.org/officeDocument/2006/relationships/image" Target="../media/image21.wmf"/><Relationship Id="rId58" Type="http://schemas.openxmlformats.org/officeDocument/2006/relationships/oleObject" Target="../embeddings/oleObject24.bin"/><Relationship Id="rId66" Type="http://schemas.openxmlformats.org/officeDocument/2006/relationships/oleObject" Target="../embeddings/oleObject28.bin"/><Relationship Id="rId74" Type="http://schemas.openxmlformats.org/officeDocument/2006/relationships/oleObject" Target="../embeddings/oleObject32.bin"/><Relationship Id="rId79" Type="http://schemas.openxmlformats.org/officeDocument/2006/relationships/image" Target="../media/image34.wmf"/><Relationship Id="rId5" Type="http://schemas.openxmlformats.org/officeDocument/2006/relationships/image" Target="../media/image40.png"/><Relationship Id="rId61" Type="http://schemas.openxmlformats.org/officeDocument/2006/relationships/image" Target="../media/image25.wmf"/><Relationship Id="rId82" Type="http://schemas.openxmlformats.org/officeDocument/2006/relationships/oleObject" Target="../embeddings/oleObject36.bin"/><Relationship Id="rId19" Type="http://schemas.openxmlformats.org/officeDocument/2006/relationships/image" Target="../media/image4.wmf"/><Relationship Id="rId4" Type="http://schemas.openxmlformats.org/officeDocument/2006/relationships/image" Target="../media/image39.png"/><Relationship Id="rId9" Type="http://schemas.openxmlformats.org/officeDocument/2006/relationships/image" Target="../media/image42.png"/><Relationship Id="rId14" Type="http://schemas.openxmlformats.org/officeDocument/2006/relationships/image" Target="../media/image45.png"/><Relationship Id="rId22" Type="http://schemas.openxmlformats.org/officeDocument/2006/relationships/oleObject" Target="../embeddings/oleObject6.bin"/><Relationship Id="rId27" Type="http://schemas.openxmlformats.org/officeDocument/2006/relationships/image" Target="../media/image8.wmf"/><Relationship Id="rId30" Type="http://schemas.openxmlformats.org/officeDocument/2006/relationships/oleObject" Target="../embeddings/oleObject10.bin"/><Relationship Id="rId35" Type="http://schemas.openxmlformats.org/officeDocument/2006/relationships/image" Target="../media/image12.wmf"/><Relationship Id="rId43" Type="http://schemas.openxmlformats.org/officeDocument/2006/relationships/image" Target="../media/image16.wmf"/><Relationship Id="rId48" Type="http://schemas.openxmlformats.org/officeDocument/2006/relationships/oleObject" Target="../embeddings/oleObject19.bin"/><Relationship Id="rId56" Type="http://schemas.openxmlformats.org/officeDocument/2006/relationships/oleObject" Target="../embeddings/oleObject23.bin"/><Relationship Id="rId64" Type="http://schemas.openxmlformats.org/officeDocument/2006/relationships/oleObject" Target="../embeddings/oleObject27.bin"/><Relationship Id="rId69" Type="http://schemas.openxmlformats.org/officeDocument/2006/relationships/image" Target="../media/image29.wmf"/><Relationship Id="rId77" Type="http://schemas.openxmlformats.org/officeDocument/2006/relationships/image" Target="../media/image33.wmf"/><Relationship Id="rId8" Type="http://schemas.openxmlformats.org/officeDocument/2006/relationships/image" Target="../media/image41.png"/><Relationship Id="rId51" Type="http://schemas.openxmlformats.org/officeDocument/2006/relationships/image" Target="../media/image20.wmf"/><Relationship Id="rId72" Type="http://schemas.openxmlformats.org/officeDocument/2006/relationships/oleObject" Target="../embeddings/oleObject31.bin"/><Relationship Id="rId80" Type="http://schemas.openxmlformats.org/officeDocument/2006/relationships/oleObject" Target="../embeddings/oleObject35.bin"/><Relationship Id="rId85" Type="http://schemas.openxmlformats.org/officeDocument/2006/relationships/image" Target="../media/image37.wmf"/><Relationship Id="rId3" Type="http://schemas.openxmlformats.org/officeDocument/2006/relationships/image" Target="../media/image38.PNG"/><Relationship Id="rId12" Type="http://schemas.openxmlformats.org/officeDocument/2006/relationships/oleObject" Target="../embeddings/oleObject2.bin"/><Relationship Id="rId17" Type="http://schemas.openxmlformats.org/officeDocument/2006/relationships/image" Target="../media/image3.wmf"/><Relationship Id="rId25" Type="http://schemas.openxmlformats.org/officeDocument/2006/relationships/image" Target="../media/image7.wmf"/><Relationship Id="rId33" Type="http://schemas.openxmlformats.org/officeDocument/2006/relationships/image" Target="../media/image11.wmf"/><Relationship Id="rId38" Type="http://schemas.openxmlformats.org/officeDocument/2006/relationships/oleObject" Target="../embeddings/oleObject14.bin"/><Relationship Id="rId46" Type="http://schemas.openxmlformats.org/officeDocument/2006/relationships/oleObject" Target="../embeddings/oleObject18.bin"/><Relationship Id="rId59" Type="http://schemas.openxmlformats.org/officeDocument/2006/relationships/image" Target="../media/image24.wmf"/><Relationship Id="rId67" Type="http://schemas.openxmlformats.org/officeDocument/2006/relationships/image" Target="../media/image28.wmf"/><Relationship Id="rId20" Type="http://schemas.openxmlformats.org/officeDocument/2006/relationships/oleObject" Target="../embeddings/oleObject5.bin"/><Relationship Id="rId41" Type="http://schemas.openxmlformats.org/officeDocument/2006/relationships/image" Target="../media/image15.wmf"/><Relationship Id="rId54" Type="http://schemas.openxmlformats.org/officeDocument/2006/relationships/oleObject" Target="../embeddings/oleObject22.bin"/><Relationship Id="rId62" Type="http://schemas.openxmlformats.org/officeDocument/2006/relationships/oleObject" Target="../embeddings/oleObject26.bin"/><Relationship Id="rId70" Type="http://schemas.openxmlformats.org/officeDocument/2006/relationships/oleObject" Target="../embeddings/oleObject30.bin"/><Relationship Id="rId75" Type="http://schemas.openxmlformats.org/officeDocument/2006/relationships/image" Target="../media/image32.wmf"/><Relationship Id="rId83" Type="http://schemas.openxmlformats.org/officeDocument/2006/relationships/image" Target="../media/image36.wmf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15" Type="http://schemas.openxmlformats.org/officeDocument/2006/relationships/image" Target="../media/image46.png"/><Relationship Id="rId23" Type="http://schemas.openxmlformats.org/officeDocument/2006/relationships/image" Target="../media/image6.wmf"/><Relationship Id="rId28" Type="http://schemas.openxmlformats.org/officeDocument/2006/relationships/oleObject" Target="../embeddings/oleObject9.bin"/><Relationship Id="rId36" Type="http://schemas.openxmlformats.org/officeDocument/2006/relationships/oleObject" Target="../embeddings/oleObject13.bin"/><Relationship Id="rId49" Type="http://schemas.openxmlformats.org/officeDocument/2006/relationships/image" Target="../media/image19.wmf"/><Relationship Id="rId57" Type="http://schemas.openxmlformats.org/officeDocument/2006/relationships/image" Target="../media/image23.wmf"/><Relationship Id="rId10" Type="http://schemas.openxmlformats.org/officeDocument/2006/relationships/image" Target="../media/image43.png"/><Relationship Id="rId31" Type="http://schemas.openxmlformats.org/officeDocument/2006/relationships/image" Target="../media/image10.wmf"/><Relationship Id="rId44" Type="http://schemas.openxmlformats.org/officeDocument/2006/relationships/oleObject" Target="../embeddings/oleObject17.bin"/><Relationship Id="rId52" Type="http://schemas.openxmlformats.org/officeDocument/2006/relationships/oleObject" Target="../embeddings/oleObject21.bin"/><Relationship Id="rId60" Type="http://schemas.openxmlformats.org/officeDocument/2006/relationships/oleObject" Target="../embeddings/oleObject25.bin"/><Relationship Id="rId65" Type="http://schemas.openxmlformats.org/officeDocument/2006/relationships/image" Target="../media/image27.wmf"/><Relationship Id="rId73" Type="http://schemas.openxmlformats.org/officeDocument/2006/relationships/image" Target="../media/image31.wmf"/><Relationship Id="rId78" Type="http://schemas.openxmlformats.org/officeDocument/2006/relationships/oleObject" Target="../embeddings/oleObject34.bin"/><Relationship Id="rId81" Type="http://schemas.openxmlformats.org/officeDocument/2006/relationships/image" Target="../media/image35.wmf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8.wmf"/><Relationship Id="rId18" Type="http://schemas.openxmlformats.org/officeDocument/2006/relationships/oleObject" Target="../embeddings/oleObject42.bin"/><Relationship Id="rId26" Type="http://schemas.openxmlformats.org/officeDocument/2006/relationships/image" Target="../media/image74.png"/><Relationship Id="rId39" Type="http://schemas.openxmlformats.org/officeDocument/2006/relationships/image" Target="../media/image59.wmf"/><Relationship Id="rId3" Type="http://schemas.openxmlformats.org/officeDocument/2006/relationships/image" Target="../media/image65.PNG"/><Relationship Id="rId21" Type="http://schemas.openxmlformats.org/officeDocument/2006/relationships/image" Target="../media/image52.wmf"/><Relationship Id="rId34" Type="http://schemas.openxmlformats.org/officeDocument/2006/relationships/image" Target="../media/image57.wmf"/><Relationship Id="rId42" Type="http://schemas.openxmlformats.org/officeDocument/2006/relationships/oleObject" Target="../embeddings/oleObject53.bin"/><Relationship Id="rId47" Type="http://schemas.openxmlformats.org/officeDocument/2006/relationships/image" Target="../media/image63.wmf"/><Relationship Id="rId50" Type="http://schemas.openxmlformats.org/officeDocument/2006/relationships/image" Target="../media/image75.png"/><Relationship Id="rId7" Type="http://schemas.openxmlformats.org/officeDocument/2006/relationships/image" Target="../media/image47.wmf"/><Relationship Id="rId12" Type="http://schemas.openxmlformats.org/officeDocument/2006/relationships/oleObject" Target="../embeddings/oleObject39.bin"/><Relationship Id="rId17" Type="http://schemas.openxmlformats.org/officeDocument/2006/relationships/image" Target="../media/image50.wmf"/><Relationship Id="rId25" Type="http://schemas.openxmlformats.org/officeDocument/2006/relationships/image" Target="../media/image73.png"/><Relationship Id="rId33" Type="http://schemas.openxmlformats.org/officeDocument/2006/relationships/oleObject" Target="../embeddings/oleObject48.bin"/><Relationship Id="rId38" Type="http://schemas.openxmlformats.org/officeDocument/2006/relationships/oleObject" Target="../embeddings/oleObject51.bin"/><Relationship Id="rId46" Type="http://schemas.openxmlformats.org/officeDocument/2006/relationships/oleObject" Target="../embeddings/oleObject55.bin"/><Relationship Id="rId2" Type="http://schemas.openxmlformats.org/officeDocument/2006/relationships/slideLayout" Target="../slideLayouts/slideLayout1.xml"/><Relationship Id="rId16" Type="http://schemas.openxmlformats.org/officeDocument/2006/relationships/oleObject" Target="../embeddings/oleObject41.bin"/><Relationship Id="rId20" Type="http://schemas.openxmlformats.org/officeDocument/2006/relationships/oleObject" Target="../embeddings/oleObject43.bin"/><Relationship Id="rId29" Type="http://schemas.openxmlformats.org/officeDocument/2006/relationships/oleObject" Target="../embeddings/oleObject46.bin"/><Relationship Id="rId41" Type="http://schemas.openxmlformats.org/officeDocument/2006/relationships/image" Target="../media/image60.wmf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8.bin"/><Relationship Id="rId11" Type="http://schemas.openxmlformats.org/officeDocument/2006/relationships/image" Target="../media/image71.png"/><Relationship Id="rId24" Type="http://schemas.openxmlformats.org/officeDocument/2006/relationships/image" Target="../media/image72.png"/><Relationship Id="rId32" Type="http://schemas.openxmlformats.org/officeDocument/2006/relationships/image" Target="../media/image56.wmf"/><Relationship Id="rId37" Type="http://schemas.openxmlformats.org/officeDocument/2006/relationships/oleObject" Target="../embeddings/oleObject50.bin"/><Relationship Id="rId40" Type="http://schemas.openxmlformats.org/officeDocument/2006/relationships/oleObject" Target="../embeddings/oleObject52.bin"/><Relationship Id="rId45" Type="http://schemas.openxmlformats.org/officeDocument/2006/relationships/image" Target="../media/image62.wmf"/><Relationship Id="rId5" Type="http://schemas.openxmlformats.org/officeDocument/2006/relationships/image" Target="../media/image67.png"/><Relationship Id="rId15" Type="http://schemas.openxmlformats.org/officeDocument/2006/relationships/image" Target="../media/image49.wmf"/><Relationship Id="rId23" Type="http://schemas.openxmlformats.org/officeDocument/2006/relationships/image" Target="../media/image53.wmf"/><Relationship Id="rId28" Type="http://schemas.openxmlformats.org/officeDocument/2006/relationships/image" Target="../media/image54.wmf"/><Relationship Id="rId36" Type="http://schemas.openxmlformats.org/officeDocument/2006/relationships/image" Target="../media/image58.wmf"/><Relationship Id="rId49" Type="http://schemas.openxmlformats.org/officeDocument/2006/relationships/image" Target="../media/image64.wmf"/><Relationship Id="rId10" Type="http://schemas.openxmlformats.org/officeDocument/2006/relationships/image" Target="../media/image70.png"/><Relationship Id="rId19" Type="http://schemas.openxmlformats.org/officeDocument/2006/relationships/image" Target="../media/image51.wmf"/><Relationship Id="rId31" Type="http://schemas.openxmlformats.org/officeDocument/2006/relationships/oleObject" Target="../embeddings/oleObject47.bin"/><Relationship Id="rId44" Type="http://schemas.openxmlformats.org/officeDocument/2006/relationships/oleObject" Target="../embeddings/oleObject54.bin"/><Relationship Id="rId4" Type="http://schemas.openxmlformats.org/officeDocument/2006/relationships/image" Target="../media/image66.png"/><Relationship Id="rId9" Type="http://schemas.openxmlformats.org/officeDocument/2006/relationships/image" Target="../media/image69.png"/><Relationship Id="rId14" Type="http://schemas.openxmlformats.org/officeDocument/2006/relationships/oleObject" Target="../embeddings/oleObject40.bin"/><Relationship Id="rId22" Type="http://schemas.openxmlformats.org/officeDocument/2006/relationships/oleObject" Target="../embeddings/oleObject44.bin"/><Relationship Id="rId27" Type="http://schemas.openxmlformats.org/officeDocument/2006/relationships/oleObject" Target="../embeddings/oleObject45.bin"/><Relationship Id="rId30" Type="http://schemas.openxmlformats.org/officeDocument/2006/relationships/image" Target="../media/image55.wmf"/><Relationship Id="rId35" Type="http://schemas.openxmlformats.org/officeDocument/2006/relationships/oleObject" Target="../embeddings/oleObject49.bin"/><Relationship Id="rId43" Type="http://schemas.openxmlformats.org/officeDocument/2006/relationships/image" Target="../media/image61.wmf"/><Relationship Id="rId48" Type="http://schemas.openxmlformats.org/officeDocument/2006/relationships/oleObject" Target="../embeddings/oleObject56.bin"/><Relationship Id="rId8" Type="http://schemas.openxmlformats.org/officeDocument/2006/relationships/image" Target="../media/image68.png"/><Relationship Id="rId51" Type="http://schemas.openxmlformats.org/officeDocument/2006/relationships/image" Target="../media/image7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80">
            <a:extLst>
              <a:ext uri="{FF2B5EF4-FFF2-40B4-BE49-F238E27FC236}">
                <a16:creationId xmlns:a16="http://schemas.microsoft.com/office/drawing/2014/main" id="{86F2BB51-0771-42E2-9717-B263B47597AC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8201890"/>
            <a:ext cx="1371600" cy="1371600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5598DDDB-99DB-4C94-B194-51FCC6D2B76C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201890"/>
            <a:ext cx="1371600" cy="1371600"/>
          </a:xfrm>
          <a:prstGeom prst="rect">
            <a:avLst/>
          </a:prstGeom>
        </p:spPr>
      </p:pic>
      <p:graphicFrame>
        <p:nvGraphicFramePr>
          <p:cNvPr id="83" name="Table 82">
            <a:extLst>
              <a:ext uri="{FF2B5EF4-FFF2-40B4-BE49-F238E27FC236}">
                <a16:creationId xmlns:a16="http://schemas.microsoft.com/office/drawing/2014/main" id="{BFED9D4A-AFB9-48CC-8F31-2F143B0E37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9049167"/>
              </p:ext>
            </p:extLst>
          </p:nvPr>
        </p:nvGraphicFramePr>
        <p:xfrm>
          <a:off x="381000" y="2667000"/>
          <a:ext cx="3497262" cy="372555"/>
        </p:xfrm>
        <a:graphic>
          <a:graphicData uri="http://schemas.openxmlformats.org/drawingml/2006/table">
            <a:tbl>
              <a:tblPr/>
              <a:tblGrid>
                <a:gridCol w="3497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  Which graph best represents the function </a:t>
                      </a:r>
                      <a:b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             ?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4" name="Object 83">
            <a:extLst>
              <a:ext uri="{FF2B5EF4-FFF2-40B4-BE49-F238E27FC236}">
                <a16:creationId xmlns:a16="http://schemas.microsoft.com/office/drawing/2014/main" id="{370A497C-85DA-4AC5-88AF-B4C9B1CD79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8550345"/>
              </p:ext>
            </p:extLst>
          </p:nvPr>
        </p:nvGraphicFramePr>
        <p:xfrm>
          <a:off x="685800" y="2828544"/>
          <a:ext cx="13081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8" name="Equation" r:id="rId6" imgW="1307880" imgH="253800" progId="Equation.DSMT4">
                  <p:embed/>
                </p:oleObj>
              </mc:Choice>
              <mc:Fallback>
                <p:oleObj name="Equation" r:id="rId6" imgW="1307880" imgH="253800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58D746B6-180A-4784-9DE2-2D816EFC4C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85800" y="2828544"/>
                        <a:ext cx="13081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" name="Rectangle 84">
            <a:extLst>
              <a:ext uri="{FF2B5EF4-FFF2-40B4-BE49-F238E27FC236}">
                <a16:creationId xmlns:a16="http://schemas.microsoft.com/office/drawing/2014/main" id="{1064863D-8266-4BFE-8E2C-3D543E37AC8E}"/>
              </a:ext>
            </a:extLst>
          </p:cNvPr>
          <p:cNvSpPr/>
          <p:nvPr/>
        </p:nvSpPr>
        <p:spPr>
          <a:xfrm>
            <a:off x="530352" y="3133344"/>
            <a:ext cx="32573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A.</a:t>
            </a:r>
            <a:endParaRPr lang="en-US" dirty="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6D865C43-F810-47C9-BDF8-E9941724841E}"/>
              </a:ext>
            </a:extLst>
          </p:cNvPr>
          <p:cNvSpPr/>
          <p:nvPr/>
        </p:nvSpPr>
        <p:spPr>
          <a:xfrm>
            <a:off x="2209800" y="3124200"/>
            <a:ext cx="32573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B.</a:t>
            </a:r>
            <a:endParaRPr lang="en-US" dirty="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6A9D1CCD-9957-4AA3-A13A-600ADF52C0A8}"/>
              </a:ext>
            </a:extLst>
          </p:cNvPr>
          <p:cNvSpPr/>
          <p:nvPr/>
        </p:nvSpPr>
        <p:spPr>
          <a:xfrm>
            <a:off x="515112" y="4642104"/>
            <a:ext cx="32412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C.</a:t>
            </a:r>
            <a:endParaRPr lang="en-US" dirty="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F9036B4D-9379-4119-B501-ECEBBD731B1B}"/>
              </a:ext>
            </a:extLst>
          </p:cNvPr>
          <p:cNvSpPr/>
          <p:nvPr/>
        </p:nvSpPr>
        <p:spPr>
          <a:xfrm>
            <a:off x="2209800" y="4666488"/>
            <a:ext cx="33695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D.</a:t>
            </a:r>
            <a:endParaRPr lang="en-US" dirty="0"/>
          </a:p>
        </p:txBody>
      </p:sp>
      <p:pic>
        <p:nvPicPr>
          <p:cNvPr id="89" name="Picture 88">
            <a:extLst>
              <a:ext uri="{FF2B5EF4-FFF2-40B4-BE49-F238E27FC236}">
                <a16:creationId xmlns:a16="http://schemas.microsoft.com/office/drawing/2014/main" id="{081918E8-CD37-45A7-BE63-586CE0D88DC0}"/>
              </a:ext>
            </a:extLst>
          </p:cNvPr>
          <p:cNvPicPr/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3124200"/>
            <a:ext cx="1380490" cy="1380490"/>
          </a:xfrm>
          <a:prstGeom prst="rect">
            <a:avLst/>
          </a:prstGeom>
        </p:spPr>
      </p:pic>
      <p:pic>
        <p:nvPicPr>
          <p:cNvPr id="90" name="Picture 89">
            <a:extLst>
              <a:ext uri="{FF2B5EF4-FFF2-40B4-BE49-F238E27FC236}">
                <a16:creationId xmlns:a16="http://schemas.microsoft.com/office/drawing/2014/main" id="{2C48D33F-D48B-4EC0-AB06-35855285F3FF}"/>
              </a:ext>
            </a:extLst>
          </p:cNvPr>
          <p:cNvPicPr/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3124200"/>
            <a:ext cx="1371600" cy="1371600"/>
          </a:xfrm>
          <a:prstGeom prst="rect">
            <a:avLst/>
          </a:prstGeom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814FF505-86B4-4761-BCE6-0227A2A2B093}"/>
              </a:ext>
            </a:extLst>
          </p:cNvPr>
          <p:cNvPicPr/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4648200"/>
            <a:ext cx="1371600" cy="1371600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B77AE99A-D7DB-4B2E-993A-7B29D0F53539}"/>
              </a:ext>
            </a:extLst>
          </p:cNvPr>
          <p:cNvPicPr/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4648200"/>
            <a:ext cx="1371600" cy="1371600"/>
          </a:xfrm>
          <a:prstGeom prst="rect">
            <a:avLst/>
          </a:prstGeom>
        </p:spPr>
      </p:pic>
      <p:graphicFrame>
        <p:nvGraphicFramePr>
          <p:cNvPr id="93" name="Table 92">
            <a:extLst>
              <a:ext uri="{FF2B5EF4-FFF2-40B4-BE49-F238E27FC236}">
                <a16:creationId xmlns:a16="http://schemas.microsoft.com/office/drawing/2014/main" id="{ACE73C70-027E-43DD-A894-ACDBD5888B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3345185"/>
              </p:ext>
            </p:extLst>
          </p:nvPr>
        </p:nvGraphicFramePr>
        <p:xfrm>
          <a:off x="399288" y="6153912"/>
          <a:ext cx="3116262" cy="372555"/>
        </p:xfrm>
        <a:graphic>
          <a:graphicData uri="http://schemas.openxmlformats.org/drawingml/2006/table">
            <a:tbl>
              <a:tblPr/>
              <a:tblGrid>
                <a:gridCol w="3116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  Which graph represents the function </a:t>
                      </a:r>
                      <a:b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    ?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4" name="Object 93">
            <a:extLst>
              <a:ext uri="{FF2B5EF4-FFF2-40B4-BE49-F238E27FC236}">
                <a16:creationId xmlns:a16="http://schemas.microsoft.com/office/drawing/2014/main" id="{5E86DAAC-BFD7-4EFF-9376-22B41AC488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5530223"/>
              </p:ext>
            </p:extLst>
          </p:nvPr>
        </p:nvGraphicFramePr>
        <p:xfrm>
          <a:off x="685800" y="6333744"/>
          <a:ext cx="9779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9" name="Equation" r:id="rId12" imgW="977760" imgH="228600" progId="Equation.DSMT4">
                  <p:embed/>
                </p:oleObj>
              </mc:Choice>
              <mc:Fallback>
                <p:oleObj name="Equation" r:id="rId12" imgW="977760" imgH="228600" progId="Equation.DSMT4">
                  <p:embed/>
                  <p:pic>
                    <p:nvPicPr>
                      <p:cNvPr id="18" name="Object 17">
                        <a:extLst>
                          <a:ext uri="{FF2B5EF4-FFF2-40B4-BE49-F238E27FC236}">
                            <a16:creationId xmlns:a16="http://schemas.microsoft.com/office/drawing/2014/main" id="{D96FDB9C-BD81-4CF2-BB53-A9FD7ED890C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85800" y="6333744"/>
                        <a:ext cx="9779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" name="Rectangle 94">
            <a:extLst>
              <a:ext uri="{FF2B5EF4-FFF2-40B4-BE49-F238E27FC236}">
                <a16:creationId xmlns:a16="http://schemas.microsoft.com/office/drawing/2014/main" id="{C6F99111-B347-48AF-8C1A-010BEAE940DC}"/>
              </a:ext>
            </a:extLst>
          </p:cNvPr>
          <p:cNvSpPr/>
          <p:nvPr/>
        </p:nvSpPr>
        <p:spPr>
          <a:xfrm>
            <a:off x="533400" y="6705600"/>
            <a:ext cx="36740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A. </a:t>
            </a:r>
            <a:endParaRPr lang="en-US" dirty="0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3CF61EFB-2838-4778-8B75-F752139B9C1E}"/>
              </a:ext>
            </a:extLst>
          </p:cNvPr>
          <p:cNvSpPr/>
          <p:nvPr/>
        </p:nvSpPr>
        <p:spPr>
          <a:xfrm>
            <a:off x="2209800" y="6705600"/>
            <a:ext cx="32573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B.</a:t>
            </a:r>
            <a:endParaRPr lang="en-US" dirty="0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07194896-33AF-41E7-AC83-92094DFBD417}"/>
              </a:ext>
            </a:extLst>
          </p:cNvPr>
          <p:cNvSpPr/>
          <p:nvPr/>
        </p:nvSpPr>
        <p:spPr>
          <a:xfrm>
            <a:off x="533400" y="8201890"/>
            <a:ext cx="32412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C.</a:t>
            </a:r>
            <a:endParaRPr lang="en-US" dirty="0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E5D216D1-8EB5-43B4-AFED-6A392C0A1682}"/>
              </a:ext>
            </a:extLst>
          </p:cNvPr>
          <p:cNvSpPr/>
          <p:nvPr/>
        </p:nvSpPr>
        <p:spPr>
          <a:xfrm>
            <a:off x="2209800" y="8201890"/>
            <a:ext cx="33695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D.</a:t>
            </a:r>
            <a:endParaRPr lang="en-US" dirty="0"/>
          </a:p>
        </p:txBody>
      </p:sp>
      <p:pic>
        <p:nvPicPr>
          <p:cNvPr id="99" name="Picture 98">
            <a:extLst>
              <a:ext uri="{FF2B5EF4-FFF2-40B4-BE49-F238E27FC236}">
                <a16:creationId xmlns:a16="http://schemas.microsoft.com/office/drawing/2014/main" id="{F83B7C84-F788-43BF-A5E6-2B7150960A37}"/>
              </a:ext>
            </a:extLst>
          </p:cNvPr>
          <p:cNvPicPr/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6705600"/>
            <a:ext cx="1380490" cy="1380490"/>
          </a:xfrm>
          <a:prstGeom prst="rect">
            <a:avLst/>
          </a:prstGeom>
        </p:spPr>
      </p:pic>
      <p:pic>
        <p:nvPicPr>
          <p:cNvPr id="100" name="Picture 99">
            <a:extLst>
              <a:ext uri="{FF2B5EF4-FFF2-40B4-BE49-F238E27FC236}">
                <a16:creationId xmlns:a16="http://schemas.microsoft.com/office/drawing/2014/main" id="{BEF93835-5FCC-42AC-A8AE-30FFB63E6A8D}"/>
              </a:ext>
            </a:extLst>
          </p:cNvPr>
          <p:cNvPicPr/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6705600"/>
            <a:ext cx="1371600" cy="1371600"/>
          </a:xfrm>
          <a:prstGeom prst="rect">
            <a:avLst/>
          </a:prstGeom>
        </p:spPr>
      </p:pic>
      <p:graphicFrame>
        <p:nvGraphicFramePr>
          <p:cNvPr id="101" name="Table 100">
            <a:extLst>
              <a:ext uri="{FF2B5EF4-FFF2-40B4-BE49-F238E27FC236}">
                <a16:creationId xmlns:a16="http://schemas.microsoft.com/office/drawing/2014/main" id="{A4B9CB9C-4992-406E-89E0-510B57CEF7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4585941"/>
              </p:ext>
            </p:extLst>
          </p:nvPr>
        </p:nvGraphicFramePr>
        <p:xfrm>
          <a:off x="3886201" y="505968"/>
          <a:ext cx="3581400" cy="179769"/>
        </p:xfrm>
        <a:graphic>
          <a:graphicData uri="http://schemas.openxmlformats.org/drawingml/2006/table">
            <a:tbl>
              <a:tblPr/>
              <a:tblGrid>
                <a:gridCol w="3581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  Which function has a range of                   ?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2" name="Object 101">
            <a:extLst>
              <a:ext uri="{FF2B5EF4-FFF2-40B4-BE49-F238E27FC236}">
                <a16:creationId xmlns:a16="http://schemas.microsoft.com/office/drawing/2014/main" id="{8DCBFE93-DCE2-4373-A14E-16858A3B5D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935348"/>
              </p:ext>
            </p:extLst>
          </p:nvPr>
        </p:nvGraphicFramePr>
        <p:xfrm>
          <a:off x="6382512" y="478536"/>
          <a:ext cx="6858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0" name="Equation" r:id="rId16" imgW="685800" imgH="253800" progId="Equation.DSMT4">
                  <p:embed/>
                </p:oleObj>
              </mc:Choice>
              <mc:Fallback>
                <p:oleObj name="Equation" r:id="rId16" imgW="685800" imgH="253800" progId="Equation.DSMT4">
                  <p:embed/>
                  <p:pic>
                    <p:nvPicPr>
                      <p:cNvPr id="28" name="Object 27">
                        <a:extLst>
                          <a:ext uri="{FF2B5EF4-FFF2-40B4-BE49-F238E27FC236}">
                            <a16:creationId xmlns:a16="http://schemas.microsoft.com/office/drawing/2014/main" id="{FBB0B402-FE22-4DAC-AA78-F3B99F8392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6382512" y="478536"/>
                        <a:ext cx="6858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" name="Text Box 5">
            <a:extLst>
              <a:ext uri="{FF2B5EF4-FFF2-40B4-BE49-F238E27FC236}">
                <a16:creationId xmlns:a16="http://schemas.microsoft.com/office/drawing/2014/main" id="{9B4E3ABB-D4D4-4AF6-B5DE-7443C27B16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2286000"/>
            <a:ext cx="3186430" cy="683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                               C.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                               D.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Text Box 5">
            <a:extLst>
              <a:ext uri="{FF2B5EF4-FFF2-40B4-BE49-F238E27FC236}">
                <a16:creationId xmlns:a16="http://schemas.microsoft.com/office/drawing/2014/main" id="{C9BC279A-830C-465D-B6C2-A11DA80C2D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893064"/>
            <a:ext cx="3186430" cy="707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                               C.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                               D.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A7399EBA-B803-44A7-83C6-B79423167CD0}"/>
              </a:ext>
            </a:extLst>
          </p:cNvPr>
          <p:cNvSpPr/>
          <p:nvPr/>
        </p:nvSpPr>
        <p:spPr>
          <a:xfrm>
            <a:off x="3904488" y="1639824"/>
            <a:ext cx="356311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4.  The function                             is increasing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      through the interval –</a:t>
            </a:r>
            <a:endParaRPr lang="en-US" dirty="0"/>
          </a:p>
        </p:txBody>
      </p:sp>
      <p:graphicFrame>
        <p:nvGraphicFramePr>
          <p:cNvPr id="106" name="Object 105">
            <a:extLst>
              <a:ext uri="{FF2B5EF4-FFF2-40B4-BE49-F238E27FC236}">
                <a16:creationId xmlns:a16="http://schemas.microsoft.com/office/drawing/2014/main" id="{D76E7E93-A611-4649-824C-AF22721378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8913354"/>
              </p:ext>
            </p:extLst>
          </p:nvPr>
        </p:nvGraphicFramePr>
        <p:xfrm>
          <a:off x="5105400" y="1655064"/>
          <a:ext cx="11557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1" name="Equation" r:id="rId18" imgW="1155600" imgH="253800" progId="Equation.DSMT4">
                  <p:embed/>
                </p:oleObj>
              </mc:Choice>
              <mc:Fallback>
                <p:oleObj name="Equation" r:id="rId18" imgW="1155600" imgH="253800" progId="Equation.DSMT4">
                  <p:embed/>
                  <p:pic>
                    <p:nvPicPr>
                      <p:cNvPr id="33" name="Object 32">
                        <a:extLst>
                          <a:ext uri="{FF2B5EF4-FFF2-40B4-BE49-F238E27FC236}">
                            <a16:creationId xmlns:a16="http://schemas.microsoft.com/office/drawing/2014/main" id="{D61BAEF1-5329-4DBD-980B-C10B54AC03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5105400" y="1655064"/>
                        <a:ext cx="11557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" name="Rectangle 106">
            <a:extLst>
              <a:ext uri="{FF2B5EF4-FFF2-40B4-BE49-F238E27FC236}">
                <a16:creationId xmlns:a16="http://schemas.microsoft.com/office/drawing/2014/main" id="{875AA249-1CA1-435A-B74B-F7A7F5C66407}"/>
              </a:ext>
            </a:extLst>
          </p:cNvPr>
          <p:cNvSpPr/>
          <p:nvPr/>
        </p:nvSpPr>
        <p:spPr>
          <a:xfrm>
            <a:off x="3913632" y="6220968"/>
            <a:ext cx="355396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7.  What are the turning points of the function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                                               ?</a:t>
            </a:r>
            <a:endParaRPr lang="en-US" dirty="0"/>
          </a:p>
        </p:txBody>
      </p:sp>
      <p:graphicFrame>
        <p:nvGraphicFramePr>
          <p:cNvPr id="108" name="Object 107">
            <a:extLst>
              <a:ext uri="{FF2B5EF4-FFF2-40B4-BE49-F238E27FC236}">
                <a16:creationId xmlns:a16="http://schemas.microsoft.com/office/drawing/2014/main" id="{0B3E16AF-3520-404F-82B3-66A642D2BF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6029003"/>
              </p:ext>
            </p:extLst>
          </p:nvPr>
        </p:nvGraphicFramePr>
        <p:xfrm>
          <a:off x="4191000" y="6409944"/>
          <a:ext cx="17526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2" name="Equation" r:id="rId20" imgW="1752480" imgH="228600" progId="Equation.DSMT4">
                  <p:embed/>
                </p:oleObj>
              </mc:Choice>
              <mc:Fallback>
                <p:oleObj name="Equation" r:id="rId20" imgW="1752480" imgH="228600" progId="Equation.DSMT4">
                  <p:embed/>
                  <p:pic>
                    <p:nvPicPr>
                      <p:cNvPr id="40" name="Object 39">
                        <a:extLst>
                          <a:ext uri="{FF2B5EF4-FFF2-40B4-BE49-F238E27FC236}">
                            <a16:creationId xmlns:a16="http://schemas.microsoft.com/office/drawing/2014/main" id="{544DAC91-1B94-48BC-AA8E-032BB395D1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4191000" y="6409944"/>
                        <a:ext cx="17526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" name="Text Box 98">
            <a:extLst>
              <a:ext uri="{FF2B5EF4-FFF2-40B4-BE49-F238E27FC236}">
                <a16:creationId xmlns:a16="http://schemas.microsoft.com/office/drawing/2014/main" id="{FCE0AE7F-9549-43E9-8876-CE3582D19F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6934200"/>
            <a:ext cx="2328545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                       </a:t>
            </a:r>
            <a: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          </a:t>
            </a:r>
            <a: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            </a:t>
            </a:r>
            <a: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          </a:t>
            </a:r>
            <a: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11610CFF-D148-4C6A-991A-5A1FA3A5E399}"/>
              </a:ext>
            </a:extLst>
          </p:cNvPr>
          <p:cNvSpPr/>
          <p:nvPr/>
        </p:nvSpPr>
        <p:spPr>
          <a:xfrm>
            <a:off x="3913632" y="7973568"/>
            <a:ext cx="262604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8.  For which function is -4 a zero?</a:t>
            </a:r>
            <a:endParaRPr lang="en-US" dirty="0"/>
          </a:p>
        </p:txBody>
      </p:sp>
      <p:sp>
        <p:nvSpPr>
          <p:cNvPr id="111" name="Text Box 14">
            <a:extLst>
              <a:ext uri="{FF2B5EF4-FFF2-40B4-BE49-F238E27FC236}">
                <a16:creationId xmlns:a16="http://schemas.microsoft.com/office/drawing/2014/main" id="{4B410CC8-3DDD-4D20-BA89-1007EDA61D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8451272"/>
            <a:ext cx="204089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 </a:t>
            </a: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2" name="Object 111">
            <a:extLst>
              <a:ext uri="{FF2B5EF4-FFF2-40B4-BE49-F238E27FC236}">
                <a16:creationId xmlns:a16="http://schemas.microsoft.com/office/drawing/2014/main" id="{5A55F923-2D06-40AA-A8F3-D40859646C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8913844"/>
              </p:ext>
            </p:extLst>
          </p:nvPr>
        </p:nvGraphicFramePr>
        <p:xfrm>
          <a:off x="4419600" y="969264"/>
          <a:ext cx="8255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3" name="Equation" r:id="rId22" imgW="825480" imgH="228600" progId="Equation.DSMT4">
                  <p:embed/>
                </p:oleObj>
              </mc:Choice>
              <mc:Fallback>
                <p:oleObj name="Equation" r:id="rId22" imgW="825480" imgH="228600" progId="Equation.DSMT4">
                  <p:embed/>
                  <p:pic>
                    <p:nvPicPr>
                      <p:cNvPr id="44" name="Object 43">
                        <a:extLst>
                          <a:ext uri="{FF2B5EF4-FFF2-40B4-BE49-F238E27FC236}">
                            <a16:creationId xmlns:a16="http://schemas.microsoft.com/office/drawing/2014/main" id="{05CFF577-703A-459D-B878-345FDD1477E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4419600" y="969264"/>
                        <a:ext cx="8255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" name="Object 112">
            <a:extLst>
              <a:ext uri="{FF2B5EF4-FFF2-40B4-BE49-F238E27FC236}">
                <a16:creationId xmlns:a16="http://schemas.microsoft.com/office/drawing/2014/main" id="{CF2BDD8A-DDDF-421C-B7FD-B5D0E12F99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2221334"/>
              </p:ext>
            </p:extLst>
          </p:nvPr>
        </p:nvGraphicFramePr>
        <p:xfrm>
          <a:off x="4370832" y="1286256"/>
          <a:ext cx="11176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4" name="Equation" r:id="rId24" imgW="1117440" imgH="253800" progId="Equation.DSMT4">
                  <p:embed/>
                </p:oleObj>
              </mc:Choice>
              <mc:Fallback>
                <p:oleObj name="Equation" r:id="rId24" imgW="1117440" imgH="253800" progId="Equation.DSMT4">
                  <p:embed/>
                  <p:pic>
                    <p:nvPicPr>
                      <p:cNvPr id="45" name="Object 44">
                        <a:extLst>
                          <a:ext uri="{FF2B5EF4-FFF2-40B4-BE49-F238E27FC236}">
                            <a16:creationId xmlns:a16="http://schemas.microsoft.com/office/drawing/2014/main" id="{0311509F-00A8-44BA-9C58-1C4CB860BB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4370832" y="1286256"/>
                        <a:ext cx="11176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" name="Object 113">
            <a:extLst>
              <a:ext uri="{FF2B5EF4-FFF2-40B4-BE49-F238E27FC236}">
                <a16:creationId xmlns:a16="http://schemas.microsoft.com/office/drawing/2014/main" id="{358BB0CB-A5C9-4BB3-865F-816B888FB2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2850636"/>
              </p:ext>
            </p:extLst>
          </p:nvPr>
        </p:nvGraphicFramePr>
        <p:xfrm>
          <a:off x="5867400" y="932688"/>
          <a:ext cx="11430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5" name="Equation" r:id="rId26" imgW="1143000" imgH="253800" progId="Equation.DSMT4">
                  <p:embed/>
                </p:oleObj>
              </mc:Choice>
              <mc:Fallback>
                <p:oleObj name="Equation" r:id="rId26" imgW="1143000" imgH="253800" progId="Equation.DSMT4">
                  <p:embed/>
                  <p:pic>
                    <p:nvPicPr>
                      <p:cNvPr id="46" name="Object 45">
                        <a:extLst>
                          <a:ext uri="{FF2B5EF4-FFF2-40B4-BE49-F238E27FC236}">
                            <a16:creationId xmlns:a16="http://schemas.microsoft.com/office/drawing/2014/main" id="{95657ACC-C017-487A-8F0F-A1E33EBA3A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5867400" y="932688"/>
                        <a:ext cx="11430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" name="Object 114">
            <a:extLst>
              <a:ext uri="{FF2B5EF4-FFF2-40B4-BE49-F238E27FC236}">
                <a16:creationId xmlns:a16="http://schemas.microsoft.com/office/drawing/2014/main" id="{3D3D9030-2DBD-4313-B5DF-342A4A0EF1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9077865"/>
              </p:ext>
            </p:extLst>
          </p:nvPr>
        </p:nvGraphicFramePr>
        <p:xfrm>
          <a:off x="5867400" y="1295400"/>
          <a:ext cx="8128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6" name="Equation" r:id="rId28" imgW="812520" imgH="228600" progId="Equation.DSMT4">
                  <p:embed/>
                </p:oleObj>
              </mc:Choice>
              <mc:Fallback>
                <p:oleObj name="Equation" r:id="rId28" imgW="812520" imgH="228600" progId="Equation.DSMT4">
                  <p:embed/>
                  <p:pic>
                    <p:nvPicPr>
                      <p:cNvPr id="47" name="Object 46">
                        <a:extLst>
                          <a:ext uri="{FF2B5EF4-FFF2-40B4-BE49-F238E27FC236}">
                            <a16:creationId xmlns:a16="http://schemas.microsoft.com/office/drawing/2014/main" id="{1D44329B-B379-4754-A91A-4909D060763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5867400" y="1295400"/>
                        <a:ext cx="8128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" name="Object 115">
            <a:extLst>
              <a:ext uri="{FF2B5EF4-FFF2-40B4-BE49-F238E27FC236}">
                <a16:creationId xmlns:a16="http://schemas.microsoft.com/office/drawing/2014/main" id="{180D5435-9B62-4B2E-9850-CB2399454D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085386"/>
              </p:ext>
            </p:extLst>
          </p:nvPr>
        </p:nvGraphicFramePr>
        <p:xfrm>
          <a:off x="4419600" y="6982968"/>
          <a:ext cx="9652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7" name="Equation" r:id="rId30" imgW="965160" imgH="228600" progId="Equation.DSMT4">
                  <p:embed/>
                </p:oleObj>
              </mc:Choice>
              <mc:Fallback>
                <p:oleObj name="Equation" r:id="rId30" imgW="965160" imgH="228600" progId="Equation.DSMT4">
                  <p:embed/>
                  <p:pic>
                    <p:nvPicPr>
                      <p:cNvPr id="62" name="Object 61">
                        <a:extLst>
                          <a:ext uri="{FF2B5EF4-FFF2-40B4-BE49-F238E27FC236}">
                            <a16:creationId xmlns:a16="http://schemas.microsoft.com/office/drawing/2014/main" id="{44123D45-76F4-495D-8125-440E98EB48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4419600" y="6982968"/>
                        <a:ext cx="9652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" name="Object 116">
            <a:extLst>
              <a:ext uri="{FF2B5EF4-FFF2-40B4-BE49-F238E27FC236}">
                <a16:creationId xmlns:a16="http://schemas.microsoft.com/office/drawing/2014/main" id="{2C0761F3-8700-4588-94BF-5167708E83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7920786"/>
              </p:ext>
            </p:extLst>
          </p:nvPr>
        </p:nvGraphicFramePr>
        <p:xfrm>
          <a:off x="5687568" y="6979920"/>
          <a:ext cx="4318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8" name="Equation" r:id="rId32" imgW="431640" imgH="228600" progId="Equation.DSMT4">
                  <p:embed/>
                </p:oleObj>
              </mc:Choice>
              <mc:Fallback>
                <p:oleObj name="Equation" r:id="rId32" imgW="431640" imgH="228600" progId="Equation.DSMT4">
                  <p:embed/>
                  <p:pic>
                    <p:nvPicPr>
                      <p:cNvPr id="63" name="Object 62">
                        <a:extLst>
                          <a:ext uri="{FF2B5EF4-FFF2-40B4-BE49-F238E27FC236}">
                            <a16:creationId xmlns:a16="http://schemas.microsoft.com/office/drawing/2014/main" id="{AC18EE39-53CF-4395-B30B-39B0BBE0E47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5687568" y="6979920"/>
                        <a:ext cx="4318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" name="Object 117">
            <a:extLst>
              <a:ext uri="{FF2B5EF4-FFF2-40B4-BE49-F238E27FC236}">
                <a16:creationId xmlns:a16="http://schemas.microsoft.com/office/drawing/2014/main" id="{BB5FACB6-AA45-4C3C-9D56-3EE0A50E81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1491095"/>
              </p:ext>
            </p:extLst>
          </p:nvPr>
        </p:nvGraphicFramePr>
        <p:xfrm>
          <a:off x="4419600" y="7208520"/>
          <a:ext cx="4318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9" name="Equation" r:id="rId34" imgW="431640" imgH="228600" progId="Equation.DSMT4">
                  <p:embed/>
                </p:oleObj>
              </mc:Choice>
              <mc:Fallback>
                <p:oleObj name="Equation" r:id="rId34" imgW="431640" imgH="228600" progId="Equation.DSMT4">
                  <p:embed/>
                  <p:pic>
                    <p:nvPicPr>
                      <p:cNvPr id="64" name="Object 63">
                        <a:extLst>
                          <a:ext uri="{FF2B5EF4-FFF2-40B4-BE49-F238E27FC236}">
                            <a16:creationId xmlns:a16="http://schemas.microsoft.com/office/drawing/2014/main" id="{DBD2AB73-0B7E-4943-91D0-4FE0C074C1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4419600" y="7208520"/>
                        <a:ext cx="4318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" name="Object 118">
            <a:extLst>
              <a:ext uri="{FF2B5EF4-FFF2-40B4-BE49-F238E27FC236}">
                <a16:creationId xmlns:a16="http://schemas.microsoft.com/office/drawing/2014/main" id="{2661B5A3-B490-4ACB-8193-391D277B5C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2455179"/>
              </p:ext>
            </p:extLst>
          </p:nvPr>
        </p:nvGraphicFramePr>
        <p:xfrm>
          <a:off x="5123688" y="7199376"/>
          <a:ext cx="4318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00" name="Equation" r:id="rId36" imgW="431640" imgH="228600" progId="Equation.DSMT4">
                  <p:embed/>
                </p:oleObj>
              </mc:Choice>
              <mc:Fallback>
                <p:oleObj name="Equation" r:id="rId36" imgW="431640" imgH="228600" progId="Equation.DSMT4">
                  <p:embed/>
                  <p:pic>
                    <p:nvPicPr>
                      <p:cNvPr id="65" name="Object 64">
                        <a:extLst>
                          <a:ext uri="{FF2B5EF4-FFF2-40B4-BE49-F238E27FC236}">
                            <a16:creationId xmlns:a16="http://schemas.microsoft.com/office/drawing/2014/main" id="{ECDB0190-9136-4E19-A632-0454C9D5E7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5123688" y="7199376"/>
                        <a:ext cx="4318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" name="Object 119">
            <a:extLst>
              <a:ext uri="{FF2B5EF4-FFF2-40B4-BE49-F238E27FC236}">
                <a16:creationId xmlns:a16="http://schemas.microsoft.com/office/drawing/2014/main" id="{9345EF81-2198-4298-BE3A-1011899345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0701014"/>
              </p:ext>
            </p:extLst>
          </p:nvPr>
        </p:nvGraphicFramePr>
        <p:xfrm>
          <a:off x="4428744" y="7427976"/>
          <a:ext cx="5080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01" name="Equation" r:id="rId38" imgW="507960" imgH="228600" progId="Equation.DSMT4">
                  <p:embed/>
                </p:oleObj>
              </mc:Choice>
              <mc:Fallback>
                <p:oleObj name="Equation" r:id="rId38" imgW="507960" imgH="228600" progId="Equation.DSMT4">
                  <p:embed/>
                  <p:pic>
                    <p:nvPicPr>
                      <p:cNvPr id="66" name="Object 65">
                        <a:extLst>
                          <a:ext uri="{FF2B5EF4-FFF2-40B4-BE49-F238E27FC236}">
                            <a16:creationId xmlns:a16="http://schemas.microsoft.com/office/drawing/2014/main" id="{893D8C6F-D5BD-46C8-B1EF-AF69981A6B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4428744" y="7427976"/>
                        <a:ext cx="5080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" name="Object 120">
            <a:extLst>
              <a:ext uri="{FF2B5EF4-FFF2-40B4-BE49-F238E27FC236}">
                <a16:creationId xmlns:a16="http://schemas.microsoft.com/office/drawing/2014/main" id="{5BAD0132-7BC3-4AA9-A3A5-FFE4ED9133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7656681"/>
              </p:ext>
            </p:extLst>
          </p:nvPr>
        </p:nvGraphicFramePr>
        <p:xfrm>
          <a:off x="5212080" y="7418832"/>
          <a:ext cx="5080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02" name="Equation" r:id="rId40" imgW="507960" imgH="228600" progId="Equation.DSMT4">
                  <p:embed/>
                </p:oleObj>
              </mc:Choice>
              <mc:Fallback>
                <p:oleObj name="Equation" r:id="rId40" imgW="507960" imgH="228600" progId="Equation.DSMT4">
                  <p:embed/>
                  <p:pic>
                    <p:nvPicPr>
                      <p:cNvPr id="67" name="Object 66">
                        <a:extLst>
                          <a:ext uri="{FF2B5EF4-FFF2-40B4-BE49-F238E27FC236}">
                            <a16:creationId xmlns:a16="http://schemas.microsoft.com/office/drawing/2014/main" id="{705B21BE-793F-43B3-A358-9A381C10D3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5212080" y="7418832"/>
                        <a:ext cx="5080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" name="Object 121">
            <a:extLst>
              <a:ext uri="{FF2B5EF4-FFF2-40B4-BE49-F238E27FC236}">
                <a16:creationId xmlns:a16="http://schemas.microsoft.com/office/drawing/2014/main" id="{3C5B2309-BF42-463E-84F0-E8B85AFB57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4541212"/>
              </p:ext>
            </p:extLst>
          </p:nvPr>
        </p:nvGraphicFramePr>
        <p:xfrm>
          <a:off x="4437888" y="7629144"/>
          <a:ext cx="4318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03" name="Equation" r:id="rId42" imgW="431640" imgH="228600" progId="Equation.DSMT4">
                  <p:embed/>
                </p:oleObj>
              </mc:Choice>
              <mc:Fallback>
                <p:oleObj name="Equation" r:id="rId42" imgW="431640" imgH="228600" progId="Equation.DSMT4">
                  <p:embed/>
                  <p:pic>
                    <p:nvPicPr>
                      <p:cNvPr id="68" name="Object 67">
                        <a:extLst>
                          <a:ext uri="{FF2B5EF4-FFF2-40B4-BE49-F238E27FC236}">
                            <a16:creationId xmlns:a16="http://schemas.microsoft.com/office/drawing/2014/main" id="{EAFAD66A-3275-4DDD-A8C2-D6C5E4CC36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4437888" y="7629144"/>
                        <a:ext cx="4318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" name="Object 122">
            <a:extLst>
              <a:ext uri="{FF2B5EF4-FFF2-40B4-BE49-F238E27FC236}">
                <a16:creationId xmlns:a16="http://schemas.microsoft.com/office/drawing/2014/main" id="{DF3C2E42-1E65-4756-891F-160E19FA84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7759554"/>
              </p:ext>
            </p:extLst>
          </p:nvPr>
        </p:nvGraphicFramePr>
        <p:xfrm>
          <a:off x="5145024" y="7629144"/>
          <a:ext cx="5080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04" name="Equation" r:id="rId44" imgW="507960" imgH="228600" progId="Equation.DSMT4">
                  <p:embed/>
                </p:oleObj>
              </mc:Choice>
              <mc:Fallback>
                <p:oleObj name="Equation" r:id="rId44" imgW="507960" imgH="228600" progId="Equation.DSMT4">
                  <p:embed/>
                  <p:pic>
                    <p:nvPicPr>
                      <p:cNvPr id="69" name="Object 68">
                        <a:extLst>
                          <a:ext uri="{FF2B5EF4-FFF2-40B4-BE49-F238E27FC236}">
                            <a16:creationId xmlns:a16="http://schemas.microsoft.com/office/drawing/2014/main" id="{725C0331-A5D6-41C9-A7B9-2D7647AABD4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5145024" y="7629144"/>
                        <a:ext cx="5080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4" name="Object 123">
            <a:extLst>
              <a:ext uri="{FF2B5EF4-FFF2-40B4-BE49-F238E27FC236}">
                <a16:creationId xmlns:a16="http://schemas.microsoft.com/office/drawing/2014/main" id="{B873A7D9-28E3-4C39-A928-1421B7C4D0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885521"/>
              </p:ext>
            </p:extLst>
          </p:nvPr>
        </p:nvGraphicFramePr>
        <p:xfrm>
          <a:off x="4495800" y="8506135"/>
          <a:ext cx="13589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05" name="Equation" r:id="rId46" imgW="1358640" imgH="228600" progId="Equation.DSMT4">
                  <p:embed/>
                </p:oleObj>
              </mc:Choice>
              <mc:Fallback>
                <p:oleObj name="Equation" r:id="rId46" imgW="1358640" imgH="228600" progId="Equation.DSMT4">
                  <p:embed/>
                  <p:pic>
                    <p:nvPicPr>
                      <p:cNvPr id="70" name="Object 69">
                        <a:extLst>
                          <a:ext uri="{FF2B5EF4-FFF2-40B4-BE49-F238E27FC236}">
                            <a16:creationId xmlns:a16="http://schemas.microsoft.com/office/drawing/2014/main" id="{2D9592C6-3EEA-4F73-932A-6F68D8D836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4495800" y="8506135"/>
                        <a:ext cx="13589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" name="Object 124">
            <a:extLst>
              <a:ext uri="{FF2B5EF4-FFF2-40B4-BE49-F238E27FC236}">
                <a16:creationId xmlns:a16="http://schemas.microsoft.com/office/drawing/2014/main" id="{CC2DD9C2-E9DA-4AF4-812C-48D9B38FD6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7996858"/>
              </p:ext>
            </p:extLst>
          </p:nvPr>
        </p:nvGraphicFramePr>
        <p:xfrm>
          <a:off x="4495800" y="8756071"/>
          <a:ext cx="12319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06" name="Equation" r:id="rId48" imgW="1231560" imgH="228600" progId="Equation.DSMT4">
                  <p:embed/>
                </p:oleObj>
              </mc:Choice>
              <mc:Fallback>
                <p:oleObj name="Equation" r:id="rId48" imgW="1231560" imgH="228600" progId="Equation.DSMT4">
                  <p:embed/>
                  <p:pic>
                    <p:nvPicPr>
                      <p:cNvPr id="71" name="Object 70">
                        <a:extLst>
                          <a:ext uri="{FF2B5EF4-FFF2-40B4-BE49-F238E27FC236}">
                            <a16:creationId xmlns:a16="http://schemas.microsoft.com/office/drawing/2014/main" id="{E7FC70DD-A56B-4D3A-B8B5-E33ECA596B1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4495800" y="8756071"/>
                        <a:ext cx="12319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" name="Object 125">
            <a:extLst>
              <a:ext uri="{FF2B5EF4-FFF2-40B4-BE49-F238E27FC236}">
                <a16:creationId xmlns:a16="http://schemas.microsoft.com/office/drawing/2014/main" id="{514FF647-D433-4F23-AEBE-B13428A78A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2330243"/>
              </p:ext>
            </p:extLst>
          </p:nvPr>
        </p:nvGraphicFramePr>
        <p:xfrm>
          <a:off x="4486656" y="9021247"/>
          <a:ext cx="12827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07" name="Equation" r:id="rId50" imgW="1282680" imgH="228600" progId="Equation.DSMT4">
                  <p:embed/>
                </p:oleObj>
              </mc:Choice>
              <mc:Fallback>
                <p:oleObj name="Equation" r:id="rId50" imgW="1282680" imgH="228600" progId="Equation.DSMT4">
                  <p:embed/>
                  <p:pic>
                    <p:nvPicPr>
                      <p:cNvPr id="72" name="Object 71">
                        <a:extLst>
                          <a:ext uri="{FF2B5EF4-FFF2-40B4-BE49-F238E27FC236}">
                            <a16:creationId xmlns:a16="http://schemas.microsoft.com/office/drawing/2014/main" id="{48A2A784-9488-47E0-9681-4B37A42E25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1"/>
                      <a:stretch>
                        <a:fillRect/>
                      </a:stretch>
                    </p:blipFill>
                    <p:spPr>
                      <a:xfrm>
                        <a:off x="4486656" y="9021247"/>
                        <a:ext cx="12827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7" name="Object 126">
            <a:extLst>
              <a:ext uri="{FF2B5EF4-FFF2-40B4-BE49-F238E27FC236}">
                <a16:creationId xmlns:a16="http://schemas.microsoft.com/office/drawing/2014/main" id="{F30C605D-4D5F-44DA-A0D9-B0C0162AD0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4651844"/>
              </p:ext>
            </p:extLst>
          </p:nvPr>
        </p:nvGraphicFramePr>
        <p:xfrm>
          <a:off x="4495800" y="9289471"/>
          <a:ext cx="12700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08" name="Equation" r:id="rId52" imgW="1269720" imgH="228600" progId="Equation.DSMT4">
                  <p:embed/>
                </p:oleObj>
              </mc:Choice>
              <mc:Fallback>
                <p:oleObj name="Equation" r:id="rId52" imgW="1269720" imgH="228600" progId="Equation.DSMT4">
                  <p:embed/>
                  <p:pic>
                    <p:nvPicPr>
                      <p:cNvPr id="73" name="Object 72">
                        <a:extLst>
                          <a:ext uri="{FF2B5EF4-FFF2-40B4-BE49-F238E27FC236}">
                            <a16:creationId xmlns:a16="http://schemas.microsoft.com/office/drawing/2014/main" id="{3B8DEE91-509F-4D5E-A8D4-B1EF83ABDE3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3"/>
                      <a:stretch>
                        <a:fillRect/>
                      </a:stretch>
                    </p:blipFill>
                    <p:spPr>
                      <a:xfrm>
                        <a:off x="4495800" y="9289471"/>
                        <a:ext cx="12700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79271668-D9C3-48EE-AD2D-39FCE118432E}"/>
              </a:ext>
            </a:extLst>
          </p:cNvPr>
          <p:cNvCxnSpPr>
            <a:cxnSpLocks/>
          </p:cNvCxnSpPr>
          <p:nvPr/>
        </p:nvCxnSpPr>
        <p:spPr>
          <a:xfrm>
            <a:off x="3953573" y="1602436"/>
            <a:ext cx="34930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D2790D78-2DEC-43DC-9A79-AC43F135385A}"/>
              </a:ext>
            </a:extLst>
          </p:cNvPr>
          <p:cNvCxnSpPr>
            <a:cxnSpLocks/>
          </p:cNvCxnSpPr>
          <p:nvPr/>
        </p:nvCxnSpPr>
        <p:spPr>
          <a:xfrm>
            <a:off x="3953573" y="7973568"/>
            <a:ext cx="34930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8CED3B42-2EB6-4AB6-BFE1-1D3C1733641B}"/>
              </a:ext>
            </a:extLst>
          </p:cNvPr>
          <p:cNvCxnSpPr>
            <a:cxnSpLocks/>
          </p:cNvCxnSpPr>
          <p:nvPr/>
        </p:nvCxnSpPr>
        <p:spPr>
          <a:xfrm>
            <a:off x="488188" y="6098492"/>
            <a:ext cx="34930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Text Box 5">
            <a:extLst>
              <a:ext uri="{FF2B5EF4-FFF2-40B4-BE49-F238E27FC236}">
                <a16:creationId xmlns:a16="http://schemas.microsoft.com/office/drawing/2014/main" id="{BF57AEB6-BC7F-44E8-ADB4-0FE97945F7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5486400"/>
            <a:ext cx="3186430" cy="683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                              C.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                              D.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2" name="Table 131">
            <a:extLst>
              <a:ext uri="{FF2B5EF4-FFF2-40B4-BE49-F238E27FC236}">
                <a16:creationId xmlns:a16="http://schemas.microsoft.com/office/drawing/2014/main" id="{5504CEA5-1A9A-469A-ACAD-6A4AEC869F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2041985"/>
              </p:ext>
            </p:extLst>
          </p:nvPr>
        </p:nvGraphicFramePr>
        <p:xfrm>
          <a:off x="3895344" y="3060192"/>
          <a:ext cx="3421062" cy="372555"/>
        </p:xfrm>
        <a:graphic>
          <a:graphicData uri="http://schemas.openxmlformats.org/drawingml/2006/table">
            <a:tbl>
              <a:tblPr/>
              <a:tblGrid>
                <a:gridCol w="34210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tabLst>
                          <a:tab pos="1588135" algn="ctr"/>
                        </a:tabLst>
                      </a:pP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5. The function                                 </a:t>
                      </a:r>
                      <a:r>
                        <a:rPr lang="en-US" sz="1100" b="1" baseline="0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is </a:t>
                      </a:r>
                      <a:b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decreasing through the interval(s) –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3" name="Object 132">
            <a:extLst>
              <a:ext uri="{FF2B5EF4-FFF2-40B4-BE49-F238E27FC236}">
                <a16:creationId xmlns:a16="http://schemas.microsoft.com/office/drawing/2014/main" id="{D98E19EE-9B53-48E5-90E7-1366056994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5724373"/>
              </p:ext>
            </p:extLst>
          </p:nvPr>
        </p:nvGraphicFramePr>
        <p:xfrm>
          <a:off x="5087112" y="3057144"/>
          <a:ext cx="13462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09" name="Equation" r:id="rId54" imgW="1346040" imgH="228600" progId="Equation.DSMT4">
                  <p:embed/>
                </p:oleObj>
              </mc:Choice>
              <mc:Fallback>
                <p:oleObj name="Equation" r:id="rId54" imgW="1346040" imgH="228600" progId="Equation.DSMT4">
                  <p:embed/>
                  <p:pic>
                    <p:nvPicPr>
                      <p:cNvPr id="35" name="Object 34">
                        <a:extLst>
                          <a:ext uri="{FF2B5EF4-FFF2-40B4-BE49-F238E27FC236}">
                            <a16:creationId xmlns:a16="http://schemas.microsoft.com/office/drawing/2014/main" id="{D0D5BA13-085F-41B2-8D02-6D59510333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5"/>
                      <a:stretch>
                        <a:fillRect/>
                      </a:stretch>
                    </p:blipFill>
                    <p:spPr>
                      <a:xfrm>
                        <a:off x="5087112" y="3057144"/>
                        <a:ext cx="13462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4" name="Text Box 8">
            <a:extLst>
              <a:ext uri="{FF2B5EF4-FFF2-40B4-BE49-F238E27FC236}">
                <a16:creationId xmlns:a16="http://schemas.microsoft.com/office/drawing/2014/main" id="{A00E9474-9496-4C7F-AE3A-96ED04F504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3657600"/>
            <a:ext cx="2301875" cy="1042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                 </a:t>
            </a:r>
            <a: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                   </a:t>
            </a:r>
            <a: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  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 </a:t>
            </a: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DAB5E96C-AA36-4B8C-A39B-52A9B1413E08}"/>
              </a:ext>
            </a:extLst>
          </p:cNvPr>
          <p:cNvSpPr/>
          <p:nvPr/>
        </p:nvSpPr>
        <p:spPr>
          <a:xfrm>
            <a:off x="3916680" y="4696968"/>
            <a:ext cx="355092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6.  Mason translated the function 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      7 units up and 3 units left.  Which equation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      represents the new function? </a:t>
            </a:r>
            <a:endParaRPr lang="en-US" dirty="0"/>
          </a:p>
        </p:txBody>
      </p:sp>
      <p:graphicFrame>
        <p:nvGraphicFramePr>
          <p:cNvPr id="136" name="Object 135">
            <a:extLst>
              <a:ext uri="{FF2B5EF4-FFF2-40B4-BE49-F238E27FC236}">
                <a16:creationId xmlns:a16="http://schemas.microsoft.com/office/drawing/2014/main" id="{3A43D9A3-05BB-460A-A566-FD9B8E2927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8133994"/>
              </p:ext>
            </p:extLst>
          </p:nvPr>
        </p:nvGraphicFramePr>
        <p:xfrm>
          <a:off x="6333744" y="4715256"/>
          <a:ext cx="6477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10" name="Equation" r:id="rId56" imgW="647640" imgH="228600" progId="Equation.DSMT4">
                  <p:embed/>
                </p:oleObj>
              </mc:Choice>
              <mc:Fallback>
                <p:oleObj name="Equation" r:id="rId56" imgW="647640" imgH="228600" progId="Equation.DSMT4">
                  <p:embed/>
                  <p:pic>
                    <p:nvPicPr>
                      <p:cNvPr id="38" name="Object 37">
                        <a:extLst>
                          <a:ext uri="{FF2B5EF4-FFF2-40B4-BE49-F238E27FC236}">
                            <a16:creationId xmlns:a16="http://schemas.microsoft.com/office/drawing/2014/main" id="{1152A491-936A-4E0C-94E4-B617E1540F4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7"/>
                      <a:stretch>
                        <a:fillRect/>
                      </a:stretch>
                    </p:blipFill>
                    <p:spPr>
                      <a:xfrm>
                        <a:off x="6333744" y="4715256"/>
                        <a:ext cx="6477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" name="Object 136">
            <a:extLst>
              <a:ext uri="{FF2B5EF4-FFF2-40B4-BE49-F238E27FC236}">
                <a16:creationId xmlns:a16="http://schemas.microsoft.com/office/drawing/2014/main" id="{76D3E1AC-C1F5-4E65-B1F0-D30081C7F5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9578947"/>
              </p:ext>
            </p:extLst>
          </p:nvPr>
        </p:nvGraphicFramePr>
        <p:xfrm>
          <a:off x="4419600" y="2371344"/>
          <a:ext cx="5588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11" name="Equation" r:id="rId58" imgW="558720" imgH="177480" progId="Equation.DSMT4">
                  <p:embed/>
                </p:oleObj>
              </mc:Choice>
              <mc:Fallback>
                <p:oleObj name="Equation" r:id="rId58" imgW="558720" imgH="177480" progId="Equation.DSMT4">
                  <p:embed/>
                  <p:pic>
                    <p:nvPicPr>
                      <p:cNvPr id="48" name="Object 47">
                        <a:extLst>
                          <a:ext uri="{FF2B5EF4-FFF2-40B4-BE49-F238E27FC236}">
                            <a16:creationId xmlns:a16="http://schemas.microsoft.com/office/drawing/2014/main" id="{E1599391-2E35-4F91-B8B6-D853C3A21A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9"/>
                      <a:stretch>
                        <a:fillRect/>
                      </a:stretch>
                    </p:blipFill>
                    <p:spPr>
                      <a:xfrm>
                        <a:off x="4419600" y="2371344"/>
                        <a:ext cx="5588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" name="Object 137">
            <a:extLst>
              <a:ext uri="{FF2B5EF4-FFF2-40B4-BE49-F238E27FC236}">
                <a16:creationId xmlns:a16="http://schemas.microsoft.com/office/drawing/2014/main" id="{981CC749-1B65-4860-8409-ACFA32CB29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4300323"/>
              </p:ext>
            </p:extLst>
          </p:nvPr>
        </p:nvGraphicFramePr>
        <p:xfrm>
          <a:off x="4410456" y="2694432"/>
          <a:ext cx="6477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12" name="Equation" r:id="rId60" imgW="647640" imgH="177480" progId="Equation.DSMT4">
                  <p:embed/>
                </p:oleObj>
              </mc:Choice>
              <mc:Fallback>
                <p:oleObj name="Equation" r:id="rId60" imgW="647640" imgH="177480" progId="Equation.DSMT4">
                  <p:embed/>
                  <p:pic>
                    <p:nvPicPr>
                      <p:cNvPr id="49" name="Object 48">
                        <a:extLst>
                          <a:ext uri="{FF2B5EF4-FFF2-40B4-BE49-F238E27FC236}">
                            <a16:creationId xmlns:a16="http://schemas.microsoft.com/office/drawing/2014/main" id="{261E174C-8443-4CB6-8BCD-576D4D655BF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1"/>
                      <a:stretch>
                        <a:fillRect/>
                      </a:stretch>
                    </p:blipFill>
                    <p:spPr>
                      <a:xfrm>
                        <a:off x="4410456" y="2694432"/>
                        <a:ext cx="6477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" name="Object 138">
            <a:extLst>
              <a:ext uri="{FF2B5EF4-FFF2-40B4-BE49-F238E27FC236}">
                <a16:creationId xmlns:a16="http://schemas.microsoft.com/office/drawing/2014/main" id="{95CAC983-12F2-47E2-BEA3-D5D53A5953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6181340"/>
              </p:ext>
            </p:extLst>
          </p:nvPr>
        </p:nvGraphicFramePr>
        <p:xfrm>
          <a:off x="5876544" y="2380488"/>
          <a:ext cx="5715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13" name="Equation" r:id="rId62" imgW="571320" imgH="177480" progId="Equation.DSMT4">
                  <p:embed/>
                </p:oleObj>
              </mc:Choice>
              <mc:Fallback>
                <p:oleObj name="Equation" r:id="rId62" imgW="571320" imgH="177480" progId="Equation.DSMT4">
                  <p:embed/>
                  <p:pic>
                    <p:nvPicPr>
                      <p:cNvPr id="50" name="Object 49">
                        <a:extLst>
                          <a:ext uri="{FF2B5EF4-FFF2-40B4-BE49-F238E27FC236}">
                            <a16:creationId xmlns:a16="http://schemas.microsoft.com/office/drawing/2014/main" id="{02AEE3E0-B5E0-4673-AF9D-3867FF8BC1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3"/>
                      <a:stretch>
                        <a:fillRect/>
                      </a:stretch>
                    </p:blipFill>
                    <p:spPr>
                      <a:xfrm>
                        <a:off x="5876544" y="2380488"/>
                        <a:ext cx="5715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" name="Object 139">
            <a:extLst>
              <a:ext uri="{FF2B5EF4-FFF2-40B4-BE49-F238E27FC236}">
                <a16:creationId xmlns:a16="http://schemas.microsoft.com/office/drawing/2014/main" id="{2D2D76DA-3186-4861-A230-E242E68865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1135332"/>
              </p:ext>
            </p:extLst>
          </p:nvPr>
        </p:nvGraphicFramePr>
        <p:xfrm>
          <a:off x="5876544" y="2694432"/>
          <a:ext cx="5461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14" name="Equation" r:id="rId64" imgW="545760" imgH="177480" progId="Equation.DSMT4">
                  <p:embed/>
                </p:oleObj>
              </mc:Choice>
              <mc:Fallback>
                <p:oleObj name="Equation" r:id="rId64" imgW="545760" imgH="177480" progId="Equation.DSMT4">
                  <p:embed/>
                  <p:pic>
                    <p:nvPicPr>
                      <p:cNvPr id="51" name="Object 50">
                        <a:extLst>
                          <a:ext uri="{FF2B5EF4-FFF2-40B4-BE49-F238E27FC236}">
                            <a16:creationId xmlns:a16="http://schemas.microsoft.com/office/drawing/2014/main" id="{C5D6C780-E48C-4227-AD85-B4939C5AEA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5"/>
                      <a:stretch>
                        <a:fillRect/>
                      </a:stretch>
                    </p:blipFill>
                    <p:spPr>
                      <a:xfrm>
                        <a:off x="5876544" y="2694432"/>
                        <a:ext cx="5461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1" name="Object 140">
            <a:extLst>
              <a:ext uri="{FF2B5EF4-FFF2-40B4-BE49-F238E27FC236}">
                <a16:creationId xmlns:a16="http://schemas.microsoft.com/office/drawing/2014/main" id="{61FDC00D-D1CC-47E3-B0B3-A1FA311296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4148714"/>
              </p:ext>
            </p:extLst>
          </p:nvPr>
        </p:nvGraphicFramePr>
        <p:xfrm>
          <a:off x="4495800" y="3733800"/>
          <a:ext cx="6477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15" name="Equation" r:id="rId66" imgW="647640" imgH="177480" progId="Equation.DSMT4">
                  <p:embed/>
                </p:oleObj>
              </mc:Choice>
              <mc:Fallback>
                <p:oleObj name="Equation" r:id="rId66" imgW="647640" imgH="177480" progId="Equation.DSMT4">
                  <p:embed/>
                  <p:pic>
                    <p:nvPicPr>
                      <p:cNvPr id="52" name="Object 51">
                        <a:extLst>
                          <a:ext uri="{FF2B5EF4-FFF2-40B4-BE49-F238E27FC236}">
                            <a16:creationId xmlns:a16="http://schemas.microsoft.com/office/drawing/2014/main" id="{CA36EACD-6DA2-48C5-8B8B-68C3AF59D6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7"/>
                      <a:stretch>
                        <a:fillRect/>
                      </a:stretch>
                    </p:blipFill>
                    <p:spPr>
                      <a:xfrm>
                        <a:off x="4495800" y="3733800"/>
                        <a:ext cx="6477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" name="Object 141">
            <a:extLst>
              <a:ext uri="{FF2B5EF4-FFF2-40B4-BE49-F238E27FC236}">
                <a16:creationId xmlns:a16="http://schemas.microsoft.com/office/drawing/2014/main" id="{06E1162F-F499-4885-AE57-95EF5FA5F8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0028216"/>
              </p:ext>
            </p:extLst>
          </p:nvPr>
        </p:nvGraphicFramePr>
        <p:xfrm>
          <a:off x="5449824" y="3733800"/>
          <a:ext cx="5588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16" name="Equation" r:id="rId68" imgW="558720" imgH="177480" progId="Equation.DSMT4">
                  <p:embed/>
                </p:oleObj>
              </mc:Choice>
              <mc:Fallback>
                <p:oleObj name="Equation" r:id="rId68" imgW="558720" imgH="177480" progId="Equation.DSMT4">
                  <p:embed/>
                  <p:pic>
                    <p:nvPicPr>
                      <p:cNvPr id="53" name="Object 52">
                        <a:extLst>
                          <a:ext uri="{FF2B5EF4-FFF2-40B4-BE49-F238E27FC236}">
                            <a16:creationId xmlns:a16="http://schemas.microsoft.com/office/drawing/2014/main" id="{DB36425E-F10F-46CB-9761-610056819C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9"/>
                      <a:stretch>
                        <a:fillRect/>
                      </a:stretch>
                    </p:blipFill>
                    <p:spPr>
                      <a:xfrm>
                        <a:off x="5449824" y="3733800"/>
                        <a:ext cx="5588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" name="Object 142">
            <a:extLst>
              <a:ext uri="{FF2B5EF4-FFF2-40B4-BE49-F238E27FC236}">
                <a16:creationId xmlns:a16="http://schemas.microsoft.com/office/drawing/2014/main" id="{E7C47863-C51F-4C40-A19C-699575ECAA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6201451"/>
              </p:ext>
            </p:extLst>
          </p:nvPr>
        </p:nvGraphicFramePr>
        <p:xfrm>
          <a:off x="4495800" y="3971544"/>
          <a:ext cx="7239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17" name="Equation" r:id="rId70" imgW="723600" imgH="177480" progId="Equation.DSMT4">
                  <p:embed/>
                </p:oleObj>
              </mc:Choice>
              <mc:Fallback>
                <p:oleObj name="Equation" r:id="rId70" imgW="723600" imgH="177480" progId="Equation.DSMT4">
                  <p:embed/>
                  <p:pic>
                    <p:nvPicPr>
                      <p:cNvPr id="54" name="Object 53">
                        <a:extLst>
                          <a:ext uri="{FF2B5EF4-FFF2-40B4-BE49-F238E27FC236}">
                            <a16:creationId xmlns:a16="http://schemas.microsoft.com/office/drawing/2014/main" id="{D0551057-83D9-4616-98A0-EFBB9B7529F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1"/>
                      <a:stretch>
                        <a:fillRect/>
                      </a:stretch>
                    </p:blipFill>
                    <p:spPr>
                      <a:xfrm>
                        <a:off x="4495800" y="3971544"/>
                        <a:ext cx="7239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4" name="Object 143">
            <a:extLst>
              <a:ext uri="{FF2B5EF4-FFF2-40B4-BE49-F238E27FC236}">
                <a16:creationId xmlns:a16="http://schemas.microsoft.com/office/drawing/2014/main" id="{4A8D915C-9F1B-4423-8916-6E15CFAF80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8272341"/>
              </p:ext>
            </p:extLst>
          </p:nvPr>
        </p:nvGraphicFramePr>
        <p:xfrm>
          <a:off x="5526024" y="3971544"/>
          <a:ext cx="5588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18" name="Equation" r:id="rId72" imgW="558720" imgH="177480" progId="Equation.DSMT4">
                  <p:embed/>
                </p:oleObj>
              </mc:Choice>
              <mc:Fallback>
                <p:oleObj name="Equation" r:id="rId72" imgW="558720" imgH="177480" progId="Equation.DSMT4">
                  <p:embed/>
                  <p:pic>
                    <p:nvPicPr>
                      <p:cNvPr id="55" name="Object 54">
                        <a:extLst>
                          <a:ext uri="{FF2B5EF4-FFF2-40B4-BE49-F238E27FC236}">
                            <a16:creationId xmlns:a16="http://schemas.microsoft.com/office/drawing/2014/main" id="{55FBDE72-82C4-4353-832B-1FF93754BE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3"/>
                      <a:stretch>
                        <a:fillRect/>
                      </a:stretch>
                    </p:blipFill>
                    <p:spPr>
                      <a:xfrm>
                        <a:off x="5526024" y="3971544"/>
                        <a:ext cx="5588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5" name="Object 144">
            <a:extLst>
              <a:ext uri="{FF2B5EF4-FFF2-40B4-BE49-F238E27FC236}">
                <a16:creationId xmlns:a16="http://schemas.microsoft.com/office/drawing/2014/main" id="{16236BE7-08D5-4742-BA84-63356917C5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9479189"/>
              </p:ext>
            </p:extLst>
          </p:nvPr>
        </p:nvGraphicFramePr>
        <p:xfrm>
          <a:off x="4495800" y="4209288"/>
          <a:ext cx="5334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19" name="Equation" r:id="rId74" imgW="533160" imgH="177480" progId="Equation.DSMT4">
                  <p:embed/>
                </p:oleObj>
              </mc:Choice>
              <mc:Fallback>
                <p:oleObj name="Equation" r:id="rId74" imgW="533160" imgH="177480" progId="Equation.DSMT4">
                  <p:embed/>
                  <p:pic>
                    <p:nvPicPr>
                      <p:cNvPr id="56" name="Object 55">
                        <a:extLst>
                          <a:ext uri="{FF2B5EF4-FFF2-40B4-BE49-F238E27FC236}">
                            <a16:creationId xmlns:a16="http://schemas.microsoft.com/office/drawing/2014/main" id="{49B21452-1909-4A77-AA79-18F555B896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5"/>
                      <a:stretch>
                        <a:fillRect/>
                      </a:stretch>
                    </p:blipFill>
                    <p:spPr>
                      <a:xfrm>
                        <a:off x="4495800" y="4209288"/>
                        <a:ext cx="5334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" name="Object 145">
            <a:extLst>
              <a:ext uri="{FF2B5EF4-FFF2-40B4-BE49-F238E27FC236}">
                <a16:creationId xmlns:a16="http://schemas.microsoft.com/office/drawing/2014/main" id="{B56E9BFA-CB79-4D12-83CD-D77CD49F09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9897177"/>
              </p:ext>
            </p:extLst>
          </p:nvPr>
        </p:nvGraphicFramePr>
        <p:xfrm>
          <a:off x="4486656" y="4437888"/>
          <a:ext cx="6096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20" name="Equation" r:id="rId76" imgW="609480" imgH="177480" progId="Equation.DSMT4">
                  <p:embed/>
                </p:oleObj>
              </mc:Choice>
              <mc:Fallback>
                <p:oleObj name="Equation" r:id="rId76" imgW="609480" imgH="177480" progId="Equation.DSMT4">
                  <p:embed/>
                  <p:pic>
                    <p:nvPicPr>
                      <p:cNvPr id="57" name="Object 56">
                        <a:extLst>
                          <a:ext uri="{FF2B5EF4-FFF2-40B4-BE49-F238E27FC236}">
                            <a16:creationId xmlns:a16="http://schemas.microsoft.com/office/drawing/2014/main" id="{0CCBBB57-AF09-4717-A635-2B8F4280B7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7"/>
                      <a:stretch>
                        <a:fillRect/>
                      </a:stretch>
                    </p:blipFill>
                    <p:spPr>
                      <a:xfrm>
                        <a:off x="4486656" y="4437888"/>
                        <a:ext cx="6096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7" name="Object 146">
            <a:extLst>
              <a:ext uri="{FF2B5EF4-FFF2-40B4-BE49-F238E27FC236}">
                <a16:creationId xmlns:a16="http://schemas.microsoft.com/office/drawing/2014/main" id="{877EFCBD-EA95-41EB-A190-C9D06384DF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6954224"/>
              </p:ext>
            </p:extLst>
          </p:nvPr>
        </p:nvGraphicFramePr>
        <p:xfrm>
          <a:off x="4447032" y="5544312"/>
          <a:ext cx="11176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21" name="Equation" r:id="rId78" imgW="1117440" imgH="253800" progId="Equation.DSMT4">
                  <p:embed/>
                </p:oleObj>
              </mc:Choice>
              <mc:Fallback>
                <p:oleObj name="Equation" r:id="rId78" imgW="1117440" imgH="253800" progId="Equation.DSMT4">
                  <p:embed/>
                  <p:pic>
                    <p:nvPicPr>
                      <p:cNvPr id="58" name="Object 57">
                        <a:extLst>
                          <a:ext uri="{FF2B5EF4-FFF2-40B4-BE49-F238E27FC236}">
                            <a16:creationId xmlns:a16="http://schemas.microsoft.com/office/drawing/2014/main" id="{F8AF3E3C-19E2-4465-9272-D6610C7A5A7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9"/>
                      <a:stretch>
                        <a:fillRect/>
                      </a:stretch>
                    </p:blipFill>
                    <p:spPr>
                      <a:xfrm>
                        <a:off x="4447032" y="5544312"/>
                        <a:ext cx="11176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8" name="Object 147">
            <a:extLst>
              <a:ext uri="{FF2B5EF4-FFF2-40B4-BE49-F238E27FC236}">
                <a16:creationId xmlns:a16="http://schemas.microsoft.com/office/drawing/2014/main" id="{CF540F27-7EB1-4318-834B-C29721BE72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3516483"/>
              </p:ext>
            </p:extLst>
          </p:nvPr>
        </p:nvGraphicFramePr>
        <p:xfrm>
          <a:off x="4440936" y="5855208"/>
          <a:ext cx="11176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22" name="Equation" r:id="rId80" imgW="1117440" imgH="253800" progId="Equation.DSMT4">
                  <p:embed/>
                </p:oleObj>
              </mc:Choice>
              <mc:Fallback>
                <p:oleObj name="Equation" r:id="rId80" imgW="1117440" imgH="253800" progId="Equation.DSMT4">
                  <p:embed/>
                  <p:pic>
                    <p:nvPicPr>
                      <p:cNvPr id="59" name="Object 58">
                        <a:extLst>
                          <a:ext uri="{FF2B5EF4-FFF2-40B4-BE49-F238E27FC236}">
                            <a16:creationId xmlns:a16="http://schemas.microsoft.com/office/drawing/2014/main" id="{2563F68B-5E92-4C26-9304-7352736879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1"/>
                      <a:stretch>
                        <a:fillRect/>
                      </a:stretch>
                    </p:blipFill>
                    <p:spPr>
                      <a:xfrm>
                        <a:off x="4440936" y="5855208"/>
                        <a:ext cx="11176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" name="Object 148">
            <a:extLst>
              <a:ext uri="{FF2B5EF4-FFF2-40B4-BE49-F238E27FC236}">
                <a16:creationId xmlns:a16="http://schemas.microsoft.com/office/drawing/2014/main" id="{6A46C454-C4B2-41D5-986A-876A5C36EB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5697470"/>
              </p:ext>
            </p:extLst>
          </p:nvPr>
        </p:nvGraphicFramePr>
        <p:xfrm>
          <a:off x="5867400" y="5535168"/>
          <a:ext cx="11176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23" name="Equation" r:id="rId82" imgW="1117440" imgH="253800" progId="Equation.DSMT4">
                  <p:embed/>
                </p:oleObj>
              </mc:Choice>
              <mc:Fallback>
                <p:oleObj name="Equation" r:id="rId82" imgW="1117440" imgH="253800" progId="Equation.DSMT4">
                  <p:embed/>
                  <p:pic>
                    <p:nvPicPr>
                      <p:cNvPr id="60" name="Object 59">
                        <a:extLst>
                          <a:ext uri="{FF2B5EF4-FFF2-40B4-BE49-F238E27FC236}">
                            <a16:creationId xmlns:a16="http://schemas.microsoft.com/office/drawing/2014/main" id="{45FBCC34-23F4-46AD-99CE-3C5FB909138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3"/>
                      <a:stretch>
                        <a:fillRect/>
                      </a:stretch>
                    </p:blipFill>
                    <p:spPr>
                      <a:xfrm>
                        <a:off x="5867400" y="5535168"/>
                        <a:ext cx="11176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0" name="Object 149">
            <a:extLst>
              <a:ext uri="{FF2B5EF4-FFF2-40B4-BE49-F238E27FC236}">
                <a16:creationId xmlns:a16="http://schemas.microsoft.com/office/drawing/2014/main" id="{3B0ECA73-BCC6-4F52-9DE7-F2BE3E222E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3695264"/>
              </p:ext>
            </p:extLst>
          </p:nvPr>
        </p:nvGraphicFramePr>
        <p:xfrm>
          <a:off x="5867400" y="5858256"/>
          <a:ext cx="11176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24" name="Equation" r:id="rId84" imgW="1117440" imgH="253800" progId="Equation.DSMT4">
                  <p:embed/>
                </p:oleObj>
              </mc:Choice>
              <mc:Fallback>
                <p:oleObj name="Equation" r:id="rId84" imgW="1117440" imgH="253800" progId="Equation.DSMT4">
                  <p:embed/>
                  <p:pic>
                    <p:nvPicPr>
                      <p:cNvPr id="61" name="Object 60">
                        <a:extLst>
                          <a:ext uri="{FF2B5EF4-FFF2-40B4-BE49-F238E27FC236}">
                            <a16:creationId xmlns:a16="http://schemas.microsoft.com/office/drawing/2014/main" id="{41BAE340-77EF-4BCB-84FF-9F5D94D845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5"/>
                      <a:stretch>
                        <a:fillRect/>
                      </a:stretch>
                    </p:blipFill>
                    <p:spPr>
                      <a:xfrm>
                        <a:off x="5867400" y="5858256"/>
                        <a:ext cx="11176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DF607F95-4092-4F8C-BD0A-E18FD54CFED4}"/>
              </a:ext>
            </a:extLst>
          </p:cNvPr>
          <p:cNvCxnSpPr>
            <a:cxnSpLocks/>
          </p:cNvCxnSpPr>
          <p:nvPr/>
        </p:nvCxnSpPr>
        <p:spPr>
          <a:xfrm>
            <a:off x="3953573" y="3033981"/>
            <a:ext cx="34930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95DB5EDC-7CDF-406B-B1B5-61249790DA02}"/>
              </a:ext>
            </a:extLst>
          </p:cNvPr>
          <p:cNvCxnSpPr>
            <a:cxnSpLocks/>
          </p:cNvCxnSpPr>
          <p:nvPr/>
        </p:nvCxnSpPr>
        <p:spPr>
          <a:xfrm>
            <a:off x="3967341" y="4696968"/>
            <a:ext cx="34930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DA4708F5-2565-43DB-955C-14232414C571}"/>
              </a:ext>
            </a:extLst>
          </p:cNvPr>
          <p:cNvCxnSpPr>
            <a:cxnSpLocks/>
          </p:cNvCxnSpPr>
          <p:nvPr/>
        </p:nvCxnSpPr>
        <p:spPr>
          <a:xfrm>
            <a:off x="3967341" y="6170572"/>
            <a:ext cx="34930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263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8958AA7-8A7F-4215-8356-8E79E79FDE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257" y="4603867"/>
            <a:ext cx="1950889" cy="1585097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7BA6B1B5-B4C9-4B1D-BD23-6BB414B193FC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260080"/>
            <a:ext cx="1371600" cy="1371600"/>
          </a:xfrm>
          <a:prstGeom prst="rect">
            <a:avLst/>
          </a:prstGeom>
        </p:spPr>
      </p:pic>
      <p:sp>
        <p:nvSpPr>
          <p:cNvPr id="75" name="Rectangle 74">
            <a:extLst>
              <a:ext uri="{FF2B5EF4-FFF2-40B4-BE49-F238E27FC236}">
                <a16:creationId xmlns:a16="http://schemas.microsoft.com/office/drawing/2014/main" id="{9D15595F-100A-41DD-AA45-D874C9E137CF}"/>
              </a:ext>
            </a:extLst>
          </p:cNvPr>
          <p:cNvSpPr/>
          <p:nvPr/>
        </p:nvSpPr>
        <p:spPr>
          <a:xfrm>
            <a:off x="1143000" y="6477000"/>
            <a:ext cx="6096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7" name="Table 76">
            <a:extLst>
              <a:ext uri="{FF2B5EF4-FFF2-40B4-BE49-F238E27FC236}">
                <a16:creationId xmlns:a16="http://schemas.microsoft.com/office/drawing/2014/main" id="{939E5FE2-2B8C-484B-AA52-76165F99D4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3013291"/>
              </p:ext>
            </p:extLst>
          </p:nvPr>
        </p:nvGraphicFramePr>
        <p:xfrm>
          <a:off x="399288" y="466344"/>
          <a:ext cx="3505200" cy="565341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  A polynomial function has a factor of </a:t>
                      </a:r>
                      <a:b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</a:t>
                      </a:r>
                      <a:r>
                        <a:rPr lang="en-US" sz="1100" b="1" baseline="0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</a:t>
                      </a: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  Which graph could represent this </a:t>
                      </a:r>
                      <a:b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function?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8" name="Object 77">
            <a:extLst>
              <a:ext uri="{FF2B5EF4-FFF2-40B4-BE49-F238E27FC236}">
                <a16:creationId xmlns:a16="http://schemas.microsoft.com/office/drawing/2014/main" id="{1A48ACAF-10FE-4E1F-9B11-EC70D194B7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7436874"/>
              </p:ext>
            </p:extLst>
          </p:nvPr>
        </p:nvGraphicFramePr>
        <p:xfrm>
          <a:off x="685800" y="609600"/>
          <a:ext cx="5207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60" name="Equation" r:id="rId6" imgW="520560" imgH="253800" progId="Equation.DSMT4">
                  <p:embed/>
                </p:oleObj>
              </mc:Choice>
              <mc:Fallback>
                <p:oleObj name="Equation" r:id="rId6" imgW="520560" imgH="25380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A11C23E8-7076-4569-8B9A-6CDC0D12794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85800" y="609600"/>
                        <a:ext cx="5207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9" name="Picture 78">
            <a:extLst>
              <a:ext uri="{FF2B5EF4-FFF2-40B4-BE49-F238E27FC236}">
                <a16:creationId xmlns:a16="http://schemas.microsoft.com/office/drawing/2014/main" id="{440D8311-3770-4C2B-8755-0DF570450181}"/>
              </a:ext>
            </a:extLst>
          </p:cNvPr>
          <p:cNvPicPr/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011936"/>
            <a:ext cx="1371600" cy="1371600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09090808-143B-47D2-B726-EE095EA046D7}"/>
              </a:ext>
            </a:extLst>
          </p:cNvPr>
          <p:cNvPicPr/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1027176"/>
            <a:ext cx="1371600" cy="1371600"/>
          </a:xfrm>
          <a:prstGeom prst="rect">
            <a:avLst/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3529407D-CBEB-4168-8CB5-1C3758F38EFC}"/>
              </a:ext>
            </a:extLst>
          </p:cNvPr>
          <p:cNvPicPr/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2438400"/>
            <a:ext cx="1371600" cy="1371600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DF9400EF-D02B-43AF-A151-FF58FDFA2F86}"/>
              </a:ext>
            </a:extLst>
          </p:cNvPr>
          <p:cNvPicPr/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2438400"/>
            <a:ext cx="1371600" cy="1371600"/>
          </a:xfrm>
          <a:prstGeom prst="rect">
            <a:avLst/>
          </a:prstGeom>
        </p:spPr>
      </p:pic>
      <p:sp>
        <p:nvSpPr>
          <p:cNvPr id="83" name="Rectangle 82">
            <a:extLst>
              <a:ext uri="{FF2B5EF4-FFF2-40B4-BE49-F238E27FC236}">
                <a16:creationId xmlns:a16="http://schemas.microsoft.com/office/drawing/2014/main" id="{82E948F6-5598-4CDD-A8DC-9560FD3654F7}"/>
              </a:ext>
            </a:extLst>
          </p:cNvPr>
          <p:cNvSpPr/>
          <p:nvPr/>
        </p:nvSpPr>
        <p:spPr>
          <a:xfrm>
            <a:off x="533400" y="1030224"/>
            <a:ext cx="32573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A.</a:t>
            </a:r>
            <a:endParaRPr lang="en-US" dirty="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B0793D8B-5E27-473C-8A9C-EBE3D9A02D20}"/>
              </a:ext>
            </a:extLst>
          </p:cNvPr>
          <p:cNvSpPr/>
          <p:nvPr/>
        </p:nvSpPr>
        <p:spPr>
          <a:xfrm>
            <a:off x="2209800" y="1036320"/>
            <a:ext cx="32573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B.</a:t>
            </a:r>
            <a:endParaRPr lang="en-US" dirty="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A725473-6D3A-4582-AE49-C80F9F8742C8}"/>
              </a:ext>
            </a:extLst>
          </p:cNvPr>
          <p:cNvSpPr/>
          <p:nvPr/>
        </p:nvSpPr>
        <p:spPr>
          <a:xfrm>
            <a:off x="533400" y="2438400"/>
            <a:ext cx="32412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C.</a:t>
            </a:r>
            <a:endParaRPr lang="en-US" dirty="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52D5DE33-D7D1-4B35-A986-51BD00EA8021}"/>
              </a:ext>
            </a:extLst>
          </p:cNvPr>
          <p:cNvSpPr/>
          <p:nvPr/>
        </p:nvSpPr>
        <p:spPr>
          <a:xfrm>
            <a:off x="2209800" y="2438400"/>
            <a:ext cx="33695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D.</a:t>
            </a:r>
            <a:endParaRPr lang="en-US" dirty="0"/>
          </a:p>
        </p:txBody>
      </p:sp>
      <p:graphicFrame>
        <p:nvGraphicFramePr>
          <p:cNvPr id="87" name="Table 86">
            <a:extLst>
              <a:ext uri="{FF2B5EF4-FFF2-40B4-BE49-F238E27FC236}">
                <a16:creationId xmlns:a16="http://schemas.microsoft.com/office/drawing/2014/main" id="{5313523C-5916-4A33-8786-5EB4AB2701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3975822"/>
              </p:ext>
            </p:extLst>
          </p:nvPr>
        </p:nvGraphicFramePr>
        <p:xfrm>
          <a:off x="390144" y="3870960"/>
          <a:ext cx="3497262" cy="565341"/>
        </p:xfrm>
        <a:graphic>
          <a:graphicData uri="http://schemas.openxmlformats.org/drawingml/2006/table">
            <a:tbl>
              <a:tblPr/>
              <a:tblGrid>
                <a:gridCol w="3497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  Which statement(s) describe the end </a:t>
                      </a:r>
                      <a:b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  behavior                                 ?  Check </a:t>
                      </a:r>
                      <a:b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  all that apply.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8" name="Object 87">
            <a:extLst>
              <a:ext uri="{FF2B5EF4-FFF2-40B4-BE49-F238E27FC236}">
                <a16:creationId xmlns:a16="http://schemas.microsoft.com/office/drawing/2014/main" id="{9311AEB7-AC55-4E3B-BD88-7154465AF6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2940375"/>
              </p:ext>
            </p:extLst>
          </p:nvPr>
        </p:nvGraphicFramePr>
        <p:xfrm>
          <a:off x="1420368" y="4038600"/>
          <a:ext cx="13589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61" name="Equation" r:id="rId12" imgW="1358640" imgH="228600" progId="Equation.DSMT4">
                  <p:embed/>
                </p:oleObj>
              </mc:Choice>
              <mc:Fallback>
                <p:oleObj name="Equation" r:id="rId12" imgW="1358640" imgH="228600" progId="Equation.DSMT4">
                  <p:embed/>
                  <p:pic>
                    <p:nvPicPr>
                      <p:cNvPr id="17" name="Object 16">
                        <a:extLst>
                          <a:ext uri="{FF2B5EF4-FFF2-40B4-BE49-F238E27FC236}">
                            <a16:creationId xmlns:a16="http://schemas.microsoft.com/office/drawing/2014/main" id="{DF1DF700-0374-4042-BC36-D1B1650664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420368" y="4038600"/>
                        <a:ext cx="13589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" name="Text Box 96">
            <a:extLst>
              <a:ext uri="{FF2B5EF4-FFF2-40B4-BE49-F238E27FC236}">
                <a16:creationId xmlns:a16="http://schemas.microsoft.com/office/drawing/2014/main" id="{C40AD32F-F2D0-4912-B1ED-22DFECE2A9AE}"/>
              </a:ext>
            </a:extLst>
          </p:cNvPr>
          <p:cNvSpPr txBox="1"/>
          <p:nvPr/>
        </p:nvSpPr>
        <p:spPr>
          <a:xfrm>
            <a:off x="1409142" y="4648251"/>
            <a:ext cx="1510884" cy="316129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Text Box 116">
            <a:extLst>
              <a:ext uri="{FF2B5EF4-FFF2-40B4-BE49-F238E27FC236}">
                <a16:creationId xmlns:a16="http://schemas.microsoft.com/office/drawing/2014/main" id="{BC4B16F7-8D24-404F-BE32-FF5155C749A3}"/>
              </a:ext>
            </a:extLst>
          </p:cNvPr>
          <p:cNvSpPr txBox="1"/>
          <p:nvPr/>
        </p:nvSpPr>
        <p:spPr>
          <a:xfrm>
            <a:off x="1402528" y="5001363"/>
            <a:ext cx="1591506" cy="316129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kumimoji="0" lang="en-US" sz="15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Text Box 121">
            <a:extLst>
              <a:ext uri="{FF2B5EF4-FFF2-40B4-BE49-F238E27FC236}">
                <a16:creationId xmlns:a16="http://schemas.microsoft.com/office/drawing/2014/main" id="{0C5B4459-F616-4292-8D25-111998A30D1A}"/>
              </a:ext>
            </a:extLst>
          </p:cNvPr>
          <p:cNvSpPr txBox="1"/>
          <p:nvPr/>
        </p:nvSpPr>
        <p:spPr>
          <a:xfrm>
            <a:off x="1409137" y="5352929"/>
            <a:ext cx="1591506" cy="316129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kumimoji="0" lang="en-US" sz="15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Text Box 122">
            <a:extLst>
              <a:ext uri="{FF2B5EF4-FFF2-40B4-BE49-F238E27FC236}">
                <a16:creationId xmlns:a16="http://schemas.microsoft.com/office/drawing/2014/main" id="{8731C1F4-5A30-4DA7-9D54-5A51DE55C2C5}"/>
              </a:ext>
            </a:extLst>
          </p:cNvPr>
          <p:cNvSpPr txBox="1"/>
          <p:nvPr/>
        </p:nvSpPr>
        <p:spPr>
          <a:xfrm>
            <a:off x="1389367" y="5738457"/>
            <a:ext cx="1661971" cy="316129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kumimoji="0" lang="en-US" sz="15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3" name="Object 102">
            <a:extLst>
              <a:ext uri="{FF2B5EF4-FFF2-40B4-BE49-F238E27FC236}">
                <a16:creationId xmlns:a16="http://schemas.microsoft.com/office/drawing/2014/main" id="{23FB3641-832F-498D-A07F-A1C21A70C7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5737954"/>
              </p:ext>
            </p:extLst>
          </p:nvPr>
        </p:nvGraphicFramePr>
        <p:xfrm>
          <a:off x="1679448" y="4733544"/>
          <a:ext cx="11176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62" name="Equation" r:id="rId14" imgW="1117440" imgH="228600" progId="Equation.DSMT4">
                  <p:embed/>
                </p:oleObj>
              </mc:Choice>
              <mc:Fallback>
                <p:oleObj name="Equation" r:id="rId14" imgW="1117440" imgH="228600" progId="Equation.DSMT4">
                  <p:embed/>
                  <p:pic>
                    <p:nvPicPr>
                      <p:cNvPr id="32" name="Object 31">
                        <a:extLst>
                          <a:ext uri="{FF2B5EF4-FFF2-40B4-BE49-F238E27FC236}">
                            <a16:creationId xmlns:a16="http://schemas.microsoft.com/office/drawing/2014/main" id="{810D1FA5-41DD-4DFC-87CE-350D6BFE2A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679448" y="4733544"/>
                        <a:ext cx="11176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" name="Object 103">
            <a:extLst>
              <a:ext uri="{FF2B5EF4-FFF2-40B4-BE49-F238E27FC236}">
                <a16:creationId xmlns:a16="http://schemas.microsoft.com/office/drawing/2014/main" id="{F417B632-9E01-42E8-BE56-9DDD5116EE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9923237"/>
              </p:ext>
            </p:extLst>
          </p:nvPr>
        </p:nvGraphicFramePr>
        <p:xfrm>
          <a:off x="1667256" y="5096256"/>
          <a:ext cx="11938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63" name="Equation" r:id="rId16" imgW="1193760" imgH="228600" progId="Equation.DSMT4">
                  <p:embed/>
                </p:oleObj>
              </mc:Choice>
              <mc:Fallback>
                <p:oleObj name="Equation" r:id="rId16" imgW="1193760" imgH="228600" progId="Equation.DSMT4">
                  <p:embed/>
                  <p:pic>
                    <p:nvPicPr>
                      <p:cNvPr id="33" name="Object 32">
                        <a:extLst>
                          <a:ext uri="{FF2B5EF4-FFF2-40B4-BE49-F238E27FC236}">
                            <a16:creationId xmlns:a16="http://schemas.microsoft.com/office/drawing/2014/main" id="{C7156691-BE09-4406-8398-46ABE9BF70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667256" y="5096256"/>
                        <a:ext cx="11938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" name="Object 104">
            <a:extLst>
              <a:ext uri="{FF2B5EF4-FFF2-40B4-BE49-F238E27FC236}">
                <a16:creationId xmlns:a16="http://schemas.microsoft.com/office/drawing/2014/main" id="{DF541348-739A-401F-9567-D7EA618505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6926537"/>
              </p:ext>
            </p:extLst>
          </p:nvPr>
        </p:nvGraphicFramePr>
        <p:xfrm>
          <a:off x="1667256" y="5437632"/>
          <a:ext cx="11938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64" name="Equation" r:id="rId18" imgW="1193760" imgH="228600" progId="Equation.DSMT4">
                  <p:embed/>
                </p:oleObj>
              </mc:Choice>
              <mc:Fallback>
                <p:oleObj name="Equation" r:id="rId18" imgW="1193760" imgH="228600" progId="Equation.DSMT4">
                  <p:embed/>
                  <p:pic>
                    <p:nvPicPr>
                      <p:cNvPr id="34" name="Object 33">
                        <a:extLst>
                          <a:ext uri="{FF2B5EF4-FFF2-40B4-BE49-F238E27FC236}">
                            <a16:creationId xmlns:a16="http://schemas.microsoft.com/office/drawing/2014/main" id="{E396AD3D-B6AE-444C-9A96-087345DCA9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667256" y="5437632"/>
                        <a:ext cx="11938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" name="Object 105">
            <a:extLst>
              <a:ext uri="{FF2B5EF4-FFF2-40B4-BE49-F238E27FC236}">
                <a16:creationId xmlns:a16="http://schemas.microsoft.com/office/drawing/2014/main" id="{78599F33-D59A-4BE7-976B-D059B65EEC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934990"/>
              </p:ext>
            </p:extLst>
          </p:nvPr>
        </p:nvGraphicFramePr>
        <p:xfrm>
          <a:off x="1648968" y="5827776"/>
          <a:ext cx="12700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65" name="Equation" r:id="rId20" imgW="1269720" imgH="228600" progId="Equation.DSMT4">
                  <p:embed/>
                </p:oleObj>
              </mc:Choice>
              <mc:Fallback>
                <p:oleObj name="Equation" r:id="rId20" imgW="1269720" imgH="228600" progId="Equation.DSMT4">
                  <p:embed/>
                  <p:pic>
                    <p:nvPicPr>
                      <p:cNvPr id="35" name="Object 34">
                        <a:extLst>
                          <a:ext uri="{FF2B5EF4-FFF2-40B4-BE49-F238E27FC236}">
                            <a16:creationId xmlns:a16="http://schemas.microsoft.com/office/drawing/2014/main" id="{7A26F64E-C0A9-4136-B30F-3CE2CC2BE3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648968" y="5827776"/>
                        <a:ext cx="12700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" name="Rectangle 106">
            <a:extLst>
              <a:ext uri="{FF2B5EF4-FFF2-40B4-BE49-F238E27FC236}">
                <a16:creationId xmlns:a16="http://schemas.microsoft.com/office/drawing/2014/main" id="{FF9928B1-7CFB-4255-BE81-0BC772962177}"/>
              </a:ext>
            </a:extLst>
          </p:cNvPr>
          <p:cNvSpPr/>
          <p:nvPr/>
        </p:nvSpPr>
        <p:spPr>
          <a:xfrm>
            <a:off x="408432" y="6284976"/>
            <a:ext cx="348691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11.  Which graph represents the function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                            ?</a:t>
            </a:r>
            <a:endParaRPr lang="en-US" dirty="0"/>
          </a:p>
        </p:txBody>
      </p:sp>
      <p:graphicFrame>
        <p:nvGraphicFramePr>
          <p:cNvPr id="108" name="Object 107">
            <a:extLst>
              <a:ext uri="{FF2B5EF4-FFF2-40B4-BE49-F238E27FC236}">
                <a16:creationId xmlns:a16="http://schemas.microsoft.com/office/drawing/2014/main" id="{3E488118-77CD-4F03-929B-EC707EEEB7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2432826"/>
              </p:ext>
            </p:extLst>
          </p:nvPr>
        </p:nvGraphicFramePr>
        <p:xfrm>
          <a:off x="762000" y="6477000"/>
          <a:ext cx="8636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66" name="Equation" r:id="rId22" imgW="863280" imgH="228600" progId="Equation.DSMT4">
                  <p:embed/>
                </p:oleObj>
              </mc:Choice>
              <mc:Fallback>
                <p:oleObj name="Equation" r:id="rId22" imgW="863280" imgH="228600" progId="Equation.DSMT4">
                  <p:embed/>
                  <p:pic>
                    <p:nvPicPr>
                      <p:cNvPr id="37" name="Object 36">
                        <a:extLst>
                          <a:ext uri="{FF2B5EF4-FFF2-40B4-BE49-F238E27FC236}">
                            <a16:creationId xmlns:a16="http://schemas.microsoft.com/office/drawing/2014/main" id="{AC297E74-75FD-4F59-86EF-D31F79EF86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762000" y="6477000"/>
                        <a:ext cx="8636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9" name="Picture 108">
            <a:extLst>
              <a:ext uri="{FF2B5EF4-FFF2-40B4-BE49-F238E27FC236}">
                <a16:creationId xmlns:a16="http://schemas.microsoft.com/office/drawing/2014/main" id="{D98E3042-6975-4981-815D-422A9E471B77}"/>
              </a:ext>
            </a:extLst>
          </p:cNvPr>
          <p:cNvPicPr/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6781800"/>
            <a:ext cx="1371600" cy="1371600"/>
          </a:xfrm>
          <a:prstGeom prst="rect">
            <a:avLst/>
          </a:prstGeom>
        </p:spPr>
      </p:pic>
      <p:pic>
        <p:nvPicPr>
          <p:cNvPr id="110" name="Picture 109">
            <a:extLst>
              <a:ext uri="{FF2B5EF4-FFF2-40B4-BE49-F238E27FC236}">
                <a16:creationId xmlns:a16="http://schemas.microsoft.com/office/drawing/2014/main" id="{8C563DFA-41AC-4B93-9A76-465838E665FD}"/>
              </a:ext>
            </a:extLst>
          </p:cNvPr>
          <p:cNvPicPr/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6781800"/>
            <a:ext cx="1371600" cy="1371600"/>
          </a:xfrm>
          <a:prstGeom prst="rect">
            <a:avLst/>
          </a:prstGeom>
        </p:spPr>
      </p:pic>
      <p:sp>
        <p:nvSpPr>
          <p:cNvPr id="111" name="Rectangle 110">
            <a:extLst>
              <a:ext uri="{FF2B5EF4-FFF2-40B4-BE49-F238E27FC236}">
                <a16:creationId xmlns:a16="http://schemas.microsoft.com/office/drawing/2014/main" id="{780032F1-A1CA-4B81-A5D9-F5C56F967688}"/>
              </a:ext>
            </a:extLst>
          </p:cNvPr>
          <p:cNvSpPr/>
          <p:nvPr/>
        </p:nvSpPr>
        <p:spPr>
          <a:xfrm>
            <a:off x="533400" y="6781800"/>
            <a:ext cx="32573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A.</a:t>
            </a:r>
            <a:endParaRPr lang="en-US" dirty="0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2FA55BFB-E9C8-43EC-83D2-CFF51BCB06C8}"/>
              </a:ext>
            </a:extLst>
          </p:cNvPr>
          <p:cNvSpPr/>
          <p:nvPr/>
        </p:nvSpPr>
        <p:spPr>
          <a:xfrm>
            <a:off x="2209800" y="6781800"/>
            <a:ext cx="32573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B.</a:t>
            </a:r>
            <a:endParaRPr lang="en-US" dirty="0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66B606C7-903D-4CF9-9C7F-5C63A13D2ADA}"/>
              </a:ext>
            </a:extLst>
          </p:cNvPr>
          <p:cNvSpPr/>
          <p:nvPr/>
        </p:nvSpPr>
        <p:spPr>
          <a:xfrm>
            <a:off x="533400" y="8305800"/>
            <a:ext cx="32412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C.</a:t>
            </a:r>
            <a:endParaRPr lang="en-US" dirty="0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186DEC3B-A33C-4559-97D1-9C141BB62BD0}"/>
              </a:ext>
            </a:extLst>
          </p:cNvPr>
          <p:cNvSpPr/>
          <p:nvPr/>
        </p:nvSpPr>
        <p:spPr>
          <a:xfrm>
            <a:off x="2209800" y="8324088"/>
            <a:ext cx="33695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D.</a:t>
            </a:r>
            <a:endParaRPr lang="en-US" dirty="0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83ECF757-325C-4D34-99DA-277DB693380E}"/>
              </a:ext>
            </a:extLst>
          </p:cNvPr>
          <p:cNvSpPr/>
          <p:nvPr/>
        </p:nvSpPr>
        <p:spPr>
          <a:xfrm>
            <a:off x="3904488" y="438912"/>
            <a:ext cx="3563112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12.  The graph of a system of equations is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        shown below.  Identify a solution to the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        system. </a:t>
            </a:r>
            <a:endParaRPr lang="en-US" dirty="0"/>
          </a:p>
        </p:txBody>
      </p:sp>
      <p:pic>
        <p:nvPicPr>
          <p:cNvPr id="116" name="Picture 115">
            <a:extLst>
              <a:ext uri="{FF2B5EF4-FFF2-40B4-BE49-F238E27FC236}">
                <a16:creationId xmlns:a16="http://schemas.microsoft.com/office/drawing/2014/main" id="{9253FDD5-279D-4200-A964-B1490E5D2DFF}"/>
              </a:ext>
            </a:extLst>
          </p:cNvPr>
          <p:cNvPicPr/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800" y="1066800"/>
            <a:ext cx="1793240" cy="1793240"/>
          </a:xfrm>
          <a:prstGeom prst="rect">
            <a:avLst/>
          </a:prstGeom>
        </p:spPr>
      </p:pic>
      <p:sp>
        <p:nvSpPr>
          <p:cNvPr id="121" name="Rectangle 120">
            <a:extLst>
              <a:ext uri="{FF2B5EF4-FFF2-40B4-BE49-F238E27FC236}">
                <a16:creationId xmlns:a16="http://schemas.microsoft.com/office/drawing/2014/main" id="{CF4B5457-BF9D-4B45-9905-93A746B66EBA}"/>
              </a:ext>
            </a:extLst>
          </p:cNvPr>
          <p:cNvSpPr/>
          <p:nvPr/>
        </p:nvSpPr>
        <p:spPr>
          <a:xfrm>
            <a:off x="3907536" y="2868168"/>
            <a:ext cx="3560064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13.  Solve the system of equations: </a:t>
            </a:r>
            <a:endParaRPr lang="en-US" dirty="0"/>
          </a:p>
        </p:txBody>
      </p:sp>
      <p:graphicFrame>
        <p:nvGraphicFramePr>
          <p:cNvPr id="122" name="Object 121">
            <a:extLst>
              <a:ext uri="{FF2B5EF4-FFF2-40B4-BE49-F238E27FC236}">
                <a16:creationId xmlns:a16="http://schemas.microsoft.com/office/drawing/2014/main" id="{F9CC9F4B-B0C7-4061-81B0-66FDAC4DC2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2616251"/>
              </p:ext>
            </p:extLst>
          </p:nvPr>
        </p:nvGraphicFramePr>
        <p:xfrm>
          <a:off x="4267200" y="3200400"/>
          <a:ext cx="10287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67" name="Equation" r:id="rId27" imgW="1028520" imgH="457200" progId="Equation.DSMT4">
                  <p:embed/>
                </p:oleObj>
              </mc:Choice>
              <mc:Fallback>
                <p:oleObj name="Equation" r:id="rId27" imgW="1028520" imgH="457200" progId="Equation.DSMT4">
                  <p:embed/>
                  <p:pic>
                    <p:nvPicPr>
                      <p:cNvPr id="53" name="Object 52">
                        <a:extLst>
                          <a:ext uri="{FF2B5EF4-FFF2-40B4-BE49-F238E27FC236}">
                            <a16:creationId xmlns:a16="http://schemas.microsoft.com/office/drawing/2014/main" id="{095F1F2A-0FEC-46FE-9F7E-1DB1701D4EE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4267200" y="3200400"/>
                        <a:ext cx="102870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" name="Text Box 88">
            <a:extLst>
              <a:ext uri="{FF2B5EF4-FFF2-40B4-BE49-F238E27FC236}">
                <a16:creationId xmlns:a16="http://schemas.microsoft.com/office/drawing/2014/main" id="{247FF058-61B2-417A-94E5-0AF6F7D62F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5181600"/>
            <a:ext cx="1809750" cy="1029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          </a:t>
            </a:r>
            <a: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          </a:t>
            </a:r>
            <a: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4" name="Object 123">
            <a:extLst>
              <a:ext uri="{FF2B5EF4-FFF2-40B4-BE49-F238E27FC236}">
                <a16:creationId xmlns:a16="http://schemas.microsoft.com/office/drawing/2014/main" id="{00DB9637-D059-4A01-9F12-0F9DDEB2E3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0133754"/>
              </p:ext>
            </p:extLst>
          </p:nvPr>
        </p:nvGraphicFramePr>
        <p:xfrm>
          <a:off x="4267200" y="6553200"/>
          <a:ext cx="1384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68" name="Equation" r:id="rId29" imgW="1384200" imgH="457200" progId="Equation.DSMT4">
                  <p:embed/>
                </p:oleObj>
              </mc:Choice>
              <mc:Fallback>
                <p:oleObj name="Equation" r:id="rId29" imgW="1384200" imgH="457200" progId="Equation.DSMT4">
                  <p:embed/>
                  <p:pic>
                    <p:nvPicPr>
                      <p:cNvPr id="55" name="Object 54">
                        <a:extLst>
                          <a:ext uri="{FF2B5EF4-FFF2-40B4-BE49-F238E27FC236}">
                            <a16:creationId xmlns:a16="http://schemas.microsoft.com/office/drawing/2014/main" id="{D0EB023A-5512-4078-B2F9-01280509C1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4267200" y="6553200"/>
                        <a:ext cx="138430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" name="Object 124">
            <a:extLst>
              <a:ext uri="{FF2B5EF4-FFF2-40B4-BE49-F238E27FC236}">
                <a16:creationId xmlns:a16="http://schemas.microsoft.com/office/drawing/2014/main" id="{564EA907-E509-4D40-AA7E-80284D802E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0118619"/>
              </p:ext>
            </p:extLst>
          </p:nvPr>
        </p:nvGraphicFramePr>
        <p:xfrm>
          <a:off x="4468368" y="5236464"/>
          <a:ext cx="3302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69" name="Equation" r:id="rId31" imgW="330120" imgH="228600" progId="Equation.DSMT4">
                  <p:embed/>
                </p:oleObj>
              </mc:Choice>
              <mc:Fallback>
                <p:oleObj name="Equation" r:id="rId31" imgW="330120" imgH="228600" progId="Equation.DSMT4">
                  <p:embed/>
                  <p:pic>
                    <p:nvPicPr>
                      <p:cNvPr id="56" name="Object 55">
                        <a:extLst>
                          <a:ext uri="{FF2B5EF4-FFF2-40B4-BE49-F238E27FC236}">
                            <a16:creationId xmlns:a16="http://schemas.microsoft.com/office/drawing/2014/main" id="{0C83677E-622E-4A13-A8E8-CEF784958F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4468368" y="5236464"/>
                        <a:ext cx="3302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" name="Object 125">
            <a:extLst>
              <a:ext uri="{FF2B5EF4-FFF2-40B4-BE49-F238E27FC236}">
                <a16:creationId xmlns:a16="http://schemas.microsoft.com/office/drawing/2014/main" id="{9A48D0B2-DB62-498B-BD71-226A8719E4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764825"/>
              </p:ext>
            </p:extLst>
          </p:nvPr>
        </p:nvGraphicFramePr>
        <p:xfrm>
          <a:off x="4450080" y="5458968"/>
          <a:ext cx="3429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70" name="Equation" r:id="rId33" imgW="342720" imgH="228600" progId="Equation.DSMT4">
                  <p:embed/>
                </p:oleObj>
              </mc:Choice>
              <mc:Fallback>
                <p:oleObj name="Equation" r:id="rId33" imgW="342720" imgH="228600" progId="Equation.DSMT4">
                  <p:embed/>
                  <p:pic>
                    <p:nvPicPr>
                      <p:cNvPr id="57" name="Object 56">
                        <a:extLst>
                          <a:ext uri="{FF2B5EF4-FFF2-40B4-BE49-F238E27FC236}">
                            <a16:creationId xmlns:a16="http://schemas.microsoft.com/office/drawing/2014/main" id="{36B7465E-8873-4B41-98BF-107A09C593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4450080" y="5458968"/>
                        <a:ext cx="3429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7" name="Object 126">
            <a:extLst>
              <a:ext uri="{FF2B5EF4-FFF2-40B4-BE49-F238E27FC236}">
                <a16:creationId xmlns:a16="http://schemas.microsoft.com/office/drawing/2014/main" id="{E39BFD7B-5D4C-42ED-993E-4B359E5A8B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3312559"/>
              </p:ext>
            </p:extLst>
          </p:nvPr>
        </p:nvGraphicFramePr>
        <p:xfrm>
          <a:off x="4437888" y="5675376"/>
          <a:ext cx="4064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71" name="Equation" r:id="rId35" imgW="406080" imgH="228600" progId="Equation.DSMT4">
                  <p:embed/>
                </p:oleObj>
              </mc:Choice>
              <mc:Fallback>
                <p:oleObj name="Equation" r:id="rId35" imgW="406080" imgH="228600" progId="Equation.DSMT4">
                  <p:embed/>
                  <p:pic>
                    <p:nvPicPr>
                      <p:cNvPr id="58" name="Object 57">
                        <a:extLst>
                          <a:ext uri="{FF2B5EF4-FFF2-40B4-BE49-F238E27FC236}">
                            <a16:creationId xmlns:a16="http://schemas.microsoft.com/office/drawing/2014/main" id="{9D62E2B3-A590-4F90-84AE-6AFF4BAED7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4437888" y="5675376"/>
                        <a:ext cx="4064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8" name="Object 127">
            <a:extLst>
              <a:ext uri="{FF2B5EF4-FFF2-40B4-BE49-F238E27FC236}">
                <a16:creationId xmlns:a16="http://schemas.microsoft.com/office/drawing/2014/main" id="{AE04FBBC-175C-4C06-AFEE-03CCC8800E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3169214"/>
              </p:ext>
            </p:extLst>
          </p:nvPr>
        </p:nvGraphicFramePr>
        <p:xfrm>
          <a:off x="5135880" y="5675376"/>
          <a:ext cx="3429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72" name="Equation" r:id="rId37" imgW="342720" imgH="228600" progId="Equation.DSMT4">
                  <p:embed/>
                </p:oleObj>
              </mc:Choice>
              <mc:Fallback>
                <p:oleObj name="Equation" r:id="rId37" imgW="342720" imgH="228600" progId="Equation.DSMT4">
                  <p:embed/>
                  <p:pic>
                    <p:nvPicPr>
                      <p:cNvPr id="59" name="Object 58">
                        <a:extLst>
                          <a:ext uri="{FF2B5EF4-FFF2-40B4-BE49-F238E27FC236}">
                            <a16:creationId xmlns:a16="http://schemas.microsoft.com/office/drawing/2014/main" id="{24837712-CD44-4AE8-A2FA-093731C718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5135880" y="5675376"/>
                        <a:ext cx="3429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" name="Object 128">
            <a:extLst>
              <a:ext uri="{FF2B5EF4-FFF2-40B4-BE49-F238E27FC236}">
                <a16:creationId xmlns:a16="http://schemas.microsoft.com/office/drawing/2014/main" id="{DEB9E0E8-9D19-4467-BB30-D99A3F05A6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6274311"/>
              </p:ext>
            </p:extLst>
          </p:nvPr>
        </p:nvGraphicFramePr>
        <p:xfrm>
          <a:off x="4447032" y="5885688"/>
          <a:ext cx="4064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73" name="Equation" r:id="rId38" imgW="406080" imgH="228600" progId="Equation.DSMT4">
                  <p:embed/>
                </p:oleObj>
              </mc:Choice>
              <mc:Fallback>
                <p:oleObj name="Equation" r:id="rId38" imgW="406080" imgH="228600" progId="Equation.DSMT4">
                  <p:embed/>
                  <p:pic>
                    <p:nvPicPr>
                      <p:cNvPr id="60" name="Object 59">
                        <a:extLst>
                          <a:ext uri="{FF2B5EF4-FFF2-40B4-BE49-F238E27FC236}">
                            <a16:creationId xmlns:a16="http://schemas.microsoft.com/office/drawing/2014/main" id="{4775B603-7AB1-4BC8-90FE-F014F364D7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4447032" y="5885688"/>
                        <a:ext cx="4064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" name="Object 129">
            <a:extLst>
              <a:ext uri="{FF2B5EF4-FFF2-40B4-BE49-F238E27FC236}">
                <a16:creationId xmlns:a16="http://schemas.microsoft.com/office/drawing/2014/main" id="{782802A5-CAA6-4D1D-B83C-9C9FA0EAB0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2474938"/>
              </p:ext>
            </p:extLst>
          </p:nvPr>
        </p:nvGraphicFramePr>
        <p:xfrm>
          <a:off x="5135880" y="5876544"/>
          <a:ext cx="3429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74" name="Equation" r:id="rId40" imgW="342720" imgH="228600" progId="Equation.DSMT4">
                  <p:embed/>
                </p:oleObj>
              </mc:Choice>
              <mc:Fallback>
                <p:oleObj name="Equation" r:id="rId40" imgW="342720" imgH="228600" progId="Equation.DSMT4">
                  <p:embed/>
                  <p:pic>
                    <p:nvPicPr>
                      <p:cNvPr id="61" name="Object 60">
                        <a:extLst>
                          <a:ext uri="{FF2B5EF4-FFF2-40B4-BE49-F238E27FC236}">
                            <a16:creationId xmlns:a16="http://schemas.microsoft.com/office/drawing/2014/main" id="{D2FBB219-EF2C-4E48-B605-E0FB6F6BCB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5135880" y="5876544"/>
                        <a:ext cx="3429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1" name="Rectangle 130">
            <a:extLst>
              <a:ext uri="{FF2B5EF4-FFF2-40B4-BE49-F238E27FC236}">
                <a16:creationId xmlns:a16="http://schemas.microsoft.com/office/drawing/2014/main" id="{A3420BFB-55DB-472D-AD2F-8AC19AF3448B}"/>
              </a:ext>
            </a:extLst>
          </p:cNvPr>
          <p:cNvSpPr/>
          <p:nvPr/>
        </p:nvSpPr>
        <p:spPr>
          <a:xfrm>
            <a:off x="3886200" y="6288024"/>
            <a:ext cx="35814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14.  Solve the system of equations: </a:t>
            </a:r>
            <a:endParaRPr lang="en-US" dirty="0"/>
          </a:p>
        </p:txBody>
      </p:sp>
      <p:sp>
        <p:nvSpPr>
          <p:cNvPr id="132" name="Text Box 97">
            <a:extLst>
              <a:ext uri="{FF2B5EF4-FFF2-40B4-BE49-F238E27FC236}">
                <a16:creationId xmlns:a16="http://schemas.microsoft.com/office/drawing/2014/main" id="{A5A4B203-17DD-4E73-9FC8-72F35DCBA7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8534400"/>
            <a:ext cx="1809750" cy="1029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  </a:t>
            </a:r>
            <a: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 Solution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            </a:t>
            </a:r>
            <a: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3" name="Object 132">
            <a:extLst>
              <a:ext uri="{FF2B5EF4-FFF2-40B4-BE49-F238E27FC236}">
                <a16:creationId xmlns:a16="http://schemas.microsoft.com/office/drawing/2014/main" id="{76D93EF9-73C2-4155-95ED-22EDC6E4F2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4555215"/>
              </p:ext>
            </p:extLst>
          </p:nvPr>
        </p:nvGraphicFramePr>
        <p:xfrm>
          <a:off x="4556760" y="8830056"/>
          <a:ext cx="4318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75" name="Equation" r:id="rId42" imgW="431640" imgH="228600" progId="Equation.DSMT4">
                  <p:embed/>
                </p:oleObj>
              </mc:Choice>
              <mc:Fallback>
                <p:oleObj name="Equation" r:id="rId42" imgW="431640" imgH="228600" progId="Equation.DSMT4">
                  <p:embed/>
                  <p:pic>
                    <p:nvPicPr>
                      <p:cNvPr id="64" name="Object 63">
                        <a:extLst>
                          <a:ext uri="{FF2B5EF4-FFF2-40B4-BE49-F238E27FC236}">
                            <a16:creationId xmlns:a16="http://schemas.microsoft.com/office/drawing/2014/main" id="{ABCD92AF-1B15-4619-ACE7-A5E3E1E06D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4556760" y="8830056"/>
                        <a:ext cx="4318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" name="Object 133">
            <a:extLst>
              <a:ext uri="{FF2B5EF4-FFF2-40B4-BE49-F238E27FC236}">
                <a16:creationId xmlns:a16="http://schemas.microsoft.com/office/drawing/2014/main" id="{DDA885DF-1EB3-45B5-AE72-3838ECD6C0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0886392"/>
              </p:ext>
            </p:extLst>
          </p:nvPr>
        </p:nvGraphicFramePr>
        <p:xfrm>
          <a:off x="4553712" y="9049512"/>
          <a:ext cx="4318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76" name="Equation" r:id="rId44" imgW="431640" imgH="228600" progId="Equation.DSMT4">
                  <p:embed/>
                </p:oleObj>
              </mc:Choice>
              <mc:Fallback>
                <p:oleObj name="Equation" r:id="rId44" imgW="431640" imgH="228600" progId="Equation.DSMT4">
                  <p:embed/>
                  <p:pic>
                    <p:nvPicPr>
                      <p:cNvPr id="65" name="Object 64">
                        <a:extLst>
                          <a:ext uri="{FF2B5EF4-FFF2-40B4-BE49-F238E27FC236}">
                            <a16:creationId xmlns:a16="http://schemas.microsoft.com/office/drawing/2014/main" id="{8FA4402C-2D83-4C04-8BBE-81CF7B5D67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4553712" y="9049512"/>
                        <a:ext cx="4318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" name="Object 134">
            <a:extLst>
              <a:ext uri="{FF2B5EF4-FFF2-40B4-BE49-F238E27FC236}">
                <a16:creationId xmlns:a16="http://schemas.microsoft.com/office/drawing/2014/main" id="{A685C36D-071B-42ED-8E5F-0EABE35DF1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5186010"/>
              </p:ext>
            </p:extLst>
          </p:nvPr>
        </p:nvGraphicFramePr>
        <p:xfrm>
          <a:off x="4572000" y="9275064"/>
          <a:ext cx="4318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77" name="Equation" r:id="rId46" imgW="431640" imgH="228600" progId="Equation.DSMT4">
                  <p:embed/>
                </p:oleObj>
              </mc:Choice>
              <mc:Fallback>
                <p:oleObj name="Equation" r:id="rId46" imgW="431640" imgH="228600" progId="Equation.DSMT4">
                  <p:embed/>
                  <p:pic>
                    <p:nvPicPr>
                      <p:cNvPr id="66" name="Object 65">
                        <a:extLst>
                          <a:ext uri="{FF2B5EF4-FFF2-40B4-BE49-F238E27FC236}">
                            <a16:creationId xmlns:a16="http://schemas.microsoft.com/office/drawing/2014/main" id="{1A740F43-6E15-4DE3-A2D4-CEA1BD8098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4572000" y="9275064"/>
                        <a:ext cx="4318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" name="Object 135">
            <a:extLst>
              <a:ext uri="{FF2B5EF4-FFF2-40B4-BE49-F238E27FC236}">
                <a16:creationId xmlns:a16="http://schemas.microsoft.com/office/drawing/2014/main" id="{1F869EE2-5170-40DD-A482-602FD93FEF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1627633"/>
              </p:ext>
            </p:extLst>
          </p:nvPr>
        </p:nvGraphicFramePr>
        <p:xfrm>
          <a:off x="5315712" y="9275064"/>
          <a:ext cx="3556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78" name="Equation" r:id="rId48" imgW="355320" imgH="228600" progId="Equation.DSMT4">
                  <p:embed/>
                </p:oleObj>
              </mc:Choice>
              <mc:Fallback>
                <p:oleObj name="Equation" r:id="rId48" imgW="355320" imgH="228600" progId="Equation.DSMT4">
                  <p:embed/>
                  <p:pic>
                    <p:nvPicPr>
                      <p:cNvPr id="67" name="Object 66">
                        <a:extLst>
                          <a:ext uri="{FF2B5EF4-FFF2-40B4-BE49-F238E27FC236}">
                            <a16:creationId xmlns:a16="http://schemas.microsoft.com/office/drawing/2014/main" id="{4D49E6EA-DC5C-4A29-B94E-C5D82F1EB6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5315712" y="9275064"/>
                        <a:ext cx="3556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29F462E7-2108-42E0-BDF7-7623BF034941}"/>
              </a:ext>
            </a:extLst>
          </p:cNvPr>
          <p:cNvCxnSpPr>
            <a:cxnSpLocks/>
          </p:cNvCxnSpPr>
          <p:nvPr/>
        </p:nvCxnSpPr>
        <p:spPr>
          <a:xfrm>
            <a:off x="3924808" y="6266990"/>
            <a:ext cx="34930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77FEAFA4-99F0-4306-923C-E8C5C8EBDFC9}"/>
              </a:ext>
            </a:extLst>
          </p:cNvPr>
          <p:cNvCxnSpPr>
            <a:cxnSpLocks/>
          </p:cNvCxnSpPr>
          <p:nvPr/>
        </p:nvCxnSpPr>
        <p:spPr>
          <a:xfrm>
            <a:off x="3959350" y="2860040"/>
            <a:ext cx="34930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5B1E6C4B-7E0E-4ADB-B894-C2E22BA6F50E}"/>
              </a:ext>
            </a:extLst>
          </p:cNvPr>
          <p:cNvCxnSpPr>
            <a:cxnSpLocks/>
          </p:cNvCxnSpPr>
          <p:nvPr/>
        </p:nvCxnSpPr>
        <p:spPr>
          <a:xfrm>
            <a:off x="434523" y="3821545"/>
            <a:ext cx="34930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199CEDBB-ECAF-4CB5-90BE-F27F66A9E4F9}"/>
              </a:ext>
            </a:extLst>
          </p:cNvPr>
          <p:cNvCxnSpPr>
            <a:cxnSpLocks/>
          </p:cNvCxnSpPr>
          <p:nvPr/>
        </p:nvCxnSpPr>
        <p:spPr>
          <a:xfrm>
            <a:off x="461771" y="6262255"/>
            <a:ext cx="34930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1" name="Picture 140">
            <a:extLst>
              <a:ext uri="{FF2B5EF4-FFF2-40B4-BE49-F238E27FC236}">
                <a16:creationId xmlns:a16="http://schemas.microsoft.com/office/drawing/2014/main" id="{58A1C6F5-880E-455A-AEC5-8CE892CCB209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5908040" y="2113215"/>
            <a:ext cx="2109399" cy="749873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640A0878-A737-43BF-B76E-55E87EC5CA21}"/>
              </a:ext>
            </a:extLst>
          </p:cNvPr>
          <p:cNvPicPr/>
          <p:nvPr/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2633" y="8274209"/>
            <a:ext cx="13716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19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352</Words>
  <Application>Microsoft Office PowerPoint</Application>
  <PresentationFormat>Custom</PresentationFormat>
  <Paragraphs>42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Tahoma</vt:lpstr>
      <vt:lpstr>Office Theme</vt:lpstr>
      <vt:lpstr>Equation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Gina Wilson</dc:creator>
  <cp:lastModifiedBy>Gina Wilson</cp:lastModifiedBy>
  <cp:revision>14</cp:revision>
  <dcterms:created xsi:type="dcterms:W3CDTF">2018-02-20T16:18:51Z</dcterms:created>
  <dcterms:modified xsi:type="dcterms:W3CDTF">2020-01-09T11:47:40Z</dcterms:modified>
</cp:coreProperties>
</file>