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113" d="100"/>
          <a:sy n="113" d="100"/>
        </p:scale>
        <p:origin x="3762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26" Type="http://schemas.openxmlformats.org/officeDocument/2006/relationships/image" Target="../media/image26.wmf"/><Relationship Id="rId39" Type="http://schemas.openxmlformats.org/officeDocument/2006/relationships/image" Target="../media/image39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34" Type="http://schemas.openxmlformats.org/officeDocument/2006/relationships/image" Target="../media/image34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5" Type="http://schemas.openxmlformats.org/officeDocument/2006/relationships/image" Target="../media/image25.wmf"/><Relationship Id="rId33" Type="http://schemas.openxmlformats.org/officeDocument/2006/relationships/image" Target="../media/image33.wmf"/><Relationship Id="rId38" Type="http://schemas.openxmlformats.org/officeDocument/2006/relationships/image" Target="../media/image38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29" Type="http://schemas.openxmlformats.org/officeDocument/2006/relationships/image" Target="../media/image29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32" Type="http://schemas.openxmlformats.org/officeDocument/2006/relationships/image" Target="../media/image32.wmf"/><Relationship Id="rId37" Type="http://schemas.openxmlformats.org/officeDocument/2006/relationships/image" Target="../media/image37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28" Type="http://schemas.openxmlformats.org/officeDocument/2006/relationships/image" Target="../media/image28.wmf"/><Relationship Id="rId36" Type="http://schemas.openxmlformats.org/officeDocument/2006/relationships/image" Target="../media/image36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31" Type="http://schemas.openxmlformats.org/officeDocument/2006/relationships/image" Target="../media/image31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Relationship Id="rId27" Type="http://schemas.openxmlformats.org/officeDocument/2006/relationships/image" Target="../media/image27.wmf"/><Relationship Id="rId30" Type="http://schemas.openxmlformats.org/officeDocument/2006/relationships/image" Target="../media/image30.wmf"/><Relationship Id="rId35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53.wmf"/><Relationship Id="rId18" Type="http://schemas.openxmlformats.org/officeDocument/2006/relationships/image" Target="../media/image58.wmf"/><Relationship Id="rId26" Type="http://schemas.openxmlformats.org/officeDocument/2006/relationships/image" Target="../media/image66.wmf"/><Relationship Id="rId3" Type="http://schemas.openxmlformats.org/officeDocument/2006/relationships/image" Target="../media/image43.wmf"/><Relationship Id="rId21" Type="http://schemas.openxmlformats.org/officeDocument/2006/relationships/image" Target="../media/image61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17" Type="http://schemas.openxmlformats.org/officeDocument/2006/relationships/image" Target="../media/image57.wmf"/><Relationship Id="rId25" Type="http://schemas.openxmlformats.org/officeDocument/2006/relationships/image" Target="../media/image65.wmf"/><Relationship Id="rId2" Type="http://schemas.openxmlformats.org/officeDocument/2006/relationships/image" Target="../media/image42.wmf"/><Relationship Id="rId16" Type="http://schemas.openxmlformats.org/officeDocument/2006/relationships/image" Target="../media/image56.wmf"/><Relationship Id="rId20" Type="http://schemas.openxmlformats.org/officeDocument/2006/relationships/image" Target="../media/image60.wmf"/><Relationship Id="rId29" Type="http://schemas.openxmlformats.org/officeDocument/2006/relationships/image" Target="../media/image69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24" Type="http://schemas.openxmlformats.org/officeDocument/2006/relationships/image" Target="../media/image64.wmf"/><Relationship Id="rId5" Type="http://schemas.openxmlformats.org/officeDocument/2006/relationships/image" Target="../media/image45.wmf"/><Relationship Id="rId15" Type="http://schemas.openxmlformats.org/officeDocument/2006/relationships/image" Target="../media/image55.wmf"/><Relationship Id="rId23" Type="http://schemas.openxmlformats.org/officeDocument/2006/relationships/image" Target="../media/image63.wmf"/><Relationship Id="rId28" Type="http://schemas.openxmlformats.org/officeDocument/2006/relationships/image" Target="../media/image68.wmf"/><Relationship Id="rId10" Type="http://schemas.openxmlformats.org/officeDocument/2006/relationships/image" Target="../media/image50.wmf"/><Relationship Id="rId19" Type="http://schemas.openxmlformats.org/officeDocument/2006/relationships/image" Target="../media/image59.wmf"/><Relationship Id="rId31" Type="http://schemas.openxmlformats.org/officeDocument/2006/relationships/image" Target="../media/image71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Relationship Id="rId14" Type="http://schemas.openxmlformats.org/officeDocument/2006/relationships/image" Target="../media/image54.wmf"/><Relationship Id="rId22" Type="http://schemas.openxmlformats.org/officeDocument/2006/relationships/image" Target="../media/image62.wmf"/><Relationship Id="rId27" Type="http://schemas.openxmlformats.org/officeDocument/2006/relationships/image" Target="../media/image67.wmf"/><Relationship Id="rId30" Type="http://schemas.openxmlformats.org/officeDocument/2006/relationships/image" Target="../media/image7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wmf"/><Relationship Id="rId18" Type="http://schemas.openxmlformats.org/officeDocument/2006/relationships/image" Target="../media/image91.wmf"/><Relationship Id="rId26" Type="http://schemas.openxmlformats.org/officeDocument/2006/relationships/image" Target="../media/image99.wmf"/><Relationship Id="rId3" Type="http://schemas.openxmlformats.org/officeDocument/2006/relationships/image" Target="../media/image76.wmf"/><Relationship Id="rId21" Type="http://schemas.openxmlformats.org/officeDocument/2006/relationships/image" Target="../media/image94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17" Type="http://schemas.openxmlformats.org/officeDocument/2006/relationships/image" Target="../media/image90.wmf"/><Relationship Id="rId25" Type="http://schemas.openxmlformats.org/officeDocument/2006/relationships/image" Target="../media/image98.wmf"/><Relationship Id="rId2" Type="http://schemas.openxmlformats.org/officeDocument/2006/relationships/image" Target="../media/image75.wmf"/><Relationship Id="rId16" Type="http://schemas.openxmlformats.org/officeDocument/2006/relationships/image" Target="../media/image89.wmf"/><Relationship Id="rId20" Type="http://schemas.openxmlformats.org/officeDocument/2006/relationships/image" Target="../media/image93.wmf"/><Relationship Id="rId29" Type="http://schemas.openxmlformats.org/officeDocument/2006/relationships/image" Target="../media/image102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24" Type="http://schemas.openxmlformats.org/officeDocument/2006/relationships/image" Target="../media/image97.wmf"/><Relationship Id="rId5" Type="http://schemas.openxmlformats.org/officeDocument/2006/relationships/image" Target="../media/image78.wmf"/><Relationship Id="rId15" Type="http://schemas.openxmlformats.org/officeDocument/2006/relationships/image" Target="../media/image88.wmf"/><Relationship Id="rId23" Type="http://schemas.openxmlformats.org/officeDocument/2006/relationships/image" Target="../media/image96.wmf"/><Relationship Id="rId28" Type="http://schemas.openxmlformats.org/officeDocument/2006/relationships/image" Target="../media/image101.wmf"/><Relationship Id="rId10" Type="http://schemas.openxmlformats.org/officeDocument/2006/relationships/image" Target="../media/image83.wmf"/><Relationship Id="rId19" Type="http://schemas.openxmlformats.org/officeDocument/2006/relationships/image" Target="../media/image92.wmf"/><Relationship Id="rId31" Type="http://schemas.openxmlformats.org/officeDocument/2006/relationships/image" Target="../media/image104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Relationship Id="rId14" Type="http://schemas.openxmlformats.org/officeDocument/2006/relationships/image" Target="../media/image87.wmf"/><Relationship Id="rId22" Type="http://schemas.openxmlformats.org/officeDocument/2006/relationships/image" Target="../media/image95.wmf"/><Relationship Id="rId27" Type="http://schemas.openxmlformats.org/officeDocument/2006/relationships/image" Target="../media/image100.wmf"/><Relationship Id="rId30" Type="http://schemas.openxmlformats.org/officeDocument/2006/relationships/image" Target="../media/image10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image" Target="../media/image118.wmf"/><Relationship Id="rId18" Type="http://schemas.openxmlformats.org/officeDocument/2006/relationships/image" Target="../media/image123.wmf"/><Relationship Id="rId26" Type="http://schemas.openxmlformats.org/officeDocument/2006/relationships/image" Target="../media/image131.wmf"/><Relationship Id="rId3" Type="http://schemas.openxmlformats.org/officeDocument/2006/relationships/image" Target="../media/image108.wmf"/><Relationship Id="rId21" Type="http://schemas.openxmlformats.org/officeDocument/2006/relationships/image" Target="../media/image126.wmf"/><Relationship Id="rId7" Type="http://schemas.openxmlformats.org/officeDocument/2006/relationships/image" Target="../media/image112.wmf"/><Relationship Id="rId12" Type="http://schemas.openxmlformats.org/officeDocument/2006/relationships/image" Target="../media/image117.wmf"/><Relationship Id="rId17" Type="http://schemas.openxmlformats.org/officeDocument/2006/relationships/image" Target="../media/image122.wmf"/><Relationship Id="rId25" Type="http://schemas.openxmlformats.org/officeDocument/2006/relationships/image" Target="../media/image130.wmf"/><Relationship Id="rId2" Type="http://schemas.openxmlformats.org/officeDocument/2006/relationships/image" Target="../media/image107.wmf"/><Relationship Id="rId16" Type="http://schemas.openxmlformats.org/officeDocument/2006/relationships/image" Target="../media/image121.wmf"/><Relationship Id="rId20" Type="http://schemas.openxmlformats.org/officeDocument/2006/relationships/image" Target="../media/image125.wmf"/><Relationship Id="rId29" Type="http://schemas.openxmlformats.org/officeDocument/2006/relationships/image" Target="../media/image134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11" Type="http://schemas.openxmlformats.org/officeDocument/2006/relationships/image" Target="../media/image116.wmf"/><Relationship Id="rId24" Type="http://schemas.openxmlformats.org/officeDocument/2006/relationships/image" Target="../media/image129.wmf"/><Relationship Id="rId5" Type="http://schemas.openxmlformats.org/officeDocument/2006/relationships/image" Target="../media/image110.wmf"/><Relationship Id="rId15" Type="http://schemas.openxmlformats.org/officeDocument/2006/relationships/image" Target="../media/image120.wmf"/><Relationship Id="rId23" Type="http://schemas.openxmlformats.org/officeDocument/2006/relationships/image" Target="../media/image128.wmf"/><Relationship Id="rId28" Type="http://schemas.openxmlformats.org/officeDocument/2006/relationships/image" Target="../media/image133.wmf"/><Relationship Id="rId10" Type="http://schemas.openxmlformats.org/officeDocument/2006/relationships/image" Target="../media/image115.wmf"/><Relationship Id="rId19" Type="http://schemas.openxmlformats.org/officeDocument/2006/relationships/image" Target="../media/image124.wmf"/><Relationship Id="rId4" Type="http://schemas.openxmlformats.org/officeDocument/2006/relationships/image" Target="../media/image109.wmf"/><Relationship Id="rId9" Type="http://schemas.openxmlformats.org/officeDocument/2006/relationships/image" Target="../media/image114.wmf"/><Relationship Id="rId14" Type="http://schemas.openxmlformats.org/officeDocument/2006/relationships/image" Target="../media/image119.wmf"/><Relationship Id="rId22" Type="http://schemas.openxmlformats.org/officeDocument/2006/relationships/image" Target="../media/image127.wmf"/><Relationship Id="rId27" Type="http://schemas.openxmlformats.org/officeDocument/2006/relationships/image" Target="../media/image132.wmf"/><Relationship Id="rId30" Type="http://schemas.openxmlformats.org/officeDocument/2006/relationships/image" Target="../media/image13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wmf"/><Relationship Id="rId18" Type="http://schemas.openxmlformats.org/officeDocument/2006/relationships/image" Target="../media/image154.wmf"/><Relationship Id="rId3" Type="http://schemas.openxmlformats.org/officeDocument/2006/relationships/image" Target="../media/image139.wmf"/><Relationship Id="rId21" Type="http://schemas.openxmlformats.org/officeDocument/2006/relationships/image" Target="../media/image157.wmf"/><Relationship Id="rId7" Type="http://schemas.openxmlformats.org/officeDocument/2006/relationships/image" Target="../media/image143.wmf"/><Relationship Id="rId12" Type="http://schemas.openxmlformats.org/officeDocument/2006/relationships/image" Target="../media/image148.wmf"/><Relationship Id="rId17" Type="http://schemas.openxmlformats.org/officeDocument/2006/relationships/image" Target="../media/image153.wmf"/><Relationship Id="rId2" Type="http://schemas.openxmlformats.org/officeDocument/2006/relationships/image" Target="../media/image138.wmf"/><Relationship Id="rId16" Type="http://schemas.openxmlformats.org/officeDocument/2006/relationships/image" Target="../media/image152.wmf"/><Relationship Id="rId20" Type="http://schemas.openxmlformats.org/officeDocument/2006/relationships/image" Target="../media/image156.w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wmf"/><Relationship Id="rId24" Type="http://schemas.openxmlformats.org/officeDocument/2006/relationships/image" Target="../media/image160.wmf"/><Relationship Id="rId5" Type="http://schemas.openxmlformats.org/officeDocument/2006/relationships/image" Target="../media/image141.wmf"/><Relationship Id="rId15" Type="http://schemas.openxmlformats.org/officeDocument/2006/relationships/image" Target="../media/image151.wmf"/><Relationship Id="rId23" Type="http://schemas.openxmlformats.org/officeDocument/2006/relationships/image" Target="../media/image159.wmf"/><Relationship Id="rId10" Type="http://schemas.openxmlformats.org/officeDocument/2006/relationships/image" Target="../media/image146.wmf"/><Relationship Id="rId19" Type="http://schemas.openxmlformats.org/officeDocument/2006/relationships/image" Target="../media/image155.wmf"/><Relationship Id="rId4" Type="http://schemas.openxmlformats.org/officeDocument/2006/relationships/image" Target="../media/image140.wmf"/><Relationship Id="rId9" Type="http://schemas.openxmlformats.org/officeDocument/2006/relationships/image" Target="../media/image145.wmf"/><Relationship Id="rId14" Type="http://schemas.openxmlformats.org/officeDocument/2006/relationships/image" Target="../media/image150.wmf"/><Relationship Id="rId22" Type="http://schemas.openxmlformats.org/officeDocument/2006/relationships/image" Target="../media/image15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81.wmf"/><Relationship Id="rId18" Type="http://schemas.openxmlformats.org/officeDocument/2006/relationships/image" Target="../media/image186.wmf"/><Relationship Id="rId26" Type="http://schemas.openxmlformats.org/officeDocument/2006/relationships/image" Target="../media/image194.wmf"/><Relationship Id="rId39" Type="http://schemas.openxmlformats.org/officeDocument/2006/relationships/image" Target="../media/image207.wmf"/><Relationship Id="rId3" Type="http://schemas.openxmlformats.org/officeDocument/2006/relationships/image" Target="../media/image171.wmf"/><Relationship Id="rId21" Type="http://schemas.openxmlformats.org/officeDocument/2006/relationships/image" Target="../media/image189.wmf"/><Relationship Id="rId34" Type="http://schemas.openxmlformats.org/officeDocument/2006/relationships/image" Target="../media/image202.wmf"/><Relationship Id="rId42" Type="http://schemas.openxmlformats.org/officeDocument/2006/relationships/image" Target="../media/image210.wmf"/><Relationship Id="rId7" Type="http://schemas.openxmlformats.org/officeDocument/2006/relationships/image" Target="../media/image175.wmf"/><Relationship Id="rId12" Type="http://schemas.openxmlformats.org/officeDocument/2006/relationships/image" Target="../media/image180.wmf"/><Relationship Id="rId17" Type="http://schemas.openxmlformats.org/officeDocument/2006/relationships/image" Target="../media/image185.wmf"/><Relationship Id="rId25" Type="http://schemas.openxmlformats.org/officeDocument/2006/relationships/image" Target="../media/image193.wmf"/><Relationship Id="rId33" Type="http://schemas.openxmlformats.org/officeDocument/2006/relationships/image" Target="../media/image201.wmf"/><Relationship Id="rId38" Type="http://schemas.openxmlformats.org/officeDocument/2006/relationships/image" Target="../media/image206.wmf"/><Relationship Id="rId2" Type="http://schemas.openxmlformats.org/officeDocument/2006/relationships/image" Target="../media/image170.wmf"/><Relationship Id="rId16" Type="http://schemas.openxmlformats.org/officeDocument/2006/relationships/image" Target="../media/image184.wmf"/><Relationship Id="rId20" Type="http://schemas.openxmlformats.org/officeDocument/2006/relationships/image" Target="../media/image188.wmf"/><Relationship Id="rId29" Type="http://schemas.openxmlformats.org/officeDocument/2006/relationships/image" Target="../media/image197.wmf"/><Relationship Id="rId41" Type="http://schemas.openxmlformats.org/officeDocument/2006/relationships/image" Target="../media/image209.wmf"/><Relationship Id="rId1" Type="http://schemas.openxmlformats.org/officeDocument/2006/relationships/image" Target="../media/image169.wmf"/><Relationship Id="rId6" Type="http://schemas.openxmlformats.org/officeDocument/2006/relationships/image" Target="../media/image174.wmf"/><Relationship Id="rId11" Type="http://schemas.openxmlformats.org/officeDocument/2006/relationships/image" Target="../media/image179.wmf"/><Relationship Id="rId24" Type="http://schemas.openxmlformats.org/officeDocument/2006/relationships/image" Target="../media/image192.wmf"/><Relationship Id="rId32" Type="http://schemas.openxmlformats.org/officeDocument/2006/relationships/image" Target="../media/image200.wmf"/><Relationship Id="rId37" Type="http://schemas.openxmlformats.org/officeDocument/2006/relationships/image" Target="../media/image205.wmf"/><Relationship Id="rId40" Type="http://schemas.openxmlformats.org/officeDocument/2006/relationships/image" Target="../media/image208.wmf"/><Relationship Id="rId5" Type="http://schemas.openxmlformats.org/officeDocument/2006/relationships/image" Target="../media/image173.wmf"/><Relationship Id="rId15" Type="http://schemas.openxmlformats.org/officeDocument/2006/relationships/image" Target="../media/image183.wmf"/><Relationship Id="rId23" Type="http://schemas.openxmlformats.org/officeDocument/2006/relationships/image" Target="../media/image191.wmf"/><Relationship Id="rId28" Type="http://schemas.openxmlformats.org/officeDocument/2006/relationships/image" Target="../media/image196.wmf"/><Relationship Id="rId36" Type="http://schemas.openxmlformats.org/officeDocument/2006/relationships/image" Target="../media/image204.wmf"/><Relationship Id="rId10" Type="http://schemas.openxmlformats.org/officeDocument/2006/relationships/image" Target="../media/image178.wmf"/><Relationship Id="rId19" Type="http://schemas.openxmlformats.org/officeDocument/2006/relationships/image" Target="../media/image187.wmf"/><Relationship Id="rId31" Type="http://schemas.openxmlformats.org/officeDocument/2006/relationships/image" Target="../media/image199.wmf"/><Relationship Id="rId4" Type="http://schemas.openxmlformats.org/officeDocument/2006/relationships/image" Target="../media/image172.wmf"/><Relationship Id="rId9" Type="http://schemas.openxmlformats.org/officeDocument/2006/relationships/image" Target="../media/image177.wmf"/><Relationship Id="rId14" Type="http://schemas.openxmlformats.org/officeDocument/2006/relationships/image" Target="../media/image182.wmf"/><Relationship Id="rId22" Type="http://schemas.openxmlformats.org/officeDocument/2006/relationships/image" Target="../media/image190.wmf"/><Relationship Id="rId27" Type="http://schemas.openxmlformats.org/officeDocument/2006/relationships/image" Target="../media/image195.wmf"/><Relationship Id="rId30" Type="http://schemas.openxmlformats.org/officeDocument/2006/relationships/image" Target="../media/image198.wmf"/><Relationship Id="rId35" Type="http://schemas.openxmlformats.org/officeDocument/2006/relationships/image" Target="../media/image20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image" Target="../media/image225.wmf"/><Relationship Id="rId18" Type="http://schemas.openxmlformats.org/officeDocument/2006/relationships/image" Target="../media/image230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17" Type="http://schemas.openxmlformats.org/officeDocument/2006/relationships/image" Target="../media/image229.wmf"/><Relationship Id="rId2" Type="http://schemas.openxmlformats.org/officeDocument/2006/relationships/image" Target="../media/image214.wmf"/><Relationship Id="rId16" Type="http://schemas.openxmlformats.org/officeDocument/2006/relationships/image" Target="../media/image228.wmf"/><Relationship Id="rId20" Type="http://schemas.openxmlformats.org/officeDocument/2006/relationships/image" Target="../media/image232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5" Type="http://schemas.openxmlformats.org/officeDocument/2006/relationships/image" Target="../media/image227.wmf"/><Relationship Id="rId10" Type="http://schemas.openxmlformats.org/officeDocument/2006/relationships/image" Target="../media/image222.wmf"/><Relationship Id="rId19" Type="http://schemas.openxmlformats.org/officeDocument/2006/relationships/image" Target="../media/image231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Relationship Id="rId14" Type="http://schemas.openxmlformats.org/officeDocument/2006/relationships/image" Target="../media/image22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image" Target="../media/image254.wmf"/><Relationship Id="rId3" Type="http://schemas.openxmlformats.org/officeDocument/2006/relationships/image" Target="../media/image244.wmf"/><Relationship Id="rId7" Type="http://schemas.openxmlformats.org/officeDocument/2006/relationships/image" Target="../media/image248.wmf"/><Relationship Id="rId12" Type="http://schemas.openxmlformats.org/officeDocument/2006/relationships/image" Target="../media/image253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6" Type="http://schemas.openxmlformats.org/officeDocument/2006/relationships/image" Target="../media/image247.wmf"/><Relationship Id="rId11" Type="http://schemas.openxmlformats.org/officeDocument/2006/relationships/image" Target="../media/image252.wmf"/><Relationship Id="rId5" Type="http://schemas.openxmlformats.org/officeDocument/2006/relationships/image" Target="../media/image246.wmf"/><Relationship Id="rId10" Type="http://schemas.openxmlformats.org/officeDocument/2006/relationships/image" Target="../media/image251.wmf"/><Relationship Id="rId4" Type="http://schemas.openxmlformats.org/officeDocument/2006/relationships/image" Target="../media/image245.wmf"/><Relationship Id="rId9" Type="http://schemas.openxmlformats.org/officeDocument/2006/relationships/image" Target="../media/image25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3" Type="http://schemas.openxmlformats.org/officeDocument/2006/relationships/image" Target="../media/image262.wmf"/><Relationship Id="rId7" Type="http://schemas.openxmlformats.org/officeDocument/2006/relationships/image" Target="../media/image266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6" Type="http://schemas.openxmlformats.org/officeDocument/2006/relationships/image" Target="../media/image265.wmf"/><Relationship Id="rId5" Type="http://schemas.openxmlformats.org/officeDocument/2006/relationships/image" Target="../media/image264.wmf"/><Relationship Id="rId10" Type="http://schemas.openxmlformats.org/officeDocument/2006/relationships/image" Target="../media/image269.wmf"/><Relationship Id="rId4" Type="http://schemas.openxmlformats.org/officeDocument/2006/relationships/image" Target="../media/image263.wmf"/><Relationship Id="rId9" Type="http://schemas.openxmlformats.org/officeDocument/2006/relationships/image" Target="../media/image2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C2913-0891-4F2A-807A-D728132EA9A5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7EA21-0E1B-4689-AA51-F1554D7A7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8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EA21-0E1B-4689-AA51-F1554D7A77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34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0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0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0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06183" y="9738112"/>
            <a:ext cx="1597025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.bin"/><Relationship Id="rId18" Type="http://schemas.openxmlformats.org/officeDocument/2006/relationships/image" Target="../media/image7.wmf"/><Relationship Id="rId26" Type="http://schemas.openxmlformats.org/officeDocument/2006/relationships/image" Target="../media/image11.wmf"/><Relationship Id="rId39" Type="http://schemas.openxmlformats.org/officeDocument/2006/relationships/oleObject" Target="../embeddings/oleObject18.bin"/><Relationship Id="rId21" Type="http://schemas.openxmlformats.org/officeDocument/2006/relationships/oleObject" Target="../embeddings/oleObject9.bin"/><Relationship Id="rId34" Type="http://schemas.openxmlformats.org/officeDocument/2006/relationships/image" Target="../media/image15.wmf"/><Relationship Id="rId42" Type="http://schemas.openxmlformats.org/officeDocument/2006/relationships/image" Target="../media/image19.wmf"/><Relationship Id="rId47" Type="http://schemas.openxmlformats.org/officeDocument/2006/relationships/oleObject" Target="../embeddings/oleObject22.bin"/><Relationship Id="rId50" Type="http://schemas.openxmlformats.org/officeDocument/2006/relationships/image" Target="../media/image23.wmf"/><Relationship Id="rId55" Type="http://schemas.openxmlformats.org/officeDocument/2006/relationships/oleObject" Target="../embeddings/oleObject26.bin"/><Relationship Id="rId63" Type="http://schemas.openxmlformats.org/officeDocument/2006/relationships/oleObject" Target="../embeddings/oleObject30.bin"/><Relationship Id="rId68" Type="http://schemas.openxmlformats.org/officeDocument/2006/relationships/image" Target="../media/image32.wmf"/><Relationship Id="rId76" Type="http://schemas.openxmlformats.org/officeDocument/2006/relationships/image" Target="../media/image36.wmf"/><Relationship Id="rId7" Type="http://schemas.openxmlformats.org/officeDocument/2006/relationships/oleObject" Target="../embeddings/oleObject2.bin"/><Relationship Id="rId71" Type="http://schemas.openxmlformats.org/officeDocument/2006/relationships/oleObject" Target="../embeddings/oleObject34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6.wmf"/><Relationship Id="rId29" Type="http://schemas.openxmlformats.org/officeDocument/2006/relationships/oleObject" Target="../embeddings/oleObject13.bin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10.wmf"/><Relationship Id="rId32" Type="http://schemas.openxmlformats.org/officeDocument/2006/relationships/image" Target="../media/image14.wmf"/><Relationship Id="rId37" Type="http://schemas.openxmlformats.org/officeDocument/2006/relationships/oleObject" Target="../embeddings/oleObject17.bin"/><Relationship Id="rId40" Type="http://schemas.openxmlformats.org/officeDocument/2006/relationships/image" Target="../media/image18.wmf"/><Relationship Id="rId45" Type="http://schemas.openxmlformats.org/officeDocument/2006/relationships/oleObject" Target="../embeddings/oleObject21.bin"/><Relationship Id="rId53" Type="http://schemas.openxmlformats.org/officeDocument/2006/relationships/oleObject" Target="../embeddings/oleObject25.bin"/><Relationship Id="rId58" Type="http://schemas.openxmlformats.org/officeDocument/2006/relationships/image" Target="../media/image27.wmf"/><Relationship Id="rId66" Type="http://schemas.openxmlformats.org/officeDocument/2006/relationships/image" Target="../media/image31.wmf"/><Relationship Id="rId74" Type="http://schemas.openxmlformats.org/officeDocument/2006/relationships/image" Target="../media/image35.wmf"/><Relationship Id="rId79" Type="http://schemas.openxmlformats.org/officeDocument/2006/relationships/oleObject" Target="../embeddings/oleObject38.bin"/><Relationship Id="rId5" Type="http://schemas.openxmlformats.org/officeDocument/2006/relationships/oleObject" Target="../embeddings/oleObject1.bin"/><Relationship Id="rId61" Type="http://schemas.openxmlformats.org/officeDocument/2006/relationships/oleObject" Target="../embeddings/oleObject29.bin"/><Relationship Id="rId82" Type="http://schemas.openxmlformats.org/officeDocument/2006/relationships/image" Target="../media/image39.wmf"/><Relationship Id="rId10" Type="http://schemas.openxmlformats.org/officeDocument/2006/relationships/image" Target="../media/image3.wmf"/><Relationship Id="rId19" Type="http://schemas.openxmlformats.org/officeDocument/2006/relationships/oleObject" Target="../embeddings/oleObject8.bin"/><Relationship Id="rId31" Type="http://schemas.openxmlformats.org/officeDocument/2006/relationships/oleObject" Target="../embeddings/oleObject14.bin"/><Relationship Id="rId44" Type="http://schemas.openxmlformats.org/officeDocument/2006/relationships/image" Target="../media/image20.wmf"/><Relationship Id="rId52" Type="http://schemas.openxmlformats.org/officeDocument/2006/relationships/image" Target="../media/image24.wmf"/><Relationship Id="rId60" Type="http://schemas.openxmlformats.org/officeDocument/2006/relationships/image" Target="../media/image28.wmf"/><Relationship Id="rId65" Type="http://schemas.openxmlformats.org/officeDocument/2006/relationships/oleObject" Target="../embeddings/oleObject31.bin"/><Relationship Id="rId73" Type="http://schemas.openxmlformats.org/officeDocument/2006/relationships/oleObject" Target="../embeddings/oleObject35.bin"/><Relationship Id="rId78" Type="http://schemas.openxmlformats.org/officeDocument/2006/relationships/image" Target="../media/image37.wmf"/><Relationship Id="rId81" Type="http://schemas.openxmlformats.org/officeDocument/2006/relationships/oleObject" Target="../embeddings/oleObject39.bin"/><Relationship Id="rId4" Type="http://schemas.openxmlformats.org/officeDocument/2006/relationships/image" Target="../media/image40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wmf"/><Relationship Id="rId22" Type="http://schemas.openxmlformats.org/officeDocument/2006/relationships/image" Target="../media/image9.wmf"/><Relationship Id="rId27" Type="http://schemas.openxmlformats.org/officeDocument/2006/relationships/oleObject" Target="../embeddings/oleObject12.bin"/><Relationship Id="rId30" Type="http://schemas.openxmlformats.org/officeDocument/2006/relationships/image" Target="../media/image13.wmf"/><Relationship Id="rId35" Type="http://schemas.openxmlformats.org/officeDocument/2006/relationships/oleObject" Target="../embeddings/oleObject16.bin"/><Relationship Id="rId43" Type="http://schemas.openxmlformats.org/officeDocument/2006/relationships/oleObject" Target="../embeddings/oleObject20.bin"/><Relationship Id="rId48" Type="http://schemas.openxmlformats.org/officeDocument/2006/relationships/image" Target="../media/image22.wmf"/><Relationship Id="rId56" Type="http://schemas.openxmlformats.org/officeDocument/2006/relationships/image" Target="../media/image26.wmf"/><Relationship Id="rId64" Type="http://schemas.openxmlformats.org/officeDocument/2006/relationships/image" Target="../media/image30.wmf"/><Relationship Id="rId69" Type="http://schemas.openxmlformats.org/officeDocument/2006/relationships/oleObject" Target="../embeddings/oleObject33.bin"/><Relationship Id="rId77" Type="http://schemas.openxmlformats.org/officeDocument/2006/relationships/oleObject" Target="../embeddings/oleObject37.bin"/><Relationship Id="rId8" Type="http://schemas.openxmlformats.org/officeDocument/2006/relationships/image" Target="../media/image2.wmf"/><Relationship Id="rId51" Type="http://schemas.openxmlformats.org/officeDocument/2006/relationships/oleObject" Target="../embeddings/oleObject24.bin"/><Relationship Id="rId72" Type="http://schemas.openxmlformats.org/officeDocument/2006/relationships/image" Target="../media/image34.wmf"/><Relationship Id="rId80" Type="http://schemas.openxmlformats.org/officeDocument/2006/relationships/image" Target="../media/image38.wmf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7.bin"/><Relationship Id="rId25" Type="http://schemas.openxmlformats.org/officeDocument/2006/relationships/oleObject" Target="../embeddings/oleObject11.bin"/><Relationship Id="rId33" Type="http://schemas.openxmlformats.org/officeDocument/2006/relationships/oleObject" Target="../embeddings/oleObject15.bin"/><Relationship Id="rId38" Type="http://schemas.openxmlformats.org/officeDocument/2006/relationships/image" Target="../media/image17.wmf"/><Relationship Id="rId46" Type="http://schemas.openxmlformats.org/officeDocument/2006/relationships/image" Target="../media/image21.wmf"/><Relationship Id="rId59" Type="http://schemas.openxmlformats.org/officeDocument/2006/relationships/oleObject" Target="../embeddings/oleObject28.bin"/><Relationship Id="rId67" Type="http://schemas.openxmlformats.org/officeDocument/2006/relationships/oleObject" Target="../embeddings/oleObject32.bin"/><Relationship Id="rId20" Type="http://schemas.openxmlformats.org/officeDocument/2006/relationships/image" Target="../media/image8.wmf"/><Relationship Id="rId41" Type="http://schemas.openxmlformats.org/officeDocument/2006/relationships/oleObject" Target="../embeddings/oleObject19.bin"/><Relationship Id="rId54" Type="http://schemas.openxmlformats.org/officeDocument/2006/relationships/image" Target="../media/image25.wmf"/><Relationship Id="rId62" Type="http://schemas.openxmlformats.org/officeDocument/2006/relationships/image" Target="../media/image29.wmf"/><Relationship Id="rId70" Type="http://schemas.openxmlformats.org/officeDocument/2006/relationships/image" Target="../media/image33.wmf"/><Relationship Id="rId75" Type="http://schemas.openxmlformats.org/officeDocument/2006/relationships/oleObject" Target="../embeddings/oleObject36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12.wmf"/><Relationship Id="rId36" Type="http://schemas.openxmlformats.org/officeDocument/2006/relationships/image" Target="../media/image16.wmf"/><Relationship Id="rId49" Type="http://schemas.openxmlformats.org/officeDocument/2006/relationships/oleObject" Target="../embeddings/oleObject23.bin"/><Relationship Id="rId57" Type="http://schemas.openxmlformats.org/officeDocument/2006/relationships/oleObject" Target="../embeddings/oleObject27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9" Type="http://schemas.openxmlformats.org/officeDocument/2006/relationships/oleObject" Target="../embeddings/oleObject57.bin"/><Relationship Id="rId21" Type="http://schemas.openxmlformats.org/officeDocument/2006/relationships/image" Target="../media/image49.wmf"/><Relationship Id="rId34" Type="http://schemas.openxmlformats.org/officeDocument/2006/relationships/oleObject" Target="../embeddings/oleObject55.bin"/><Relationship Id="rId42" Type="http://schemas.openxmlformats.org/officeDocument/2006/relationships/image" Target="../media/image59.wmf"/><Relationship Id="rId47" Type="http://schemas.openxmlformats.org/officeDocument/2006/relationships/oleObject" Target="../embeddings/oleObject61.bin"/><Relationship Id="rId50" Type="http://schemas.openxmlformats.org/officeDocument/2006/relationships/image" Target="../media/image63.wmf"/><Relationship Id="rId55" Type="http://schemas.openxmlformats.org/officeDocument/2006/relationships/oleObject" Target="../embeddings/oleObject65.bin"/><Relationship Id="rId63" Type="http://schemas.openxmlformats.org/officeDocument/2006/relationships/oleObject" Target="../embeddings/oleObject69.bin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29" Type="http://schemas.openxmlformats.org/officeDocument/2006/relationships/image" Target="../media/image53.wmf"/><Relationship Id="rId41" Type="http://schemas.openxmlformats.org/officeDocument/2006/relationships/oleObject" Target="../embeddings/oleObject58.bin"/><Relationship Id="rId54" Type="http://schemas.openxmlformats.org/officeDocument/2006/relationships/image" Target="../media/image65.wmf"/><Relationship Id="rId62" Type="http://schemas.openxmlformats.org/officeDocument/2006/relationships/image" Target="../media/image69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4.bin"/><Relationship Id="rId37" Type="http://schemas.openxmlformats.org/officeDocument/2006/relationships/oleObject" Target="../embeddings/oleObject56.bin"/><Relationship Id="rId40" Type="http://schemas.openxmlformats.org/officeDocument/2006/relationships/image" Target="../media/image58.wmf"/><Relationship Id="rId45" Type="http://schemas.openxmlformats.org/officeDocument/2006/relationships/oleObject" Target="../embeddings/oleObject60.bin"/><Relationship Id="rId53" Type="http://schemas.openxmlformats.org/officeDocument/2006/relationships/oleObject" Target="../embeddings/oleObject64.bin"/><Relationship Id="rId58" Type="http://schemas.openxmlformats.org/officeDocument/2006/relationships/image" Target="../media/image67.wmf"/><Relationship Id="rId66" Type="http://schemas.openxmlformats.org/officeDocument/2006/relationships/image" Target="../media/image71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28" Type="http://schemas.openxmlformats.org/officeDocument/2006/relationships/oleObject" Target="../embeddings/oleObject52.bin"/><Relationship Id="rId36" Type="http://schemas.openxmlformats.org/officeDocument/2006/relationships/image" Target="../media/image73.png"/><Relationship Id="rId49" Type="http://schemas.openxmlformats.org/officeDocument/2006/relationships/oleObject" Target="../embeddings/oleObject62.bin"/><Relationship Id="rId57" Type="http://schemas.openxmlformats.org/officeDocument/2006/relationships/oleObject" Target="../embeddings/oleObject66.bin"/><Relationship Id="rId61" Type="http://schemas.openxmlformats.org/officeDocument/2006/relationships/oleObject" Target="../embeddings/oleObject68.bin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8.wmf"/><Relationship Id="rId31" Type="http://schemas.openxmlformats.org/officeDocument/2006/relationships/image" Target="../media/image54.wmf"/><Relationship Id="rId44" Type="http://schemas.openxmlformats.org/officeDocument/2006/relationships/image" Target="../media/image60.wmf"/><Relationship Id="rId52" Type="http://schemas.openxmlformats.org/officeDocument/2006/relationships/image" Target="../media/image64.wmf"/><Relationship Id="rId60" Type="http://schemas.openxmlformats.org/officeDocument/2006/relationships/image" Target="../media/image68.wmf"/><Relationship Id="rId65" Type="http://schemas.openxmlformats.org/officeDocument/2006/relationships/oleObject" Target="../embeddings/oleObject70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52.wmf"/><Relationship Id="rId30" Type="http://schemas.openxmlformats.org/officeDocument/2006/relationships/oleObject" Target="../embeddings/oleObject53.bin"/><Relationship Id="rId35" Type="http://schemas.openxmlformats.org/officeDocument/2006/relationships/image" Target="../media/image56.wmf"/><Relationship Id="rId43" Type="http://schemas.openxmlformats.org/officeDocument/2006/relationships/oleObject" Target="../embeddings/oleObject59.bin"/><Relationship Id="rId48" Type="http://schemas.openxmlformats.org/officeDocument/2006/relationships/image" Target="../media/image62.wmf"/><Relationship Id="rId56" Type="http://schemas.openxmlformats.org/officeDocument/2006/relationships/image" Target="../media/image66.wmf"/><Relationship Id="rId64" Type="http://schemas.openxmlformats.org/officeDocument/2006/relationships/image" Target="../media/image70.wmf"/><Relationship Id="rId8" Type="http://schemas.openxmlformats.org/officeDocument/2006/relationships/oleObject" Target="../embeddings/oleObject42.bin"/><Relationship Id="rId51" Type="http://schemas.openxmlformats.org/officeDocument/2006/relationships/oleObject" Target="../embeddings/oleObject63.bin"/><Relationship Id="rId3" Type="http://schemas.openxmlformats.org/officeDocument/2006/relationships/image" Target="../media/image72.PNG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7.wmf"/><Relationship Id="rId25" Type="http://schemas.openxmlformats.org/officeDocument/2006/relationships/image" Target="../media/image51.wmf"/><Relationship Id="rId33" Type="http://schemas.openxmlformats.org/officeDocument/2006/relationships/image" Target="../media/image55.wmf"/><Relationship Id="rId38" Type="http://schemas.openxmlformats.org/officeDocument/2006/relationships/image" Target="../media/image57.wmf"/><Relationship Id="rId46" Type="http://schemas.openxmlformats.org/officeDocument/2006/relationships/image" Target="../media/image61.wmf"/><Relationship Id="rId59" Type="http://schemas.openxmlformats.org/officeDocument/2006/relationships/oleObject" Target="../embeddings/oleObject67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wmf"/><Relationship Id="rId18" Type="http://schemas.openxmlformats.org/officeDocument/2006/relationships/oleObject" Target="../embeddings/oleObject78.bin"/><Relationship Id="rId26" Type="http://schemas.openxmlformats.org/officeDocument/2006/relationships/oleObject" Target="../embeddings/oleObject82.bin"/><Relationship Id="rId39" Type="http://schemas.openxmlformats.org/officeDocument/2006/relationships/image" Target="../media/image91.wmf"/><Relationship Id="rId21" Type="http://schemas.openxmlformats.org/officeDocument/2006/relationships/image" Target="../media/image82.wmf"/><Relationship Id="rId34" Type="http://schemas.openxmlformats.org/officeDocument/2006/relationships/oleObject" Target="../embeddings/oleObject86.bin"/><Relationship Id="rId42" Type="http://schemas.openxmlformats.org/officeDocument/2006/relationships/oleObject" Target="../embeddings/oleObject90.bin"/><Relationship Id="rId47" Type="http://schemas.openxmlformats.org/officeDocument/2006/relationships/image" Target="../media/image95.wmf"/><Relationship Id="rId50" Type="http://schemas.openxmlformats.org/officeDocument/2006/relationships/oleObject" Target="../embeddings/oleObject94.bin"/><Relationship Id="rId55" Type="http://schemas.openxmlformats.org/officeDocument/2006/relationships/image" Target="../media/image99.wmf"/><Relationship Id="rId63" Type="http://schemas.openxmlformats.org/officeDocument/2006/relationships/image" Target="../media/image103.wmf"/><Relationship Id="rId7" Type="http://schemas.openxmlformats.org/officeDocument/2006/relationships/image" Target="../media/image75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29" Type="http://schemas.openxmlformats.org/officeDocument/2006/relationships/image" Target="../media/image86.wmf"/><Relationship Id="rId41" Type="http://schemas.openxmlformats.org/officeDocument/2006/relationships/image" Target="../media/image92.wmf"/><Relationship Id="rId54" Type="http://schemas.openxmlformats.org/officeDocument/2006/relationships/oleObject" Target="../embeddings/oleObject96.bin"/><Relationship Id="rId62" Type="http://schemas.openxmlformats.org/officeDocument/2006/relationships/oleObject" Target="../embeddings/oleObject10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7.wmf"/><Relationship Id="rId24" Type="http://schemas.openxmlformats.org/officeDocument/2006/relationships/oleObject" Target="../embeddings/oleObject81.bin"/><Relationship Id="rId32" Type="http://schemas.openxmlformats.org/officeDocument/2006/relationships/oleObject" Target="../embeddings/oleObject85.bin"/><Relationship Id="rId37" Type="http://schemas.openxmlformats.org/officeDocument/2006/relationships/image" Target="../media/image90.wmf"/><Relationship Id="rId40" Type="http://schemas.openxmlformats.org/officeDocument/2006/relationships/oleObject" Target="../embeddings/oleObject89.bin"/><Relationship Id="rId45" Type="http://schemas.openxmlformats.org/officeDocument/2006/relationships/image" Target="../media/image94.wmf"/><Relationship Id="rId53" Type="http://schemas.openxmlformats.org/officeDocument/2006/relationships/image" Target="../media/image98.wmf"/><Relationship Id="rId58" Type="http://schemas.openxmlformats.org/officeDocument/2006/relationships/oleObject" Target="../embeddings/oleObject98.bin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23" Type="http://schemas.openxmlformats.org/officeDocument/2006/relationships/image" Target="../media/image83.wmf"/><Relationship Id="rId28" Type="http://schemas.openxmlformats.org/officeDocument/2006/relationships/oleObject" Target="../embeddings/oleObject83.bin"/><Relationship Id="rId36" Type="http://schemas.openxmlformats.org/officeDocument/2006/relationships/oleObject" Target="../embeddings/oleObject87.bin"/><Relationship Id="rId49" Type="http://schemas.openxmlformats.org/officeDocument/2006/relationships/image" Target="../media/image96.wmf"/><Relationship Id="rId57" Type="http://schemas.openxmlformats.org/officeDocument/2006/relationships/image" Target="../media/image100.wmf"/><Relationship Id="rId61" Type="http://schemas.openxmlformats.org/officeDocument/2006/relationships/image" Target="../media/image102.wmf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81.wmf"/><Relationship Id="rId31" Type="http://schemas.openxmlformats.org/officeDocument/2006/relationships/image" Target="../media/image87.wmf"/><Relationship Id="rId44" Type="http://schemas.openxmlformats.org/officeDocument/2006/relationships/oleObject" Target="../embeddings/oleObject91.bin"/><Relationship Id="rId52" Type="http://schemas.openxmlformats.org/officeDocument/2006/relationships/oleObject" Target="../embeddings/oleObject95.bin"/><Relationship Id="rId60" Type="http://schemas.openxmlformats.org/officeDocument/2006/relationships/oleObject" Target="../embeddings/oleObject99.bin"/><Relationship Id="rId65" Type="http://schemas.openxmlformats.org/officeDocument/2006/relationships/image" Target="../media/image104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6.bin"/><Relationship Id="rId22" Type="http://schemas.openxmlformats.org/officeDocument/2006/relationships/oleObject" Target="../embeddings/oleObject80.bin"/><Relationship Id="rId27" Type="http://schemas.openxmlformats.org/officeDocument/2006/relationships/image" Target="../media/image85.wmf"/><Relationship Id="rId30" Type="http://schemas.openxmlformats.org/officeDocument/2006/relationships/oleObject" Target="../embeddings/oleObject84.bin"/><Relationship Id="rId35" Type="http://schemas.openxmlformats.org/officeDocument/2006/relationships/image" Target="../media/image89.wmf"/><Relationship Id="rId43" Type="http://schemas.openxmlformats.org/officeDocument/2006/relationships/image" Target="../media/image93.wmf"/><Relationship Id="rId48" Type="http://schemas.openxmlformats.org/officeDocument/2006/relationships/oleObject" Target="../embeddings/oleObject93.bin"/><Relationship Id="rId56" Type="http://schemas.openxmlformats.org/officeDocument/2006/relationships/oleObject" Target="../embeddings/oleObject97.bin"/><Relationship Id="rId64" Type="http://schemas.openxmlformats.org/officeDocument/2006/relationships/oleObject" Target="../embeddings/oleObject101.bin"/><Relationship Id="rId8" Type="http://schemas.openxmlformats.org/officeDocument/2006/relationships/oleObject" Target="../embeddings/oleObject73.bin"/><Relationship Id="rId51" Type="http://schemas.openxmlformats.org/officeDocument/2006/relationships/image" Target="../media/image97.wmf"/><Relationship Id="rId3" Type="http://schemas.openxmlformats.org/officeDocument/2006/relationships/image" Target="../media/image105.PNG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80.wmf"/><Relationship Id="rId25" Type="http://schemas.openxmlformats.org/officeDocument/2006/relationships/image" Target="../media/image84.wmf"/><Relationship Id="rId33" Type="http://schemas.openxmlformats.org/officeDocument/2006/relationships/image" Target="../media/image88.wmf"/><Relationship Id="rId38" Type="http://schemas.openxmlformats.org/officeDocument/2006/relationships/oleObject" Target="../embeddings/oleObject88.bin"/><Relationship Id="rId46" Type="http://schemas.openxmlformats.org/officeDocument/2006/relationships/oleObject" Target="../embeddings/oleObject92.bin"/><Relationship Id="rId59" Type="http://schemas.openxmlformats.org/officeDocument/2006/relationships/image" Target="../media/image101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wmf"/><Relationship Id="rId18" Type="http://schemas.openxmlformats.org/officeDocument/2006/relationships/oleObject" Target="../embeddings/oleObject109.bin"/><Relationship Id="rId26" Type="http://schemas.openxmlformats.org/officeDocument/2006/relationships/oleObject" Target="../embeddings/oleObject113.bin"/><Relationship Id="rId39" Type="http://schemas.openxmlformats.org/officeDocument/2006/relationships/image" Target="../media/image123.wmf"/><Relationship Id="rId21" Type="http://schemas.openxmlformats.org/officeDocument/2006/relationships/image" Target="../media/image114.wmf"/><Relationship Id="rId34" Type="http://schemas.openxmlformats.org/officeDocument/2006/relationships/oleObject" Target="../embeddings/oleObject117.bin"/><Relationship Id="rId42" Type="http://schemas.openxmlformats.org/officeDocument/2006/relationships/oleObject" Target="../embeddings/oleObject121.bin"/><Relationship Id="rId47" Type="http://schemas.openxmlformats.org/officeDocument/2006/relationships/image" Target="../media/image127.wmf"/><Relationship Id="rId50" Type="http://schemas.openxmlformats.org/officeDocument/2006/relationships/oleObject" Target="../embeddings/oleObject125.bin"/><Relationship Id="rId55" Type="http://schemas.openxmlformats.org/officeDocument/2006/relationships/image" Target="../media/image131.wmf"/><Relationship Id="rId63" Type="http://schemas.openxmlformats.org/officeDocument/2006/relationships/image" Target="../media/image135.wmf"/><Relationship Id="rId7" Type="http://schemas.openxmlformats.org/officeDocument/2006/relationships/image" Target="../media/image107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29" Type="http://schemas.openxmlformats.org/officeDocument/2006/relationships/image" Target="../media/image118.wmf"/><Relationship Id="rId41" Type="http://schemas.openxmlformats.org/officeDocument/2006/relationships/image" Target="../media/image124.wmf"/><Relationship Id="rId54" Type="http://schemas.openxmlformats.org/officeDocument/2006/relationships/oleObject" Target="../embeddings/oleObject127.bin"/><Relationship Id="rId62" Type="http://schemas.openxmlformats.org/officeDocument/2006/relationships/oleObject" Target="../embeddings/oleObject13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9.wmf"/><Relationship Id="rId24" Type="http://schemas.openxmlformats.org/officeDocument/2006/relationships/oleObject" Target="../embeddings/oleObject112.bin"/><Relationship Id="rId32" Type="http://schemas.openxmlformats.org/officeDocument/2006/relationships/oleObject" Target="../embeddings/oleObject116.bin"/><Relationship Id="rId37" Type="http://schemas.openxmlformats.org/officeDocument/2006/relationships/image" Target="../media/image122.wmf"/><Relationship Id="rId40" Type="http://schemas.openxmlformats.org/officeDocument/2006/relationships/oleObject" Target="../embeddings/oleObject120.bin"/><Relationship Id="rId45" Type="http://schemas.openxmlformats.org/officeDocument/2006/relationships/image" Target="../media/image126.wmf"/><Relationship Id="rId53" Type="http://schemas.openxmlformats.org/officeDocument/2006/relationships/image" Target="../media/image130.wmf"/><Relationship Id="rId58" Type="http://schemas.openxmlformats.org/officeDocument/2006/relationships/oleObject" Target="../embeddings/oleObject129.bin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23" Type="http://schemas.openxmlformats.org/officeDocument/2006/relationships/image" Target="../media/image115.wmf"/><Relationship Id="rId28" Type="http://schemas.openxmlformats.org/officeDocument/2006/relationships/oleObject" Target="../embeddings/oleObject114.bin"/><Relationship Id="rId36" Type="http://schemas.openxmlformats.org/officeDocument/2006/relationships/oleObject" Target="../embeddings/oleObject118.bin"/><Relationship Id="rId49" Type="http://schemas.openxmlformats.org/officeDocument/2006/relationships/image" Target="../media/image128.wmf"/><Relationship Id="rId57" Type="http://schemas.openxmlformats.org/officeDocument/2006/relationships/image" Target="../media/image132.wmf"/><Relationship Id="rId61" Type="http://schemas.openxmlformats.org/officeDocument/2006/relationships/image" Target="../media/image134.w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13.wmf"/><Relationship Id="rId31" Type="http://schemas.openxmlformats.org/officeDocument/2006/relationships/image" Target="../media/image119.wmf"/><Relationship Id="rId44" Type="http://schemas.openxmlformats.org/officeDocument/2006/relationships/oleObject" Target="../embeddings/oleObject122.bin"/><Relationship Id="rId52" Type="http://schemas.openxmlformats.org/officeDocument/2006/relationships/oleObject" Target="../embeddings/oleObject126.bin"/><Relationship Id="rId60" Type="http://schemas.openxmlformats.org/officeDocument/2006/relationships/oleObject" Target="../embeddings/oleObject130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Relationship Id="rId27" Type="http://schemas.openxmlformats.org/officeDocument/2006/relationships/image" Target="../media/image117.wmf"/><Relationship Id="rId30" Type="http://schemas.openxmlformats.org/officeDocument/2006/relationships/oleObject" Target="../embeddings/oleObject115.bin"/><Relationship Id="rId35" Type="http://schemas.openxmlformats.org/officeDocument/2006/relationships/image" Target="../media/image121.wmf"/><Relationship Id="rId43" Type="http://schemas.openxmlformats.org/officeDocument/2006/relationships/image" Target="../media/image125.wmf"/><Relationship Id="rId48" Type="http://schemas.openxmlformats.org/officeDocument/2006/relationships/oleObject" Target="../embeddings/oleObject124.bin"/><Relationship Id="rId56" Type="http://schemas.openxmlformats.org/officeDocument/2006/relationships/oleObject" Target="../embeddings/oleObject128.bin"/><Relationship Id="rId8" Type="http://schemas.openxmlformats.org/officeDocument/2006/relationships/oleObject" Target="../embeddings/oleObject104.bin"/><Relationship Id="rId51" Type="http://schemas.openxmlformats.org/officeDocument/2006/relationships/image" Target="../media/image129.wmf"/><Relationship Id="rId3" Type="http://schemas.openxmlformats.org/officeDocument/2006/relationships/image" Target="../media/image136.PNG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12.wmf"/><Relationship Id="rId25" Type="http://schemas.openxmlformats.org/officeDocument/2006/relationships/image" Target="../media/image116.wmf"/><Relationship Id="rId33" Type="http://schemas.openxmlformats.org/officeDocument/2006/relationships/image" Target="../media/image120.wmf"/><Relationship Id="rId38" Type="http://schemas.openxmlformats.org/officeDocument/2006/relationships/oleObject" Target="../embeddings/oleObject119.bin"/><Relationship Id="rId46" Type="http://schemas.openxmlformats.org/officeDocument/2006/relationships/oleObject" Target="../embeddings/oleObject123.bin"/><Relationship Id="rId59" Type="http://schemas.openxmlformats.org/officeDocument/2006/relationships/image" Target="../media/image133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136.bin"/><Relationship Id="rId26" Type="http://schemas.openxmlformats.org/officeDocument/2006/relationships/oleObject" Target="../embeddings/oleObject140.bin"/><Relationship Id="rId39" Type="http://schemas.openxmlformats.org/officeDocument/2006/relationships/image" Target="../media/image151.wmf"/><Relationship Id="rId21" Type="http://schemas.openxmlformats.org/officeDocument/2006/relationships/image" Target="../media/image142.wmf"/><Relationship Id="rId34" Type="http://schemas.openxmlformats.org/officeDocument/2006/relationships/oleObject" Target="../embeddings/oleObject144.bin"/><Relationship Id="rId42" Type="http://schemas.openxmlformats.org/officeDocument/2006/relationships/oleObject" Target="../embeddings/oleObject148.bin"/><Relationship Id="rId47" Type="http://schemas.openxmlformats.org/officeDocument/2006/relationships/oleObject" Target="../embeddings/oleObject150.bin"/><Relationship Id="rId50" Type="http://schemas.openxmlformats.org/officeDocument/2006/relationships/oleObject" Target="../embeddings/oleObject153.bin"/><Relationship Id="rId55" Type="http://schemas.openxmlformats.org/officeDocument/2006/relationships/image" Target="../media/image157.wmf"/><Relationship Id="rId7" Type="http://schemas.openxmlformats.org/officeDocument/2006/relationships/image" Target="../media/image165.png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7.bin"/><Relationship Id="rId29" Type="http://schemas.openxmlformats.org/officeDocument/2006/relationships/image" Target="../media/image146.wmf"/><Relationship Id="rId41" Type="http://schemas.openxmlformats.org/officeDocument/2006/relationships/image" Target="../media/image152.wmf"/><Relationship Id="rId54" Type="http://schemas.openxmlformats.org/officeDocument/2006/relationships/oleObject" Target="../embeddings/oleObject155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4.png"/><Relationship Id="rId11" Type="http://schemas.openxmlformats.org/officeDocument/2006/relationships/image" Target="../media/image137.wmf"/><Relationship Id="rId24" Type="http://schemas.openxmlformats.org/officeDocument/2006/relationships/oleObject" Target="../embeddings/oleObject139.bin"/><Relationship Id="rId32" Type="http://schemas.openxmlformats.org/officeDocument/2006/relationships/oleObject" Target="../embeddings/oleObject143.bin"/><Relationship Id="rId37" Type="http://schemas.openxmlformats.org/officeDocument/2006/relationships/image" Target="../media/image150.wmf"/><Relationship Id="rId40" Type="http://schemas.openxmlformats.org/officeDocument/2006/relationships/oleObject" Target="../embeddings/oleObject147.bin"/><Relationship Id="rId45" Type="http://schemas.openxmlformats.org/officeDocument/2006/relationships/oleObject" Target="../embeddings/oleObject149.bin"/><Relationship Id="rId53" Type="http://schemas.openxmlformats.org/officeDocument/2006/relationships/image" Target="../media/image156.wmf"/><Relationship Id="rId58" Type="http://schemas.openxmlformats.org/officeDocument/2006/relationships/oleObject" Target="../embeddings/oleObject157.bin"/><Relationship Id="rId5" Type="http://schemas.openxmlformats.org/officeDocument/2006/relationships/image" Target="../media/image163.png"/><Relationship Id="rId15" Type="http://schemas.openxmlformats.org/officeDocument/2006/relationships/image" Target="../media/image139.wmf"/><Relationship Id="rId23" Type="http://schemas.openxmlformats.org/officeDocument/2006/relationships/image" Target="../media/image143.wmf"/><Relationship Id="rId28" Type="http://schemas.openxmlformats.org/officeDocument/2006/relationships/oleObject" Target="../embeddings/oleObject141.bin"/><Relationship Id="rId36" Type="http://schemas.openxmlformats.org/officeDocument/2006/relationships/oleObject" Target="../embeddings/oleObject145.bin"/><Relationship Id="rId49" Type="http://schemas.openxmlformats.org/officeDocument/2006/relationships/oleObject" Target="../embeddings/oleObject152.bin"/><Relationship Id="rId57" Type="http://schemas.openxmlformats.org/officeDocument/2006/relationships/image" Target="../media/image158.wmf"/><Relationship Id="rId61" Type="http://schemas.openxmlformats.org/officeDocument/2006/relationships/image" Target="../media/image160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41.wmf"/><Relationship Id="rId31" Type="http://schemas.openxmlformats.org/officeDocument/2006/relationships/image" Target="../media/image147.wmf"/><Relationship Id="rId44" Type="http://schemas.openxmlformats.org/officeDocument/2006/relationships/image" Target="../media/image168.png"/><Relationship Id="rId52" Type="http://schemas.openxmlformats.org/officeDocument/2006/relationships/oleObject" Target="../embeddings/oleObject154.bin"/><Relationship Id="rId60" Type="http://schemas.openxmlformats.org/officeDocument/2006/relationships/oleObject" Target="../embeddings/oleObject158.bin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oleObject" Target="../embeddings/oleObject134.bin"/><Relationship Id="rId22" Type="http://schemas.openxmlformats.org/officeDocument/2006/relationships/oleObject" Target="../embeddings/oleObject138.bin"/><Relationship Id="rId27" Type="http://schemas.openxmlformats.org/officeDocument/2006/relationships/image" Target="../media/image145.wmf"/><Relationship Id="rId30" Type="http://schemas.openxmlformats.org/officeDocument/2006/relationships/oleObject" Target="../embeddings/oleObject142.bin"/><Relationship Id="rId35" Type="http://schemas.openxmlformats.org/officeDocument/2006/relationships/image" Target="../media/image149.wmf"/><Relationship Id="rId43" Type="http://schemas.openxmlformats.org/officeDocument/2006/relationships/image" Target="../media/image153.wmf"/><Relationship Id="rId48" Type="http://schemas.openxmlformats.org/officeDocument/2006/relationships/oleObject" Target="../embeddings/oleObject151.bin"/><Relationship Id="rId56" Type="http://schemas.openxmlformats.org/officeDocument/2006/relationships/oleObject" Target="../embeddings/oleObject156.bin"/><Relationship Id="rId8" Type="http://schemas.openxmlformats.org/officeDocument/2006/relationships/image" Target="../media/image166.png"/><Relationship Id="rId51" Type="http://schemas.openxmlformats.org/officeDocument/2006/relationships/image" Target="../media/image155.wmf"/><Relationship Id="rId3" Type="http://schemas.openxmlformats.org/officeDocument/2006/relationships/image" Target="../media/image161.PNG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40.wmf"/><Relationship Id="rId25" Type="http://schemas.openxmlformats.org/officeDocument/2006/relationships/image" Target="../media/image144.wmf"/><Relationship Id="rId33" Type="http://schemas.openxmlformats.org/officeDocument/2006/relationships/image" Target="../media/image148.wmf"/><Relationship Id="rId38" Type="http://schemas.openxmlformats.org/officeDocument/2006/relationships/oleObject" Target="../embeddings/oleObject146.bin"/><Relationship Id="rId46" Type="http://schemas.openxmlformats.org/officeDocument/2006/relationships/image" Target="../media/image154.wmf"/><Relationship Id="rId59" Type="http://schemas.openxmlformats.org/officeDocument/2006/relationships/image" Target="../media/image159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75.wmf"/><Relationship Id="rId26" Type="http://schemas.openxmlformats.org/officeDocument/2006/relationships/image" Target="../media/image179.wmf"/><Relationship Id="rId39" Type="http://schemas.openxmlformats.org/officeDocument/2006/relationships/oleObject" Target="../embeddings/oleObject176.bin"/><Relationship Id="rId21" Type="http://schemas.openxmlformats.org/officeDocument/2006/relationships/oleObject" Target="../embeddings/oleObject167.bin"/><Relationship Id="rId34" Type="http://schemas.openxmlformats.org/officeDocument/2006/relationships/image" Target="../media/image183.wmf"/><Relationship Id="rId42" Type="http://schemas.openxmlformats.org/officeDocument/2006/relationships/image" Target="../media/image187.wmf"/><Relationship Id="rId47" Type="http://schemas.openxmlformats.org/officeDocument/2006/relationships/oleObject" Target="../embeddings/oleObject180.bin"/><Relationship Id="rId50" Type="http://schemas.openxmlformats.org/officeDocument/2006/relationships/image" Target="../media/image191.wmf"/><Relationship Id="rId55" Type="http://schemas.openxmlformats.org/officeDocument/2006/relationships/oleObject" Target="../embeddings/oleObject184.bin"/><Relationship Id="rId63" Type="http://schemas.openxmlformats.org/officeDocument/2006/relationships/oleObject" Target="../embeddings/oleObject189.bin"/><Relationship Id="rId68" Type="http://schemas.openxmlformats.org/officeDocument/2006/relationships/oleObject" Target="../embeddings/oleObject192.bin"/><Relationship Id="rId76" Type="http://schemas.openxmlformats.org/officeDocument/2006/relationships/oleObject" Target="../embeddings/oleObject196.bin"/><Relationship Id="rId84" Type="http://schemas.openxmlformats.org/officeDocument/2006/relationships/oleObject" Target="../embeddings/oleObject200.bin"/><Relationship Id="rId89" Type="http://schemas.openxmlformats.org/officeDocument/2006/relationships/image" Target="../media/image209.wmf"/><Relationship Id="rId7" Type="http://schemas.openxmlformats.org/officeDocument/2006/relationships/oleObject" Target="../embeddings/oleObject160.bin"/><Relationship Id="rId71" Type="http://schemas.openxmlformats.org/officeDocument/2006/relationships/image" Target="../media/image200.wmf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74.wmf"/><Relationship Id="rId29" Type="http://schemas.openxmlformats.org/officeDocument/2006/relationships/oleObject" Target="../embeddings/oleObject171.bin"/><Relationship Id="rId11" Type="http://schemas.openxmlformats.org/officeDocument/2006/relationships/oleObject" Target="../embeddings/oleObject162.bin"/><Relationship Id="rId24" Type="http://schemas.openxmlformats.org/officeDocument/2006/relationships/image" Target="../media/image178.wmf"/><Relationship Id="rId32" Type="http://schemas.openxmlformats.org/officeDocument/2006/relationships/image" Target="../media/image182.wmf"/><Relationship Id="rId37" Type="http://schemas.openxmlformats.org/officeDocument/2006/relationships/oleObject" Target="../embeddings/oleObject175.bin"/><Relationship Id="rId40" Type="http://schemas.openxmlformats.org/officeDocument/2006/relationships/image" Target="../media/image186.wmf"/><Relationship Id="rId45" Type="http://schemas.openxmlformats.org/officeDocument/2006/relationships/oleObject" Target="../embeddings/oleObject179.bin"/><Relationship Id="rId53" Type="http://schemas.openxmlformats.org/officeDocument/2006/relationships/oleObject" Target="../embeddings/oleObject183.bin"/><Relationship Id="rId58" Type="http://schemas.openxmlformats.org/officeDocument/2006/relationships/oleObject" Target="../embeddings/oleObject186.bin"/><Relationship Id="rId66" Type="http://schemas.openxmlformats.org/officeDocument/2006/relationships/oleObject" Target="../embeddings/oleObject191.bin"/><Relationship Id="rId74" Type="http://schemas.openxmlformats.org/officeDocument/2006/relationships/oleObject" Target="../embeddings/oleObject195.bin"/><Relationship Id="rId79" Type="http://schemas.openxmlformats.org/officeDocument/2006/relationships/image" Target="../media/image204.wmf"/><Relationship Id="rId87" Type="http://schemas.openxmlformats.org/officeDocument/2006/relationships/image" Target="../media/image208.wmf"/><Relationship Id="rId5" Type="http://schemas.openxmlformats.org/officeDocument/2006/relationships/oleObject" Target="../embeddings/oleObject159.bin"/><Relationship Id="rId61" Type="http://schemas.openxmlformats.org/officeDocument/2006/relationships/image" Target="../media/image196.wmf"/><Relationship Id="rId82" Type="http://schemas.openxmlformats.org/officeDocument/2006/relationships/oleObject" Target="../embeddings/oleObject199.bin"/><Relationship Id="rId90" Type="http://schemas.openxmlformats.org/officeDocument/2006/relationships/oleObject" Target="../embeddings/oleObject203.bin"/><Relationship Id="rId19" Type="http://schemas.openxmlformats.org/officeDocument/2006/relationships/oleObject" Target="../embeddings/oleObject166.bin"/><Relationship Id="rId14" Type="http://schemas.openxmlformats.org/officeDocument/2006/relationships/image" Target="../media/image173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170.bin"/><Relationship Id="rId30" Type="http://schemas.openxmlformats.org/officeDocument/2006/relationships/image" Target="../media/image181.wmf"/><Relationship Id="rId35" Type="http://schemas.openxmlformats.org/officeDocument/2006/relationships/oleObject" Target="../embeddings/oleObject174.bin"/><Relationship Id="rId43" Type="http://schemas.openxmlformats.org/officeDocument/2006/relationships/oleObject" Target="../embeddings/oleObject178.bin"/><Relationship Id="rId48" Type="http://schemas.openxmlformats.org/officeDocument/2006/relationships/image" Target="../media/image190.wmf"/><Relationship Id="rId56" Type="http://schemas.openxmlformats.org/officeDocument/2006/relationships/oleObject" Target="../embeddings/oleObject185.bin"/><Relationship Id="rId64" Type="http://schemas.openxmlformats.org/officeDocument/2006/relationships/oleObject" Target="../embeddings/oleObject190.bin"/><Relationship Id="rId69" Type="http://schemas.openxmlformats.org/officeDocument/2006/relationships/image" Target="../media/image199.wmf"/><Relationship Id="rId77" Type="http://schemas.openxmlformats.org/officeDocument/2006/relationships/image" Target="../media/image203.wmf"/><Relationship Id="rId8" Type="http://schemas.openxmlformats.org/officeDocument/2006/relationships/image" Target="../media/image170.wmf"/><Relationship Id="rId51" Type="http://schemas.openxmlformats.org/officeDocument/2006/relationships/oleObject" Target="../embeddings/oleObject182.bin"/><Relationship Id="rId72" Type="http://schemas.openxmlformats.org/officeDocument/2006/relationships/oleObject" Target="../embeddings/oleObject194.bin"/><Relationship Id="rId80" Type="http://schemas.openxmlformats.org/officeDocument/2006/relationships/oleObject" Target="../embeddings/oleObject198.bin"/><Relationship Id="rId85" Type="http://schemas.openxmlformats.org/officeDocument/2006/relationships/image" Target="../media/image207.wmf"/><Relationship Id="rId3" Type="http://schemas.openxmlformats.org/officeDocument/2006/relationships/image" Target="../media/image211.PNG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165.bin"/><Relationship Id="rId25" Type="http://schemas.openxmlformats.org/officeDocument/2006/relationships/oleObject" Target="../embeddings/oleObject169.bin"/><Relationship Id="rId33" Type="http://schemas.openxmlformats.org/officeDocument/2006/relationships/oleObject" Target="../embeddings/oleObject173.bin"/><Relationship Id="rId38" Type="http://schemas.openxmlformats.org/officeDocument/2006/relationships/image" Target="../media/image185.wmf"/><Relationship Id="rId46" Type="http://schemas.openxmlformats.org/officeDocument/2006/relationships/image" Target="../media/image189.wmf"/><Relationship Id="rId59" Type="http://schemas.openxmlformats.org/officeDocument/2006/relationships/image" Target="../media/image195.wmf"/><Relationship Id="rId67" Type="http://schemas.openxmlformats.org/officeDocument/2006/relationships/image" Target="../media/image198.wmf"/><Relationship Id="rId20" Type="http://schemas.openxmlformats.org/officeDocument/2006/relationships/image" Target="../media/image176.wmf"/><Relationship Id="rId41" Type="http://schemas.openxmlformats.org/officeDocument/2006/relationships/oleObject" Target="../embeddings/oleObject177.bin"/><Relationship Id="rId54" Type="http://schemas.openxmlformats.org/officeDocument/2006/relationships/image" Target="../media/image193.wmf"/><Relationship Id="rId62" Type="http://schemas.openxmlformats.org/officeDocument/2006/relationships/oleObject" Target="../embeddings/oleObject188.bin"/><Relationship Id="rId70" Type="http://schemas.openxmlformats.org/officeDocument/2006/relationships/oleObject" Target="../embeddings/oleObject193.bin"/><Relationship Id="rId75" Type="http://schemas.openxmlformats.org/officeDocument/2006/relationships/image" Target="../media/image202.wmf"/><Relationship Id="rId83" Type="http://schemas.openxmlformats.org/officeDocument/2006/relationships/image" Target="../media/image206.wmf"/><Relationship Id="rId88" Type="http://schemas.openxmlformats.org/officeDocument/2006/relationships/oleObject" Target="../embeddings/oleObject202.bin"/><Relationship Id="rId91" Type="http://schemas.openxmlformats.org/officeDocument/2006/relationships/image" Target="../media/image21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9.wmf"/><Relationship Id="rId15" Type="http://schemas.openxmlformats.org/officeDocument/2006/relationships/oleObject" Target="../embeddings/oleObject164.bin"/><Relationship Id="rId23" Type="http://schemas.openxmlformats.org/officeDocument/2006/relationships/oleObject" Target="../embeddings/oleObject168.bin"/><Relationship Id="rId28" Type="http://schemas.openxmlformats.org/officeDocument/2006/relationships/image" Target="../media/image180.wmf"/><Relationship Id="rId36" Type="http://schemas.openxmlformats.org/officeDocument/2006/relationships/image" Target="../media/image184.wmf"/><Relationship Id="rId49" Type="http://schemas.openxmlformats.org/officeDocument/2006/relationships/oleObject" Target="../embeddings/oleObject181.bin"/><Relationship Id="rId57" Type="http://schemas.openxmlformats.org/officeDocument/2006/relationships/image" Target="../media/image194.wmf"/><Relationship Id="rId10" Type="http://schemas.openxmlformats.org/officeDocument/2006/relationships/image" Target="../media/image171.wmf"/><Relationship Id="rId31" Type="http://schemas.openxmlformats.org/officeDocument/2006/relationships/oleObject" Target="../embeddings/oleObject172.bin"/><Relationship Id="rId44" Type="http://schemas.openxmlformats.org/officeDocument/2006/relationships/image" Target="../media/image188.wmf"/><Relationship Id="rId52" Type="http://schemas.openxmlformats.org/officeDocument/2006/relationships/image" Target="../media/image192.wmf"/><Relationship Id="rId60" Type="http://schemas.openxmlformats.org/officeDocument/2006/relationships/oleObject" Target="../embeddings/oleObject187.bin"/><Relationship Id="rId65" Type="http://schemas.openxmlformats.org/officeDocument/2006/relationships/image" Target="../media/image197.wmf"/><Relationship Id="rId73" Type="http://schemas.openxmlformats.org/officeDocument/2006/relationships/image" Target="../media/image201.wmf"/><Relationship Id="rId78" Type="http://schemas.openxmlformats.org/officeDocument/2006/relationships/oleObject" Target="../embeddings/oleObject197.bin"/><Relationship Id="rId81" Type="http://schemas.openxmlformats.org/officeDocument/2006/relationships/image" Target="../media/image205.wmf"/><Relationship Id="rId86" Type="http://schemas.openxmlformats.org/officeDocument/2006/relationships/oleObject" Target="../embeddings/oleObject201.bin"/><Relationship Id="rId4" Type="http://schemas.openxmlformats.org/officeDocument/2006/relationships/image" Target="../media/image212.png"/><Relationship Id="rId9" Type="http://schemas.openxmlformats.org/officeDocument/2006/relationships/oleObject" Target="../embeddings/oleObject161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3.wmf"/><Relationship Id="rId18" Type="http://schemas.openxmlformats.org/officeDocument/2006/relationships/oleObject" Target="../embeddings/oleObject207.bin"/><Relationship Id="rId26" Type="http://schemas.openxmlformats.org/officeDocument/2006/relationships/oleObject" Target="../embeddings/oleObject211.bin"/><Relationship Id="rId39" Type="http://schemas.openxmlformats.org/officeDocument/2006/relationships/image" Target="../media/image226.wmf"/><Relationship Id="rId3" Type="http://schemas.openxmlformats.org/officeDocument/2006/relationships/image" Target="../media/image233.PNG"/><Relationship Id="rId21" Type="http://schemas.openxmlformats.org/officeDocument/2006/relationships/image" Target="../media/image217.wmf"/><Relationship Id="rId34" Type="http://schemas.openxmlformats.org/officeDocument/2006/relationships/oleObject" Target="../embeddings/oleObject215.bin"/><Relationship Id="rId42" Type="http://schemas.openxmlformats.org/officeDocument/2006/relationships/oleObject" Target="../embeddings/oleObject219.bin"/><Relationship Id="rId47" Type="http://schemas.openxmlformats.org/officeDocument/2006/relationships/image" Target="../media/image230.wmf"/><Relationship Id="rId50" Type="http://schemas.openxmlformats.org/officeDocument/2006/relationships/oleObject" Target="../embeddings/oleObject223.bin"/><Relationship Id="rId7" Type="http://schemas.openxmlformats.org/officeDocument/2006/relationships/image" Target="../media/image237.png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15.wmf"/><Relationship Id="rId25" Type="http://schemas.openxmlformats.org/officeDocument/2006/relationships/image" Target="../media/image219.wmf"/><Relationship Id="rId33" Type="http://schemas.openxmlformats.org/officeDocument/2006/relationships/image" Target="../media/image223.wmf"/><Relationship Id="rId38" Type="http://schemas.openxmlformats.org/officeDocument/2006/relationships/oleObject" Target="../embeddings/oleObject217.bin"/><Relationship Id="rId46" Type="http://schemas.openxmlformats.org/officeDocument/2006/relationships/oleObject" Target="../embeddings/oleObject221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06.bin"/><Relationship Id="rId20" Type="http://schemas.openxmlformats.org/officeDocument/2006/relationships/oleObject" Target="../embeddings/oleObject208.bin"/><Relationship Id="rId29" Type="http://schemas.openxmlformats.org/officeDocument/2006/relationships/image" Target="../media/image221.wmf"/><Relationship Id="rId41" Type="http://schemas.openxmlformats.org/officeDocument/2006/relationships/image" Target="../media/image22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24" Type="http://schemas.openxmlformats.org/officeDocument/2006/relationships/oleObject" Target="../embeddings/oleObject210.bin"/><Relationship Id="rId32" Type="http://schemas.openxmlformats.org/officeDocument/2006/relationships/oleObject" Target="../embeddings/oleObject214.bin"/><Relationship Id="rId37" Type="http://schemas.openxmlformats.org/officeDocument/2006/relationships/image" Target="../media/image225.wmf"/><Relationship Id="rId40" Type="http://schemas.openxmlformats.org/officeDocument/2006/relationships/oleObject" Target="../embeddings/oleObject218.bin"/><Relationship Id="rId45" Type="http://schemas.openxmlformats.org/officeDocument/2006/relationships/image" Target="../media/image229.wmf"/><Relationship Id="rId5" Type="http://schemas.openxmlformats.org/officeDocument/2006/relationships/image" Target="../media/image235.png"/><Relationship Id="rId15" Type="http://schemas.openxmlformats.org/officeDocument/2006/relationships/image" Target="../media/image214.wmf"/><Relationship Id="rId23" Type="http://schemas.openxmlformats.org/officeDocument/2006/relationships/image" Target="../media/image218.wmf"/><Relationship Id="rId28" Type="http://schemas.openxmlformats.org/officeDocument/2006/relationships/oleObject" Target="../embeddings/oleObject212.bin"/><Relationship Id="rId36" Type="http://schemas.openxmlformats.org/officeDocument/2006/relationships/oleObject" Target="../embeddings/oleObject216.bin"/><Relationship Id="rId49" Type="http://schemas.openxmlformats.org/officeDocument/2006/relationships/image" Target="../media/image231.wmf"/><Relationship Id="rId10" Type="http://schemas.openxmlformats.org/officeDocument/2006/relationships/image" Target="../media/image240.png"/><Relationship Id="rId19" Type="http://schemas.openxmlformats.org/officeDocument/2006/relationships/image" Target="../media/image216.wmf"/><Relationship Id="rId31" Type="http://schemas.openxmlformats.org/officeDocument/2006/relationships/image" Target="../media/image222.wmf"/><Relationship Id="rId44" Type="http://schemas.openxmlformats.org/officeDocument/2006/relationships/oleObject" Target="../embeddings/oleObject220.bin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oleObject" Target="../embeddings/oleObject205.bin"/><Relationship Id="rId22" Type="http://schemas.openxmlformats.org/officeDocument/2006/relationships/oleObject" Target="../embeddings/oleObject209.bin"/><Relationship Id="rId27" Type="http://schemas.openxmlformats.org/officeDocument/2006/relationships/image" Target="../media/image220.wmf"/><Relationship Id="rId30" Type="http://schemas.openxmlformats.org/officeDocument/2006/relationships/oleObject" Target="../embeddings/oleObject213.bin"/><Relationship Id="rId35" Type="http://schemas.openxmlformats.org/officeDocument/2006/relationships/image" Target="../media/image224.wmf"/><Relationship Id="rId43" Type="http://schemas.openxmlformats.org/officeDocument/2006/relationships/image" Target="../media/image228.wmf"/><Relationship Id="rId48" Type="http://schemas.openxmlformats.org/officeDocument/2006/relationships/oleObject" Target="../embeddings/oleObject222.bin"/><Relationship Id="rId8" Type="http://schemas.openxmlformats.org/officeDocument/2006/relationships/image" Target="../media/image238.png"/><Relationship Id="rId51" Type="http://schemas.openxmlformats.org/officeDocument/2006/relationships/image" Target="../media/image23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244.wmf"/><Relationship Id="rId18" Type="http://schemas.openxmlformats.org/officeDocument/2006/relationships/oleObject" Target="../embeddings/oleObject229.bin"/><Relationship Id="rId26" Type="http://schemas.openxmlformats.org/officeDocument/2006/relationships/oleObject" Target="../embeddings/oleObject233.bin"/><Relationship Id="rId3" Type="http://schemas.openxmlformats.org/officeDocument/2006/relationships/image" Target="../media/image255.PNG"/><Relationship Id="rId21" Type="http://schemas.openxmlformats.org/officeDocument/2006/relationships/image" Target="../media/image248.wmf"/><Relationship Id="rId7" Type="http://schemas.openxmlformats.org/officeDocument/2006/relationships/image" Target="../media/image259.png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46.wmf"/><Relationship Id="rId25" Type="http://schemas.openxmlformats.org/officeDocument/2006/relationships/image" Target="../media/image250.wmf"/><Relationship Id="rId33" Type="http://schemas.openxmlformats.org/officeDocument/2006/relationships/image" Target="../media/image254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29" Type="http://schemas.openxmlformats.org/officeDocument/2006/relationships/image" Target="../media/image25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8.png"/><Relationship Id="rId11" Type="http://schemas.openxmlformats.org/officeDocument/2006/relationships/image" Target="../media/image243.wmf"/><Relationship Id="rId24" Type="http://schemas.openxmlformats.org/officeDocument/2006/relationships/oleObject" Target="../embeddings/oleObject232.bin"/><Relationship Id="rId32" Type="http://schemas.openxmlformats.org/officeDocument/2006/relationships/oleObject" Target="../embeddings/oleObject236.bin"/><Relationship Id="rId5" Type="http://schemas.openxmlformats.org/officeDocument/2006/relationships/image" Target="../media/image257.png"/><Relationship Id="rId15" Type="http://schemas.openxmlformats.org/officeDocument/2006/relationships/image" Target="../media/image245.wmf"/><Relationship Id="rId23" Type="http://schemas.openxmlformats.org/officeDocument/2006/relationships/image" Target="../media/image249.wmf"/><Relationship Id="rId28" Type="http://schemas.openxmlformats.org/officeDocument/2006/relationships/oleObject" Target="../embeddings/oleObject234.bin"/><Relationship Id="rId10" Type="http://schemas.openxmlformats.org/officeDocument/2006/relationships/oleObject" Target="../embeddings/oleObject225.bin"/><Relationship Id="rId19" Type="http://schemas.openxmlformats.org/officeDocument/2006/relationships/image" Target="../media/image247.wmf"/><Relationship Id="rId31" Type="http://schemas.openxmlformats.org/officeDocument/2006/relationships/image" Target="../media/image253.wmf"/><Relationship Id="rId4" Type="http://schemas.openxmlformats.org/officeDocument/2006/relationships/image" Target="../media/image256.png"/><Relationship Id="rId9" Type="http://schemas.openxmlformats.org/officeDocument/2006/relationships/image" Target="../media/image242.wmf"/><Relationship Id="rId14" Type="http://schemas.openxmlformats.org/officeDocument/2006/relationships/oleObject" Target="../embeddings/oleObject227.bin"/><Relationship Id="rId22" Type="http://schemas.openxmlformats.org/officeDocument/2006/relationships/oleObject" Target="../embeddings/oleObject231.bin"/><Relationship Id="rId27" Type="http://schemas.openxmlformats.org/officeDocument/2006/relationships/image" Target="../media/image251.wmf"/><Relationship Id="rId30" Type="http://schemas.openxmlformats.org/officeDocument/2006/relationships/oleObject" Target="../embeddings/oleObject23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64.wmf"/><Relationship Id="rId18" Type="http://schemas.openxmlformats.org/officeDocument/2006/relationships/oleObject" Target="../embeddings/oleObject244.bin"/><Relationship Id="rId3" Type="http://schemas.openxmlformats.org/officeDocument/2006/relationships/image" Target="../media/image270.PNG"/><Relationship Id="rId21" Type="http://schemas.openxmlformats.org/officeDocument/2006/relationships/image" Target="../media/image268.wmf"/><Relationship Id="rId7" Type="http://schemas.openxmlformats.org/officeDocument/2006/relationships/image" Target="../media/image261.wmf"/><Relationship Id="rId12" Type="http://schemas.openxmlformats.org/officeDocument/2006/relationships/oleObject" Target="../embeddings/oleObject241.bin"/><Relationship Id="rId17" Type="http://schemas.openxmlformats.org/officeDocument/2006/relationships/image" Target="../media/image266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43.bin"/><Relationship Id="rId20" Type="http://schemas.openxmlformats.org/officeDocument/2006/relationships/oleObject" Target="../embeddings/oleObject24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63.wmf"/><Relationship Id="rId5" Type="http://schemas.openxmlformats.org/officeDocument/2006/relationships/image" Target="../media/image260.wmf"/><Relationship Id="rId15" Type="http://schemas.openxmlformats.org/officeDocument/2006/relationships/image" Target="../media/image265.wmf"/><Relationship Id="rId23" Type="http://schemas.openxmlformats.org/officeDocument/2006/relationships/image" Target="../media/image269.wmf"/><Relationship Id="rId10" Type="http://schemas.openxmlformats.org/officeDocument/2006/relationships/oleObject" Target="../embeddings/oleObject240.bin"/><Relationship Id="rId19" Type="http://schemas.openxmlformats.org/officeDocument/2006/relationships/image" Target="../media/image267.wmf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62.wmf"/><Relationship Id="rId14" Type="http://schemas.openxmlformats.org/officeDocument/2006/relationships/oleObject" Target="../embeddings/oleObject242.bin"/><Relationship Id="rId22" Type="http://schemas.openxmlformats.org/officeDocument/2006/relationships/oleObject" Target="../embeddings/oleObject2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20875CA-14EF-4C67-AEEC-07845A9C1102}"/>
              </a:ext>
            </a:extLst>
          </p:cNvPr>
          <p:cNvSpPr/>
          <p:nvPr/>
        </p:nvSpPr>
        <p:spPr>
          <a:xfrm>
            <a:off x="381000" y="1600200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?</a:t>
            </a:r>
            <a:endParaRPr lang="en-US" dirty="0"/>
          </a:p>
        </p:txBody>
      </p: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341D9AD7-1C94-4E21-9329-45CB7DAF3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618692"/>
              </p:ext>
            </p:extLst>
          </p:nvPr>
        </p:nvGraphicFramePr>
        <p:xfrm>
          <a:off x="609600" y="1804356"/>
          <a:ext cx="736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0" name="Equation" r:id="rId5" imgW="736560" imgH="228600" progId="Equation.DSMT4">
                  <p:embed/>
                </p:oleObj>
              </mc:Choice>
              <mc:Fallback>
                <p:oleObj name="Equation" r:id="rId5" imgW="736560" imgH="228600" progId="Equation.DSMT4">
                  <p:embed/>
                  <p:pic>
                    <p:nvPicPr>
                      <p:cNvPr id="98" name="Object 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1804356"/>
                        <a:ext cx="736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27">
            <a:extLst>
              <a:ext uri="{FF2B5EF4-FFF2-40B4-BE49-F238E27FC236}">
                <a16:creationId xmlns:a16="http://schemas.microsoft.com/office/drawing/2014/main" id="{17B55D7D-1A4C-4346-97F6-1763F64A6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Text Box 27">
            <a:extLst>
              <a:ext uri="{FF2B5EF4-FFF2-40B4-BE49-F238E27FC236}">
                <a16:creationId xmlns:a16="http://schemas.microsoft.com/office/drawing/2014/main" id="{3627F663-C77F-4CBA-9208-AE5582CA0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4582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Text Box 27">
            <a:extLst>
              <a:ext uri="{FF2B5EF4-FFF2-40B4-BE49-F238E27FC236}">
                <a16:creationId xmlns:a16="http://schemas.microsoft.com/office/drawing/2014/main" id="{EF0EFC25-F340-40F4-B8B9-7AEF91E16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4008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Text Box 27">
            <a:extLst>
              <a:ext uri="{FF2B5EF4-FFF2-40B4-BE49-F238E27FC236}">
                <a16:creationId xmlns:a16="http://schemas.microsoft.com/office/drawing/2014/main" id="{3FF3FB77-BFF2-487F-9D9C-037999839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4008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Text Box 27">
            <a:extLst>
              <a:ext uri="{FF2B5EF4-FFF2-40B4-BE49-F238E27FC236}">
                <a16:creationId xmlns:a16="http://schemas.microsoft.com/office/drawing/2014/main" id="{0F470F00-1DE9-4C7B-A045-AE16CCDA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4196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Text Box 27">
            <a:extLst>
              <a:ext uri="{FF2B5EF4-FFF2-40B4-BE49-F238E27FC236}">
                <a16:creationId xmlns:a16="http://schemas.microsoft.com/office/drawing/2014/main" id="{60B29C61-69FE-4FF9-B25B-76F968CE9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4196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C9BF52C-94FA-4317-9C42-739C9D01A111}"/>
              </a:ext>
            </a:extLst>
          </p:cNvPr>
          <p:cNvSpPr/>
          <p:nvPr/>
        </p:nvSpPr>
        <p:spPr>
          <a:xfrm>
            <a:off x="396818" y="3631722"/>
            <a:ext cx="2895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3.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          ?</a:t>
            </a:r>
            <a:endParaRPr lang="en-US" dirty="0"/>
          </a:p>
        </p:txBody>
      </p:sp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F193F60F-E272-4296-B398-186C04CEA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529973"/>
              </p:ext>
            </p:extLst>
          </p:nvPr>
        </p:nvGraphicFramePr>
        <p:xfrm>
          <a:off x="685800" y="3810000"/>
          <a:ext cx="1790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1" name="Equation" r:id="rId7" imgW="1790640" imgH="304560" progId="Equation.DSMT4">
                  <p:embed/>
                </p:oleObj>
              </mc:Choice>
              <mc:Fallback>
                <p:oleObj name="Equation" r:id="rId7" imgW="1790640" imgH="304560" progId="Equation.DSMT4">
                  <p:embed/>
                  <p:pic>
                    <p:nvPicPr>
                      <p:cNvPr id="106" name="Object 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800" y="3810000"/>
                        <a:ext cx="1790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5860FD31-3CB5-49C6-9E82-A33C61A44A03}"/>
              </a:ext>
            </a:extLst>
          </p:cNvPr>
          <p:cNvSpPr/>
          <p:nvPr/>
        </p:nvSpPr>
        <p:spPr>
          <a:xfrm>
            <a:off x="3843070" y="1616018"/>
            <a:ext cx="2971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?</a:t>
            </a:r>
            <a:endParaRPr lang="en-US" dirty="0"/>
          </a:p>
        </p:txBody>
      </p:sp>
      <p:sp>
        <p:nvSpPr>
          <p:cNvPr id="74" name="Text Box 2">
            <a:extLst>
              <a:ext uri="{FF2B5EF4-FFF2-40B4-BE49-F238E27FC236}">
                <a16:creationId xmlns:a16="http://schemas.microsoft.com/office/drawing/2014/main" id="{622E86CA-87C5-4BB3-9CA7-568B9AA5D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19400"/>
            <a:ext cx="2540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18F1C68C-0D40-4783-9B78-2EECE615A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849659"/>
              </p:ext>
            </p:extLst>
          </p:nvPr>
        </p:nvGraphicFramePr>
        <p:xfrm>
          <a:off x="4114800" y="1828800"/>
          <a:ext cx="1168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2" name="Equation" r:id="rId9" imgW="1168200" imgH="253800" progId="Equation.DSMT4">
                  <p:embed/>
                </p:oleObj>
              </mc:Choice>
              <mc:Fallback>
                <p:oleObj name="Equation" r:id="rId9" imgW="1168200" imgH="25380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4800" y="1828800"/>
                        <a:ext cx="11684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002BAB7E-E36D-40F5-A2A0-5A881DDE157E}"/>
              </a:ext>
            </a:extLst>
          </p:cNvPr>
          <p:cNvSpPr/>
          <p:nvPr/>
        </p:nvSpPr>
        <p:spPr>
          <a:xfrm>
            <a:off x="3844504" y="3631722"/>
            <a:ext cx="3429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4.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?</a:t>
            </a:r>
            <a:endParaRPr lang="en-US" dirty="0"/>
          </a:p>
        </p:txBody>
      </p:sp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0E245306-4F87-4C66-BEC8-93261332C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28215"/>
              </p:ext>
            </p:extLst>
          </p:nvPr>
        </p:nvGraphicFramePr>
        <p:xfrm>
          <a:off x="4114800" y="3810000"/>
          <a:ext cx="1219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3" name="Equation" r:id="rId11" imgW="1218960" imgH="304560" progId="Equation.DSMT4">
                  <p:embed/>
                </p:oleObj>
              </mc:Choice>
              <mc:Fallback>
                <p:oleObj name="Equation" r:id="rId11" imgW="1218960" imgH="30456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14800" y="3810000"/>
                        <a:ext cx="1219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3103BE55-8096-484F-B424-12554233DB65}"/>
              </a:ext>
            </a:extLst>
          </p:cNvPr>
          <p:cNvSpPr/>
          <p:nvPr/>
        </p:nvSpPr>
        <p:spPr>
          <a:xfrm>
            <a:off x="406878" y="5656052"/>
            <a:ext cx="317452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5.  Which expression is equivalent to      ?</a:t>
            </a:r>
            <a:endParaRPr lang="en-US" dirty="0"/>
          </a:p>
        </p:txBody>
      </p:sp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81B9B1D2-B28B-48AA-83DD-D48231D4D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294490"/>
              </p:ext>
            </p:extLst>
          </p:nvPr>
        </p:nvGraphicFramePr>
        <p:xfrm>
          <a:off x="3115574" y="5697748"/>
          <a:ext cx="1778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4" name="Equation" r:id="rId13" imgW="177480" imgH="164880" progId="Equation.DSMT4">
                  <p:embed/>
                </p:oleObj>
              </mc:Choice>
              <mc:Fallback>
                <p:oleObj name="Equation" r:id="rId13" imgW="177480" imgH="164880" progId="Equation.DSMT4">
                  <p:embed/>
                  <p:pic>
                    <p:nvPicPr>
                      <p:cNvPr id="113" name="Object 1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5574" y="5697748"/>
                        <a:ext cx="1778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D41D21B3-98ED-45C7-BD31-8088A1DC0264}"/>
              </a:ext>
            </a:extLst>
          </p:cNvPr>
          <p:cNvSpPr/>
          <p:nvPr/>
        </p:nvSpPr>
        <p:spPr>
          <a:xfrm>
            <a:off x="3835878" y="5645992"/>
            <a:ext cx="3276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6.  Which expression is equivalent to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      ?</a:t>
            </a:r>
            <a:endParaRPr lang="en-US" dirty="0"/>
          </a:p>
        </p:txBody>
      </p:sp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A08A3084-3AE3-4C04-901B-2E46A6B74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71088"/>
              </p:ext>
            </p:extLst>
          </p:nvPr>
        </p:nvGraphicFramePr>
        <p:xfrm>
          <a:off x="4123426" y="5841522"/>
          <a:ext cx="163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5" name="Equation" r:id="rId15" imgW="1638000" imgH="228600" progId="Equation.DSMT4">
                  <p:embed/>
                </p:oleObj>
              </mc:Choice>
              <mc:Fallback>
                <p:oleObj name="Equation" r:id="rId15" imgW="1638000" imgH="228600" progId="Equation.DSMT4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3426" y="5841522"/>
                        <a:ext cx="163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Rectangle 81">
            <a:extLst>
              <a:ext uri="{FF2B5EF4-FFF2-40B4-BE49-F238E27FC236}">
                <a16:creationId xmlns:a16="http://schemas.microsoft.com/office/drawing/2014/main" id="{D4AEBA9A-AAC3-4275-A7F7-4A8BF361270F}"/>
              </a:ext>
            </a:extLst>
          </p:cNvPr>
          <p:cNvSpPr/>
          <p:nvPr/>
        </p:nvSpPr>
        <p:spPr>
          <a:xfrm>
            <a:off x="406878" y="7687574"/>
            <a:ext cx="23102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7.  Which is a true statement?</a:t>
            </a:r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59A676-F0FA-4E27-9E1A-0D6CFA8330E0}"/>
              </a:ext>
            </a:extLst>
          </p:cNvPr>
          <p:cNvSpPr/>
          <p:nvPr/>
        </p:nvSpPr>
        <p:spPr>
          <a:xfrm>
            <a:off x="3827252" y="7678948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8.  Which is the factored form of                     ?</a:t>
            </a:r>
            <a:endParaRPr lang="en-US" dirty="0"/>
          </a:p>
        </p:txBody>
      </p:sp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E12BE624-C53A-4DFE-8396-293F3A005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501344"/>
              </p:ext>
            </p:extLst>
          </p:nvPr>
        </p:nvGraphicFramePr>
        <p:xfrm>
          <a:off x="6239774" y="7696200"/>
          <a:ext cx="774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6" name="Equation" r:id="rId17" imgW="774360" imgH="215640" progId="Equation.DSMT4">
                  <p:embed/>
                </p:oleObj>
              </mc:Choice>
              <mc:Fallback>
                <p:oleObj name="Equation" r:id="rId17" imgW="774360" imgH="215640" progId="Equation.DSMT4">
                  <p:embed/>
                  <p:pic>
                    <p:nvPicPr>
                      <p:cNvPr id="118" name="Object 11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39774" y="7696200"/>
                        <a:ext cx="774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 Box 27">
            <a:extLst>
              <a:ext uri="{FF2B5EF4-FFF2-40B4-BE49-F238E27FC236}">
                <a16:creationId xmlns:a16="http://schemas.microsoft.com/office/drawing/2014/main" id="{056E9C08-5ECB-45C9-AB16-37720DAFC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458200"/>
            <a:ext cx="122047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584DB373-E288-41C2-BB1B-7D915A50A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374193"/>
              </p:ext>
            </p:extLst>
          </p:nvPr>
        </p:nvGraphicFramePr>
        <p:xfrm>
          <a:off x="914400" y="2403896"/>
          <a:ext cx="622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7" name="Equation" r:id="rId19" imgW="622080" imgH="203040" progId="Equation.DSMT4">
                  <p:embed/>
                </p:oleObj>
              </mc:Choice>
              <mc:Fallback>
                <p:oleObj name="Equation" r:id="rId19" imgW="622080" imgH="203040" progId="Equation.DSMT4">
                  <p:embed/>
                  <p:pic>
                    <p:nvPicPr>
                      <p:cNvPr id="120" name="Object 11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4400" y="2403896"/>
                        <a:ext cx="622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68F277F1-ADD4-42C5-8D86-5E328E9B7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17653"/>
              </p:ext>
            </p:extLst>
          </p:nvPr>
        </p:nvGraphicFramePr>
        <p:xfrm>
          <a:off x="905774" y="2684252"/>
          <a:ext cx="749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8" name="Equation" r:id="rId21" imgW="749160" imgH="228600" progId="Equation.DSMT4">
                  <p:embed/>
                </p:oleObj>
              </mc:Choice>
              <mc:Fallback>
                <p:oleObj name="Equation" r:id="rId21" imgW="749160" imgH="228600" progId="Equation.DSMT4">
                  <p:embed/>
                  <p:pic>
                    <p:nvPicPr>
                      <p:cNvPr id="121" name="Object 12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5774" y="2684252"/>
                        <a:ext cx="749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379BACF8-1215-43AC-B14E-AADB8A2467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444642"/>
              </p:ext>
            </p:extLst>
          </p:nvPr>
        </p:nvGraphicFramePr>
        <p:xfrm>
          <a:off x="905774" y="2997678"/>
          <a:ext cx="431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9" name="Equation" r:id="rId23" imgW="431640" imgH="190440" progId="Equation.DSMT4">
                  <p:embed/>
                </p:oleObj>
              </mc:Choice>
              <mc:Fallback>
                <p:oleObj name="Equation" r:id="rId23" imgW="431640" imgH="190440" progId="Equation.DSMT4">
                  <p:embed/>
                  <p:pic>
                    <p:nvPicPr>
                      <p:cNvPr id="122" name="Object 12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05774" y="2997678"/>
                        <a:ext cx="431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2C6637EA-F88B-4327-BCD1-DE3FE5263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119"/>
              </p:ext>
            </p:extLst>
          </p:nvPr>
        </p:nvGraphicFramePr>
        <p:xfrm>
          <a:off x="905774" y="3243530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0" name="Equation" r:id="rId25" imgW="672840" imgH="228600" progId="Equation.DSMT4">
                  <p:embed/>
                </p:oleObj>
              </mc:Choice>
              <mc:Fallback>
                <p:oleObj name="Equation" r:id="rId25" imgW="672840" imgH="228600" progId="Equation.DSMT4">
                  <p:embed/>
                  <p:pic>
                    <p:nvPicPr>
                      <p:cNvPr id="123" name="Object 12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05774" y="3243530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C2E1AD8B-FBF4-49D3-B63A-5EA218D43A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579814"/>
              </p:ext>
            </p:extLst>
          </p:nvPr>
        </p:nvGraphicFramePr>
        <p:xfrm>
          <a:off x="4410974" y="2786330"/>
          <a:ext cx="520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1" name="Equation" r:id="rId27" imgW="520560" imgH="304560" progId="Equation.DSMT4">
                  <p:embed/>
                </p:oleObj>
              </mc:Choice>
              <mc:Fallback>
                <p:oleObj name="Equation" r:id="rId27" imgW="520560" imgH="304560" progId="Equation.DSMT4">
                  <p:embed/>
                  <p:pic>
                    <p:nvPicPr>
                      <p:cNvPr id="124" name="Object 12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10974" y="2786330"/>
                        <a:ext cx="520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FCEF18F3-C6BD-40DA-ABF8-0EA38FA6B9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868377"/>
              </p:ext>
            </p:extLst>
          </p:nvPr>
        </p:nvGraphicFramePr>
        <p:xfrm>
          <a:off x="5664678" y="2777704"/>
          <a:ext cx="444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2" name="Equation" r:id="rId29" imgW="444240" imgH="304560" progId="Equation.DSMT4">
                  <p:embed/>
                </p:oleObj>
              </mc:Choice>
              <mc:Fallback>
                <p:oleObj name="Equation" r:id="rId29" imgW="444240" imgH="304560" progId="Equation.DSMT4">
                  <p:embed/>
                  <p:pic>
                    <p:nvPicPr>
                      <p:cNvPr id="125" name="Object 12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664678" y="2777704"/>
                        <a:ext cx="4445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CFD6D426-2654-4170-82A2-283ACEB72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191063"/>
              </p:ext>
            </p:extLst>
          </p:nvPr>
        </p:nvGraphicFramePr>
        <p:xfrm>
          <a:off x="4419600" y="3200400"/>
          <a:ext cx="495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3" name="Equation" r:id="rId31" imgW="495000" imgH="304560" progId="Equation.DSMT4">
                  <p:embed/>
                </p:oleObj>
              </mc:Choice>
              <mc:Fallback>
                <p:oleObj name="Equation" r:id="rId31" imgW="495000" imgH="304560" progId="Equation.DSMT4">
                  <p:embed/>
                  <p:pic>
                    <p:nvPicPr>
                      <p:cNvPr id="126" name="Object 12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419600" y="3200400"/>
                        <a:ext cx="4953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9C635683-3432-4866-8100-EA5AAC8C3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772950"/>
              </p:ext>
            </p:extLst>
          </p:nvPr>
        </p:nvGraphicFramePr>
        <p:xfrm>
          <a:off x="5680496" y="32004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4" name="Equation" r:id="rId33" imgW="431640" imgH="304560" progId="Equation.DSMT4">
                  <p:embed/>
                </p:oleObj>
              </mc:Choice>
              <mc:Fallback>
                <p:oleObj name="Equation" r:id="rId33" imgW="431640" imgH="304560" progId="Equation.DSMT4">
                  <p:embed/>
                  <p:pic>
                    <p:nvPicPr>
                      <p:cNvPr id="127" name="Object 12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680496" y="3200400"/>
                        <a:ext cx="431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BCCF1C42-54C1-48A3-B6B7-846E3ABDA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887332"/>
              </p:ext>
            </p:extLst>
          </p:nvPr>
        </p:nvGraphicFramePr>
        <p:xfrm>
          <a:off x="923026" y="4462730"/>
          <a:ext cx="495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5" name="Equation" r:id="rId35" imgW="495000" imgH="215640" progId="Equation.DSMT4">
                  <p:embed/>
                </p:oleObj>
              </mc:Choice>
              <mc:Fallback>
                <p:oleObj name="Equation" r:id="rId35" imgW="495000" imgH="215640" progId="Equation.DSMT4">
                  <p:embed/>
                  <p:pic>
                    <p:nvPicPr>
                      <p:cNvPr id="128" name="Object 12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23026" y="4462730"/>
                        <a:ext cx="495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Object 151">
            <a:extLst>
              <a:ext uri="{FF2B5EF4-FFF2-40B4-BE49-F238E27FC236}">
                <a16:creationId xmlns:a16="http://schemas.microsoft.com/office/drawing/2014/main" id="{08255053-7DBF-489D-BD70-E10C187990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693084"/>
              </p:ext>
            </p:extLst>
          </p:nvPr>
        </p:nvGraphicFramePr>
        <p:xfrm>
          <a:off x="914400" y="4741652"/>
          <a:ext cx="495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6" name="Equation" r:id="rId37" imgW="495000" imgH="215640" progId="Equation.DSMT4">
                  <p:embed/>
                </p:oleObj>
              </mc:Choice>
              <mc:Fallback>
                <p:oleObj name="Equation" r:id="rId37" imgW="495000" imgH="215640" progId="Equation.DSMT4">
                  <p:embed/>
                  <p:pic>
                    <p:nvPicPr>
                      <p:cNvPr id="129" name="Object 128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14400" y="4741652"/>
                        <a:ext cx="495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" name="Object 152">
            <a:extLst>
              <a:ext uri="{FF2B5EF4-FFF2-40B4-BE49-F238E27FC236}">
                <a16:creationId xmlns:a16="http://schemas.microsoft.com/office/drawing/2014/main" id="{0D52161D-C7A7-4C59-8C75-C62A42160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507334"/>
              </p:ext>
            </p:extLst>
          </p:nvPr>
        </p:nvGraphicFramePr>
        <p:xfrm>
          <a:off x="905774" y="5004756"/>
          <a:ext cx="571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7" name="Equation" r:id="rId39" imgW="571320" imgH="215640" progId="Equation.DSMT4">
                  <p:embed/>
                </p:oleObj>
              </mc:Choice>
              <mc:Fallback>
                <p:oleObj name="Equation" r:id="rId39" imgW="571320" imgH="215640" progId="Equation.DSMT4">
                  <p:embed/>
                  <p:pic>
                    <p:nvPicPr>
                      <p:cNvPr id="130" name="Object 129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05774" y="5004756"/>
                        <a:ext cx="571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53">
            <a:extLst>
              <a:ext uri="{FF2B5EF4-FFF2-40B4-BE49-F238E27FC236}">
                <a16:creationId xmlns:a16="http://schemas.microsoft.com/office/drawing/2014/main" id="{DD87B177-7EEF-4C1D-9107-EA84E4DC7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800616"/>
              </p:ext>
            </p:extLst>
          </p:nvPr>
        </p:nvGraphicFramePr>
        <p:xfrm>
          <a:off x="897148" y="5275052"/>
          <a:ext cx="571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8" name="Equation" r:id="rId41" imgW="571320" imgH="215640" progId="Equation.DSMT4">
                  <p:embed/>
                </p:oleObj>
              </mc:Choice>
              <mc:Fallback>
                <p:oleObj name="Equation" r:id="rId41" imgW="571320" imgH="215640" progId="Equation.DSMT4">
                  <p:embed/>
                  <p:pic>
                    <p:nvPicPr>
                      <p:cNvPr id="131" name="Object 130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97148" y="5275052"/>
                        <a:ext cx="571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" name="Object 154">
            <a:extLst>
              <a:ext uri="{FF2B5EF4-FFF2-40B4-BE49-F238E27FC236}">
                <a16:creationId xmlns:a16="http://schemas.microsoft.com/office/drawing/2014/main" id="{807DA7EF-6EAF-4439-B38B-17F862EA7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013768"/>
              </p:ext>
            </p:extLst>
          </p:nvPr>
        </p:nvGraphicFramePr>
        <p:xfrm>
          <a:off x="4343400" y="4487174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9" name="Equation" r:id="rId43" imgW="164880" imgH="177480" progId="Equation.DSMT4">
                  <p:embed/>
                </p:oleObj>
              </mc:Choice>
              <mc:Fallback>
                <p:oleObj name="Equation" r:id="rId43" imgW="164880" imgH="177480" progId="Equation.DSMT4">
                  <p:embed/>
                  <p:pic>
                    <p:nvPicPr>
                      <p:cNvPr id="132" name="Object 131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343400" y="4487174"/>
                        <a:ext cx="165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" name="Object 155">
            <a:extLst>
              <a:ext uri="{FF2B5EF4-FFF2-40B4-BE49-F238E27FC236}">
                <a16:creationId xmlns:a16="http://schemas.microsoft.com/office/drawing/2014/main" id="{B209DF3C-E58D-4D11-B98D-109ACD883D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175871"/>
              </p:ext>
            </p:extLst>
          </p:nvPr>
        </p:nvGraphicFramePr>
        <p:xfrm>
          <a:off x="4326148" y="4758904"/>
          <a:ext cx="317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0" name="Equation" r:id="rId45" imgW="317160" imgH="177480" progId="Equation.DSMT4">
                  <p:embed/>
                </p:oleObj>
              </mc:Choice>
              <mc:Fallback>
                <p:oleObj name="Equation" r:id="rId45" imgW="317160" imgH="177480" progId="Equation.DSMT4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326148" y="4758904"/>
                        <a:ext cx="317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" name="Object 156">
            <a:extLst>
              <a:ext uri="{FF2B5EF4-FFF2-40B4-BE49-F238E27FC236}">
                <a16:creationId xmlns:a16="http://schemas.microsoft.com/office/drawing/2014/main" id="{6B6B12D0-2445-41AF-8C51-E0726CE16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493941"/>
              </p:ext>
            </p:extLst>
          </p:nvPr>
        </p:nvGraphicFramePr>
        <p:xfrm>
          <a:off x="4326148" y="5029200"/>
          <a:ext cx="457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1" name="Equation" r:id="rId47" imgW="457200" imgH="177480" progId="Equation.DSMT4">
                  <p:embed/>
                </p:oleObj>
              </mc:Choice>
              <mc:Fallback>
                <p:oleObj name="Equation" r:id="rId47" imgW="457200" imgH="177480" progId="Equation.DSMT4">
                  <p:embed/>
                  <p:pic>
                    <p:nvPicPr>
                      <p:cNvPr id="134" name="Object 133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326148" y="5029200"/>
                        <a:ext cx="457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" name="Object 157">
            <a:extLst>
              <a:ext uri="{FF2B5EF4-FFF2-40B4-BE49-F238E27FC236}">
                <a16:creationId xmlns:a16="http://schemas.microsoft.com/office/drawing/2014/main" id="{B9DC7F08-3BE0-44DC-88C3-B2AE5D598C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706798"/>
              </p:ext>
            </p:extLst>
          </p:nvPr>
        </p:nvGraphicFramePr>
        <p:xfrm>
          <a:off x="4343400" y="5316748"/>
          <a:ext cx="444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2" name="Equation" r:id="rId49" imgW="444240" imgH="177480" progId="Equation.DSMT4">
                  <p:embed/>
                </p:oleObj>
              </mc:Choice>
              <mc:Fallback>
                <p:oleObj name="Equation" r:id="rId49" imgW="444240" imgH="177480" progId="Equation.DSMT4">
                  <p:embed/>
                  <p:pic>
                    <p:nvPicPr>
                      <p:cNvPr id="135" name="Object 134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343400" y="5316748"/>
                        <a:ext cx="444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" name="Object 158">
            <a:extLst>
              <a:ext uri="{FF2B5EF4-FFF2-40B4-BE49-F238E27FC236}">
                <a16:creationId xmlns:a16="http://schemas.microsoft.com/office/drawing/2014/main" id="{57298E61-451A-47B3-8939-59E5D4650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542121"/>
              </p:ext>
            </p:extLst>
          </p:nvPr>
        </p:nvGraphicFramePr>
        <p:xfrm>
          <a:off x="914400" y="64008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3" name="Equation" r:id="rId51" imgW="330120" imgH="279360" progId="Equation.DSMT4">
                  <p:embed/>
                </p:oleObj>
              </mc:Choice>
              <mc:Fallback>
                <p:oleObj name="Equation" r:id="rId51" imgW="330120" imgH="279360" progId="Equation.DSMT4">
                  <p:embed/>
                  <p:pic>
                    <p:nvPicPr>
                      <p:cNvPr id="136" name="Object 135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914400" y="6400800"/>
                        <a:ext cx="330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Object 159">
            <a:extLst>
              <a:ext uri="{FF2B5EF4-FFF2-40B4-BE49-F238E27FC236}">
                <a16:creationId xmlns:a16="http://schemas.microsoft.com/office/drawing/2014/main" id="{C909ACCC-8DB1-4298-8669-F58E5BCAC6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241125"/>
              </p:ext>
            </p:extLst>
          </p:nvPr>
        </p:nvGraphicFramePr>
        <p:xfrm>
          <a:off x="905774" y="666390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4" name="Equation" r:id="rId53" imgW="647640" imgH="279360" progId="Equation.DSMT4">
                  <p:embed/>
                </p:oleObj>
              </mc:Choice>
              <mc:Fallback>
                <p:oleObj name="Equation" r:id="rId53" imgW="647640" imgH="279360" progId="Equation.DSMT4">
                  <p:embed/>
                  <p:pic>
                    <p:nvPicPr>
                      <p:cNvPr id="137" name="Object 13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905774" y="666390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" name="Object 160">
            <a:extLst>
              <a:ext uri="{FF2B5EF4-FFF2-40B4-BE49-F238E27FC236}">
                <a16:creationId xmlns:a16="http://schemas.microsoft.com/office/drawing/2014/main" id="{3B573B89-F3ED-4EE3-903C-C842113E7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799392"/>
              </p:ext>
            </p:extLst>
          </p:nvPr>
        </p:nvGraphicFramePr>
        <p:xfrm>
          <a:off x="897148" y="7010400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5" name="Equation" r:id="rId55" imgW="723600" imgH="228600" progId="Equation.DSMT4">
                  <p:embed/>
                </p:oleObj>
              </mc:Choice>
              <mc:Fallback>
                <p:oleObj name="Equation" r:id="rId55" imgW="723600" imgH="228600" progId="Equation.DSMT4">
                  <p:embed/>
                  <p:pic>
                    <p:nvPicPr>
                      <p:cNvPr id="138" name="Object 137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897148" y="7010400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Object 161">
            <a:extLst>
              <a:ext uri="{FF2B5EF4-FFF2-40B4-BE49-F238E27FC236}">
                <a16:creationId xmlns:a16="http://schemas.microsoft.com/office/drawing/2014/main" id="{2A2A54F3-9180-4DAF-9FAB-76213DC515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289561"/>
              </p:ext>
            </p:extLst>
          </p:nvPr>
        </p:nvGraphicFramePr>
        <p:xfrm>
          <a:off x="914400" y="7239000"/>
          <a:ext cx="546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6" name="Equation" r:id="rId57" imgW="545760" imgH="279360" progId="Equation.DSMT4">
                  <p:embed/>
                </p:oleObj>
              </mc:Choice>
              <mc:Fallback>
                <p:oleObj name="Equation" r:id="rId57" imgW="545760" imgH="279360" progId="Equation.DSMT4">
                  <p:embed/>
                  <p:pic>
                    <p:nvPicPr>
                      <p:cNvPr id="139" name="Object 138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914400" y="7239000"/>
                        <a:ext cx="546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Object 162">
            <a:extLst>
              <a:ext uri="{FF2B5EF4-FFF2-40B4-BE49-F238E27FC236}">
                <a16:creationId xmlns:a16="http://schemas.microsoft.com/office/drawing/2014/main" id="{851E2424-EF82-4B95-8849-3AFECE837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936496"/>
              </p:ext>
            </p:extLst>
          </p:nvPr>
        </p:nvGraphicFramePr>
        <p:xfrm>
          <a:off x="4343400" y="6443930"/>
          <a:ext cx="596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7" name="Equation" r:id="rId59" imgW="596880" imgH="177480" progId="Equation.DSMT4">
                  <p:embed/>
                </p:oleObj>
              </mc:Choice>
              <mc:Fallback>
                <p:oleObj name="Equation" r:id="rId59" imgW="596880" imgH="177480" progId="Equation.DSMT4">
                  <p:embed/>
                  <p:pic>
                    <p:nvPicPr>
                      <p:cNvPr id="140" name="Object 139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343400" y="6443930"/>
                        <a:ext cx="596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Object 163">
            <a:extLst>
              <a:ext uri="{FF2B5EF4-FFF2-40B4-BE49-F238E27FC236}">
                <a16:creationId xmlns:a16="http://schemas.microsoft.com/office/drawing/2014/main" id="{C25CE6E3-A360-49E7-9BCE-696C95E23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222911"/>
              </p:ext>
            </p:extLst>
          </p:nvPr>
        </p:nvGraphicFramePr>
        <p:xfrm>
          <a:off x="4352026" y="6722852"/>
          <a:ext cx="520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8" name="Equation" r:id="rId61" imgW="520560" imgH="177480" progId="Equation.DSMT4">
                  <p:embed/>
                </p:oleObj>
              </mc:Choice>
              <mc:Fallback>
                <p:oleObj name="Equation" r:id="rId61" imgW="520560" imgH="177480" progId="Equation.DSMT4">
                  <p:embed/>
                  <p:pic>
                    <p:nvPicPr>
                      <p:cNvPr id="141" name="Object 140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4352026" y="6722852"/>
                        <a:ext cx="520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10B42551-2D1D-469E-BFC1-EF3E4207F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872197"/>
              </p:ext>
            </p:extLst>
          </p:nvPr>
        </p:nvGraphicFramePr>
        <p:xfrm>
          <a:off x="4343400" y="7010400"/>
          <a:ext cx="520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9" name="Equation" r:id="rId63" imgW="520560" imgH="177480" progId="Equation.DSMT4">
                  <p:embed/>
                </p:oleObj>
              </mc:Choice>
              <mc:Fallback>
                <p:oleObj name="Equation" r:id="rId63" imgW="520560" imgH="177480" progId="Equation.DSMT4">
                  <p:embed/>
                  <p:pic>
                    <p:nvPicPr>
                      <p:cNvPr id="142" name="Object 14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4343400" y="7010400"/>
                        <a:ext cx="520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65BA287F-11C0-407E-931C-2AEF4FD0FF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9753520"/>
              </p:ext>
            </p:extLst>
          </p:nvPr>
        </p:nvGraphicFramePr>
        <p:xfrm>
          <a:off x="4385096" y="7280696"/>
          <a:ext cx="444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0" name="Equation" r:id="rId65" imgW="444240" imgH="177480" progId="Equation.DSMT4">
                  <p:embed/>
                </p:oleObj>
              </mc:Choice>
              <mc:Fallback>
                <p:oleObj name="Equation" r:id="rId65" imgW="444240" imgH="177480" progId="Equation.DSMT4">
                  <p:embed/>
                  <p:pic>
                    <p:nvPicPr>
                      <p:cNvPr id="143" name="Object 142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4385096" y="7280696"/>
                        <a:ext cx="444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Object 166">
            <a:extLst>
              <a:ext uri="{FF2B5EF4-FFF2-40B4-BE49-F238E27FC236}">
                <a16:creationId xmlns:a16="http://schemas.microsoft.com/office/drawing/2014/main" id="{8FE672D6-566F-47D6-91B9-15C4A89C6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998505"/>
              </p:ext>
            </p:extLst>
          </p:nvPr>
        </p:nvGraphicFramePr>
        <p:xfrm>
          <a:off x="914400" y="8509956"/>
          <a:ext cx="144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1" name="Equation" r:id="rId67" imgW="1447560" imgH="228600" progId="Equation.DSMT4">
                  <p:embed/>
                </p:oleObj>
              </mc:Choice>
              <mc:Fallback>
                <p:oleObj name="Equation" r:id="rId67" imgW="1447560" imgH="228600" progId="Equation.DSMT4">
                  <p:embed/>
                  <p:pic>
                    <p:nvPicPr>
                      <p:cNvPr id="144" name="Object 143"/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914400" y="8509956"/>
                        <a:ext cx="144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" name="Object 167">
            <a:extLst>
              <a:ext uri="{FF2B5EF4-FFF2-40B4-BE49-F238E27FC236}">
                <a16:creationId xmlns:a16="http://schemas.microsoft.com/office/drawing/2014/main" id="{D93A609A-E2F1-4602-9ACB-9D67A40AD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462301"/>
              </p:ext>
            </p:extLst>
          </p:nvPr>
        </p:nvGraphicFramePr>
        <p:xfrm>
          <a:off x="914400" y="8797504"/>
          <a:ext cx="144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2" name="Equation" r:id="rId69" imgW="1447560" imgH="228600" progId="Equation.DSMT4">
                  <p:embed/>
                </p:oleObj>
              </mc:Choice>
              <mc:Fallback>
                <p:oleObj name="Equation" r:id="rId69" imgW="1447560" imgH="228600" progId="Equation.DSMT4">
                  <p:embed/>
                  <p:pic>
                    <p:nvPicPr>
                      <p:cNvPr id="145" name="Object 144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914400" y="8797504"/>
                        <a:ext cx="144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" name="Object 168">
            <a:extLst>
              <a:ext uri="{FF2B5EF4-FFF2-40B4-BE49-F238E27FC236}">
                <a16:creationId xmlns:a16="http://schemas.microsoft.com/office/drawing/2014/main" id="{887B2C28-26BD-47F1-8686-7385D71A74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977094"/>
              </p:ext>
            </p:extLst>
          </p:nvPr>
        </p:nvGraphicFramePr>
        <p:xfrm>
          <a:off x="915834" y="9034730"/>
          <a:ext cx="1866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3" name="Equation" r:id="rId71" imgW="1866600" imgH="253800" progId="Equation.DSMT4">
                  <p:embed/>
                </p:oleObj>
              </mc:Choice>
              <mc:Fallback>
                <p:oleObj name="Equation" r:id="rId71" imgW="1866600" imgH="253800" progId="Equation.DSMT4">
                  <p:embed/>
                  <p:pic>
                    <p:nvPicPr>
                      <p:cNvPr id="146" name="Object 145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915834" y="9034730"/>
                        <a:ext cx="1866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Object 169">
            <a:extLst>
              <a:ext uri="{FF2B5EF4-FFF2-40B4-BE49-F238E27FC236}">
                <a16:creationId xmlns:a16="http://schemas.microsoft.com/office/drawing/2014/main" id="{7AE34406-3208-47FC-8A02-A52170A63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649637"/>
              </p:ext>
            </p:extLst>
          </p:nvPr>
        </p:nvGraphicFramePr>
        <p:xfrm>
          <a:off x="914400" y="9313652"/>
          <a:ext cx="1866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4" name="Equation" r:id="rId73" imgW="1866600" imgH="253800" progId="Equation.DSMT4">
                  <p:embed/>
                </p:oleObj>
              </mc:Choice>
              <mc:Fallback>
                <p:oleObj name="Equation" r:id="rId73" imgW="1866600" imgH="253800" progId="Equation.DSMT4">
                  <p:embed/>
                  <p:pic>
                    <p:nvPicPr>
                      <p:cNvPr id="147" name="Object 146"/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914400" y="9313652"/>
                        <a:ext cx="1866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" name="Object 170">
            <a:extLst>
              <a:ext uri="{FF2B5EF4-FFF2-40B4-BE49-F238E27FC236}">
                <a16:creationId xmlns:a16="http://schemas.microsoft.com/office/drawing/2014/main" id="{77449CE7-6BB0-4BB3-A545-DD5FA1C58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549581"/>
              </p:ext>
            </p:extLst>
          </p:nvPr>
        </p:nvGraphicFramePr>
        <p:xfrm>
          <a:off x="4444044" y="8484078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5" name="Equation" r:id="rId75" imgW="571320" imgH="253800" progId="Equation.DSMT4">
                  <p:embed/>
                </p:oleObj>
              </mc:Choice>
              <mc:Fallback>
                <p:oleObj name="Equation" r:id="rId75" imgW="571320" imgH="253800" progId="Equation.DSMT4">
                  <p:embed/>
                  <p:pic>
                    <p:nvPicPr>
                      <p:cNvPr id="148" name="Object 147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4444044" y="8484078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" name="Object 171">
            <a:extLst>
              <a:ext uri="{FF2B5EF4-FFF2-40B4-BE49-F238E27FC236}">
                <a16:creationId xmlns:a16="http://schemas.microsoft.com/office/drawing/2014/main" id="{FA190769-F38B-41A0-8461-538E581F9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206622"/>
              </p:ext>
            </p:extLst>
          </p:nvPr>
        </p:nvGraphicFramePr>
        <p:xfrm>
          <a:off x="4419600" y="8763000"/>
          <a:ext cx="1600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6" name="Equation" r:id="rId77" imgW="1600200" imgH="253800" progId="Equation.DSMT4">
                  <p:embed/>
                </p:oleObj>
              </mc:Choice>
              <mc:Fallback>
                <p:oleObj name="Equation" r:id="rId77" imgW="1600200" imgH="253800" progId="Equation.DSMT4">
                  <p:embed/>
                  <p:pic>
                    <p:nvPicPr>
                      <p:cNvPr id="149" name="Object 148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4419600" y="8763000"/>
                        <a:ext cx="1600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" name="Object 172">
            <a:extLst>
              <a:ext uri="{FF2B5EF4-FFF2-40B4-BE49-F238E27FC236}">
                <a16:creationId xmlns:a16="http://schemas.microsoft.com/office/drawing/2014/main" id="{F46B2F9A-E8AE-476C-9D00-CB22099B9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178389"/>
              </p:ext>
            </p:extLst>
          </p:nvPr>
        </p:nvGraphicFramePr>
        <p:xfrm>
          <a:off x="4419600" y="9041922"/>
          <a:ext cx="1587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7" name="Equation" r:id="rId79" imgW="1587240" imgH="253800" progId="Equation.DSMT4">
                  <p:embed/>
                </p:oleObj>
              </mc:Choice>
              <mc:Fallback>
                <p:oleObj name="Equation" r:id="rId79" imgW="1587240" imgH="253800" progId="Equation.DSMT4">
                  <p:embed/>
                  <p:pic>
                    <p:nvPicPr>
                      <p:cNvPr id="150" name="Object 149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4419600" y="9041922"/>
                        <a:ext cx="1587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" name="Object 173">
            <a:extLst>
              <a:ext uri="{FF2B5EF4-FFF2-40B4-BE49-F238E27FC236}">
                <a16:creationId xmlns:a16="http://schemas.microsoft.com/office/drawing/2014/main" id="{37C724FD-C961-4E30-8D11-C0C5675154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314889"/>
              </p:ext>
            </p:extLst>
          </p:nvPr>
        </p:nvGraphicFramePr>
        <p:xfrm>
          <a:off x="4419600" y="9322278"/>
          <a:ext cx="1600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8" name="Equation" r:id="rId81" imgW="1600200" imgH="253800" progId="Equation.DSMT4">
                  <p:embed/>
                </p:oleObj>
              </mc:Choice>
              <mc:Fallback>
                <p:oleObj name="Equation" r:id="rId81" imgW="1600200" imgH="253800" progId="Equation.DSMT4">
                  <p:embed/>
                  <p:pic>
                    <p:nvPicPr>
                      <p:cNvPr id="151" name="Object 150"/>
                      <p:cNvPicPr/>
                      <p:nvPr/>
                    </p:nvPicPr>
                    <p:blipFill>
                      <a:blip r:embed="rId82"/>
                      <a:stretch>
                        <a:fillRect/>
                      </a:stretch>
                    </p:blipFill>
                    <p:spPr>
                      <a:xfrm>
                        <a:off x="4419600" y="9322278"/>
                        <a:ext cx="1600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A5B851A4-CE97-4E6A-A80D-BF128BA27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559598"/>
              </p:ext>
            </p:extLst>
          </p:nvPr>
        </p:nvGraphicFramePr>
        <p:xfrm>
          <a:off x="381000" y="474452"/>
          <a:ext cx="3497262" cy="385572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 Assuming the denominator does not equal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zero, simplify the expression below.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Text Box 1">
            <a:extLst>
              <a:ext uri="{FF2B5EF4-FFF2-40B4-BE49-F238E27FC236}">
                <a16:creationId xmlns:a16="http://schemas.microsoft.com/office/drawing/2014/main" id="{6AFFA630-A4E2-4E40-876E-05BE2ACDC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90800"/>
            <a:ext cx="298323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995AB661-81B4-41E9-BC41-73774311D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05998"/>
              </p:ext>
            </p:extLst>
          </p:nvPr>
        </p:nvGraphicFramePr>
        <p:xfrm>
          <a:off x="1066800" y="25908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8" name="Equation" r:id="rId4" imgW="685800" imgH="393480" progId="Equation.DSMT4">
                  <p:embed/>
                </p:oleObj>
              </mc:Choice>
              <mc:Fallback>
                <p:oleObj name="Equation" r:id="rId4" imgW="685800" imgH="3934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6800" y="2590800"/>
                        <a:ext cx="685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F9A1B1BB-EC24-491C-BE50-CAF00519B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34454"/>
              </p:ext>
            </p:extLst>
          </p:nvPr>
        </p:nvGraphicFramePr>
        <p:xfrm>
          <a:off x="1066800" y="3048000"/>
          <a:ext cx="67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9" name="Equation" r:id="rId6" imgW="672840" imgH="444240" progId="Equation.DSMT4">
                  <p:embed/>
                </p:oleObj>
              </mc:Choice>
              <mc:Fallback>
                <p:oleObj name="Equation" r:id="rId6" imgW="672840" imgH="44424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6800" y="3048000"/>
                        <a:ext cx="673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607A4074-79FA-48F6-811B-F49B7C70F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086586"/>
              </p:ext>
            </p:extLst>
          </p:nvPr>
        </p:nvGraphicFramePr>
        <p:xfrm>
          <a:off x="2590800" y="2590800"/>
          <a:ext cx="74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0" name="Equation" r:id="rId8" imgW="749160" imgH="393480" progId="Equation.DSMT4">
                  <p:embed/>
                </p:oleObj>
              </mc:Choice>
              <mc:Fallback>
                <p:oleObj name="Equation" r:id="rId8" imgW="749160" imgH="3934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90800" y="2590800"/>
                        <a:ext cx="749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09D12552-4C18-47E7-ABB5-981AB1DDB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119222"/>
              </p:ext>
            </p:extLst>
          </p:nvPr>
        </p:nvGraphicFramePr>
        <p:xfrm>
          <a:off x="2667000" y="3048000"/>
          <a:ext cx="609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1" name="Equation" r:id="rId10" imgW="609480" imgH="444240" progId="Equation.DSMT4">
                  <p:embed/>
                </p:oleObj>
              </mc:Choice>
              <mc:Fallback>
                <p:oleObj name="Equation" r:id="rId10" imgW="609480" imgH="44424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67000" y="3048000"/>
                        <a:ext cx="609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11C1482-8543-44FE-9725-7E26D8073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51025"/>
              </p:ext>
            </p:extLst>
          </p:nvPr>
        </p:nvGraphicFramePr>
        <p:xfrm>
          <a:off x="3810000" y="465826"/>
          <a:ext cx="3497262" cy="385572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 Assuming the denominator does not equal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zero, simplify the expression below.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Text Box 1">
            <a:extLst>
              <a:ext uri="{FF2B5EF4-FFF2-40B4-BE49-F238E27FC236}">
                <a16:creationId xmlns:a16="http://schemas.microsoft.com/office/drawing/2014/main" id="{BD1F5554-B6E2-4B65-9743-3A7273B14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590801"/>
            <a:ext cx="298323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BE4F85F1-02E8-4D46-A5E3-953DF2F78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118091"/>
              </p:ext>
            </p:extLst>
          </p:nvPr>
        </p:nvGraphicFramePr>
        <p:xfrm>
          <a:off x="4419600" y="2590800"/>
          <a:ext cx="85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2" name="Equation" r:id="rId12" imgW="850680" imgH="444240" progId="Equation.DSMT4">
                  <p:embed/>
                </p:oleObj>
              </mc:Choice>
              <mc:Fallback>
                <p:oleObj name="Equation" r:id="rId12" imgW="850680" imgH="44424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19600" y="2590800"/>
                        <a:ext cx="850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A3BA0A67-0B37-4B69-A9CC-2D5A7AAE41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825112"/>
              </p:ext>
            </p:extLst>
          </p:nvPr>
        </p:nvGraphicFramePr>
        <p:xfrm>
          <a:off x="4419600" y="3048000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3" name="Equation" r:id="rId14" imgW="342720" imgH="368280" progId="Equation.DSMT4">
                  <p:embed/>
                </p:oleObj>
              </mc:Choice>
              <mc:Fallback>
                <p:oleObj name="Equation" r:id="rId14" imgW="342720" imgH="3682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19600" y="3048000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AFC0E8A8-5634-474D-973B-E02AE24D1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92072"/>
              </p:ext>
            </p:extLst>
          </p:nvPr>
        </p:nvGraphicFramePr>
        <p:xfrm>
          <a:off x="5976670" y="2573548"/>
          <a:ext cx="850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4" name="Equation" r:id="rId16" imgW="850680" imgH="419040" progId="Equation.DSMT4">
                  <p:embed/>
                </p:oleObj>
              </mc:Choice>
              <mc:Fallback>
                <p:oleObj name="Equation" r:id="rId16" imgW="850680" imgH="41904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76670" y="2573548"/>
                        <a:ext cx="850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DA5A0E32-9387-4E40-82F2-975DFBD31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064754"/>
              </p:ext>
            </p:extLst>
          </p:nvPr>
        </p:nvGraphicFramePr>
        <p:xfrm>
          <a:off x="6019800" y="3039374"/>
          <a:ext cx="85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" name="Equation" r:id="rId18" imgW="850680" imgH="444240" progId="Equation.DSMT4">
                  <p:embed/>
                </p:oleObj>
              </mc:Choice>
              <mc:Fallback>
                <p:oleObj name="Equation" r:id="rId18" imgW="850680" imgH="44424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19800" y="3039374"/>
                        <a:ext cx="850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1">
            <a:extLst>
              <a:ext uri="{FF2B5EF4-FFF2-40B4-BE49-F238E27FC236}">
                <a16:creationId xmlns:a16="http://schemas.microsoft.com/office/drawing/2014/main" id="{CD446718-C94F-4E18-BB74-A4CCD5B89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62600"/>
            <a:ext cx="298323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Text Box 1">
            <a:extLst>
              <a:ext uri="{FF2B5EF4-FFF2-40B4-BE49-F238E27FC236}">
                <a16:creationId xmlns:a16="http://schemas.microsoft.com/office/drawing/2014/main" id="{CBD4409C-A1CA-4100-8B2C-9AF3378F5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562600"/>
            <a:ext cx="298323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1E849FF2-7D44-4EB4-8FB4-8C6EB3B4B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468"/>
              </p:ext>
            </p:extLst>
          </p:nvPr>
        </p:nvGraphicFramePr>
        <p:xfrm>
          <a:off x="381000" y="3581400"/>
          <a:ext cx="3497262" cy="385572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Assuming no denominator equals zero,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simplify the expression below.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20523CA-554A-432A-8204-C53FBE05C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836012"/>
              </p:ext>
            </p:extLst>
          </p:nvPr>
        </p:nvGraphicFramePr>
        <p:xfrm>
          <a:off x="3810000" y="3581400"/>
          <a:ext cx="3421062" cy="385572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 What is the solution set for the equation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BD486C75-1292-435A-A806-7B3F1997C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636979"/>
              </p:ext>
            </p:extLst>
          </p:nvPr>
        </p:nvGraphicFramePr>
        <p:xfrm>
          <a:off x="990600" y="5562600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6" name="Equation" r:id="rId20" imgW="342720" imgH="368280" progId="Equation.DSMT4">
                  <p:embed/>
                </p:oleObj>
              </mc:Choice>
              <mc:Fallback>
                <p:oleObj name="Equation" r:id="rId20" imgW="342720" imgH="36828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90600" y="5562600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0F3BDB2F-B340-4F79-80DE-4FAEFEDC1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414410"/>
              </p:ext>
            </p:extLst>
          </p:nvPr>
        </p:nvGraphicFramePr>
        <p:xfrm>
          <a:off x="984250" y="6054304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7" name="Equation" r:id="rId22" imgW="317160" imgH="368280" progId="Equation.DSMT4">
                  <p:embed/>
                </p:oleObj>
              </mc:Choice>
              <mc:Fallback>
                <p:oleObj name="Equation" r:id="rId22" imgW="317160" imgH="368280" progId="Equation.DSMT4">
                  <p:embed/>
                  <p:pic>
                    <p:nvPicPr>
                      <p:cNvPr id="87" name="Object 8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84250" y="6054304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38A00808-4146-4835-8FBC-0B5B7B7F6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963046"/>
              </p:ext>
            </p:extLst>
          </p:nvPr>
        </p:nvGraphicFramePr>
        <p:xfrm>
          <a:off x="2667000" y="5562600"/>
          <a:ext cx="54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8" name="Equation" r:id="rId24" imgW="545760" imgH="431640" progId="Equation.DSMT4">
                  <p:embed/>
                </p:oleObj>
              </mc:Choice>
              <mc:Fallback>
                <p:oleObj name="Equation" r:id="rId24" imgW="545760" imgH="43164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67000" y="5562600"/>
                        <a:ext cx="5461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02FA0704-BEF7-40C5-A747-7D323995A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472378"/>
              </p:ext>
            </p:extLst>
          </p:nvPr>
        </p:nvGraphicFramePr>
        <p:xfrm>
          <a:off x="2734574" y="6054304"/>
          <a:ext cx="31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9" name="Equation" r:id="rId26" imgW="317160" imgH="406080" progId="Equation.DSMT4">
                  <p:embed/>
                </p:oleObj>
              </mc:Choice>
              <mc:Fallback>
                <p:oleObj name="Equation" r:id="rId26" imgW="317160" imgH="40608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734574" y="6054304"/>
                        <a:ext cx="317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4CA39A6E-B030-4354-BD3A-383454A3F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239211"/>
              </p:ext>
            </p:extLst>
          </p:nvPr>
        </p:nvGraphicFramePr>
        <p:xfrm>
          <a:off x="4451350" y="5562600"/>
          <a:ext cx="584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0" name="Equation" r:id="rId28" imgW="583920" imgH="406080" progId="Equation.DSMT4">
                  <p:embed/>
                </p:oleObj>
              </mc:Choice>
              <mc:Fallback>
                <p:oleObj name="Equation" r:id="rId28" imgW="583920" imgH="40608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51350" y="5562600"/>
                        <a:ext cx="584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432DD804-0BF6-4B0F-B131-D80D0BB346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336725"/>
              </p:ext>
            </p:extLst>
          </p:nvPr>
        </p:nvGraphicFramePr>
        <p:xfrm>
          <a:off x="4495800" y="6096000"/>
          <a:ext cx="49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1" name="Equation" r:id="rId30" imgW="495000" imgH="406080" progId="Equation.DSMT4">
                  <p:embed/>
                </p:oleObj>
              </mc:Choice>
              <mc:Fallback>
                <p:oleObj name="Equation" r:id="rId30" imgW="495000" imgH="40608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95800" y="6096000"/>
                        <a:ext cx="495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22E5A508-56FE-47A2-A219-3B553B71DB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83092"/>
              </p:ext>
            </p:extLst>
          </p:nvPr>
        </p:nvGraphicFramePr>
        <p:xfrm>
          <a:off x="6019800" y="5562600"/>
          <a:ext cx="43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2" name="Equation" r:id="rId32" imgW="431640" imgH="406080" progId="Equation.DSMT4">
                  <p:embed/>
                </p:oleObj>
              </mc:Choice>
              <mc:Fallback>
                <p:oleObj name="Equation" r:id="rId32" imgW="431640" imgH="40608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019800" y="5562600"/>
                        <a:ext cx="431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64F34648-0B74-4685-AC54-37AC24B5D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493567"/>
              </p:ext>
            </p:extLst>
          </p:nvPr>
        </p:nvGraphicFramePr>
        <p:xfrm>
          <a:off x="6019800" y="6096000"/>
          <a:ext cx="52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3" name="Equation" r:id="rId34" imgW="520560" imgH="406080" progId="Equation.DSMT4">
                  <p:embed/>
                </p:oleObj>
              </mc:Choice>
              <mc:Fallback>
                <p:oleObj name="Equation" r:id="rId34" imgW="520560" imgH="40608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019800" y="6096000"/>
                        <a:ext cx="52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Rectangle 121">
            <a:extLst>
              <a:ext uri="{FF2B5EF4-FFF2-40B4-BE49-F238E27FC236}">
                <a16:creationId xmlns:a16="http://schemas.microsoft.com/office/drawing/2014/main" id="{011A2815-10CF-4369-BD2A-F78415FBB668}"/>
              </a:ext>
            </a:extLst>
          </p:cNvPr>
          <p:cNvSpPr/>
          <p:nvPr/>
        </p:nvSpPr>
        <p:spPr>
          <a:xfrm>
            <a:off x="398252" y="6663904"/>
            <a:ext cx="33147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13. Which inequality contains the solutions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shown on the graph below?</a:t>
            </a:r>
            <a:endParaRPr lang="en-US" dirty="0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AE52B605-3429-48C9-9EC2-FFF29C87EEB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2000" y="7162800"/>
            <a:ext cx="2781300" cy="533400"/>
          </a:xfrm>
          <a:prstGeom prst="rect">
            <a:avLst/>
          </a:prstGeom>
        </p:spPr>
      </p:pic>
      <p:sp>
        <p:nvSpPr>
          <p:cNvPr id="124" name="Text Box 12">
            <a:extLst>
              <a:ext uri="{FF2B5EF4-FFF2-40B4-BE49-F238E27FC236}">
                <a16:creationId xmlns:a16="http://schemas.microsoft.com/office/drawing/2014/main" id="{26B8A7A8-9874-44E0-9821-7A8E8D0DB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382000"/>
            <a:ext cx="127317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5" name="Text Box 12">
            <a:extLst>
              <a:ext uri="{FF2B5EF4-FFF2-40B4-BE49-F238E27FC236}">
                <a16:creationId xmlns:a16="http://schemas.microsoft.com/office/drawing/2014/main" id="{55FCE83B-05F0-4B25-A6DE-930723C85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382000"/>
            <a:ext cx="127317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76A8B8CE-EDCE-4928-97E1-1C2737091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79697"/>
              </p:ext>
            </p:extLst>
          </p:nvPr>
        </p:nvGraphicFramePr>
        <p:xfrm>
          <a:off x="3810000" y="6705600"/>
          <a:ext cx="3497262" cy="385572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  What is the solution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2DD4D3D8-B0F0-4394-8957-8700D1DD87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999178"/>
              </p:ext>
            </p:extLst>
          </p:nvPr>
        </p:nvGraphicFramePr>
        <p:xfrm>
          <a:off x="1023670" y="8433756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4" name="Equation" r:id="rId37" imgW="723600" imgH="228600" progId="Equation.DSMT4">
                  <p:embed/>
                </p:oleObj>
              </mc:Choice>
              <mc:Fallback>
                <p:oleObj name="Equation" r:id="rId37" imgW="723600" imgH="228600" progId="Equation.DSMT4">
                  <p:embed/>
                  <p:pic>
                    <p:nvPicPr>
                      <p:cNvPr id="100" name="Object 99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23670" y="8433756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7B75E2F5-5D53-4C8C-90A2-7843FCD01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896956"/>
              </p:ext>
            </p:extLst>
          </p:nvPr>
        </p:nvGraphicFramePr>
        <p:xfrm>
          <a:off x="1025104" y="8695426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5" name="Equation" r:id="rId39" imgW="723600" imgH="228600" progId="Equation.DSMT4">
                  <p:embed/>
                </p:oleObj>
              </mc:Choice>
              <mc:Fallback>
                <p:oleObj name="Equation" r:id="rId39" imgW="723600" imgH="228600" progId="Equation.DSMT4">
                  <p:embed/>
                  <p:pic>
                    <p:nvPicPr>
                      <p:cNvPr id="101" name="Object 10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25104" y="8695426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46E52933-A383-4AAE-9A28-39937E3953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616374"/>
              </p:ext>
            </p:extLst>
          </p:nvPr>
        </p:nvGraphicFramePr>
        <p:xfrm>
          <a:off x="1016478" y="8991600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6" name="Equation" r:id="rId41" imgW="723600" imgH="228600" progId="Equation.DSMT4">
                  <p:embed/>
                </p:oleObj>
              </mc:Choice>
              <mc:Fallback>
                <p:oleObj name="Equation" r:id="rId41" imgW="723600" imgH="228600" progId="Equation.DSMT4">
                  <p:embed/>
                  <p:pic>
                    <p:nvPicPr>
                      <p:cNvPr id="102" name="Object 10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016478" y="8991600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4295F123-B223-45D6-A81E-95500479F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026913"/>
              </p:ext>
            </p:extLst>
          </p:nvPr>
        </p:nvGraphicFramePr>
        <p:xfrm>
          <a:off x="999226" y="9270522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7" name="Equation" r:id="rId43" imgW="723600" imgH="228600" progId="Equation.DSMT4">
                  <p:embed/>
                </p:oleObj>
              </mc:Choice>
              <mc:Fallback>
                <p:oleObj name="Equation" r:id="rId43" imgW="723600" imgH="228600" progId="Equation.DSMT4">
                  <p:embed/>
                  <p:pic>
                    <p:nvPicPr>
                      <p:cNvPr id="103" name="Object 10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999226" y="9270522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B0ED4182-855A-4D28-8137-853C5CE76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054059"/>
              </p:ext>
            </p:extLst>
          </p:nvPr>
        </p:nvGraphicFramePr>
        <p:xfrm>
          <a:off x="4452670" y="8416504"/>
          <a:ext cx="723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8" name="Equation" r:id="rId45" imgW="723600" imgH="203040" progId="Equation.DSMT4">
                  <p:embed/>
                </p:oleObj>
              </mc:Choice>
              <mc:Fallback>
                <p:oleObj name="Equation" r:id="rId45" imgW="723600" imgH="203040" progId="Equation.DSMT4">
                  <p:embed/>
                  <p:pic>
                    <p:nvPicPr>
                      <p:cNvPr id="104" name="Object 103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452670" y="8416504"/>
                        <a:ext cx="723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A2150563-31BD-4FB3-B026-13129A45B0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73705"/>
              </p:ext>
            </p:extLst>
          </p:nvPr>
        </p:nvGraphicFramePr>
        <p:xfrm>
          <a:off x="4454104" y="8686800"/>
          <a:ext cx="800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9" name="Equation" r:id="rId47" imgW="799920" imgH="203040" progId="Equation.DSMT4">
                  <p:embed/>
                </p:oleObj>
              </mc:Choice>
              <mc:Fallback>
                <p:oleObj name="Equation" r:id="rId47" imgW="799920" imgH="203040" progId="Equation.DSMT4">
                  <p:embed/>
                  <p:pic>
                    <p:nvPicPr>
                      <p:cNvPr id="105" name="Object 10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454104" y="8686800"/>
                        <a:ext cx="800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BB51AE7A-2977-4AF5-84F2-01FEC4E43D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697233"/>
              </p:ext>
            </p:extLst>
          </p:nvPr>
        </p:nvGraphicFramePr>
        <p:xfrm>
          <a:off x="4469922" y="899160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0" name="Equation" r:id="rId49" imgW="330120" imgH="177480" progId="Equation.DSMT4">
                  <p:embed/>
                </p:oleObj>
              </mc:Choice>
              <mc:Fallback>
                <p:oleObj name="Equation" r:id="rId49" imgW="330120" imgH="177480" progId="Equation.DSMT4">
                  <p:embed/>
                  <p:pic>
                    <p:nvPicPr>
                      <p:cNvPr id="106" name="Object 105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469922" y="899160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Rectangle 133">
            <a:extLst>
              <a:ext uri="{FF2B5EF4-FFF2-40B4-BE49-F238E27FC236}">
                <a16:creationId xmlns:a16="http://schemas.microsoft.com/office/drawing/2014/main" id="{8A5A01E8-F2AA-4724-B0A2-86AFD05F33FD}"/>
              </a:ext>
            </a:extLst>
          </p:cNvPr>
          <p:cNvSpPr/>
          <p:nvPr/>
        </p:nvSpPr>
        <p:spPr>
          <a:xfrm>
            <a:off x="4783348" y="9237452"/>
            <a:ext cx="3577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or </a:t>
            </a:r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B450CE2-CC6E-47AE-BA35-CDAEB3BD801C}"/>
              </a:ext>
            </a:extLst>
          </p:cNvPr>
          <p:cNvSpPr/>
          <p:nvPr/>
        </p:nvSpPr>
        <p:spPr>
          <a:xfrm>
            <a:off x="4724400" y="8958530"/>
            <a:ext cx="3577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or </a:t>
            </a:r>
            <a:endParaRPr lang="en-US" dirty="0"/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5C46EB93-C475-437C-820A-A8341194D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230437"/>
              </p:ext>
            </p:extLst>
          </p:nvPr>
        </p:nvGraphicFramePr>
        <p:xfrm>
          <a:off x="4961626" y="899160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1" name="Equation" r:id="rId51" imgW="330120" imgH="177480" progId="Equation.DSMT4">
                  <p:embed/>
                </p:oleObj>
              </mc:Choice>
              <mc:Fallback>
                <p:oleObj name="Equation" r:id="rId51" imgW="330120" imgH="17748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4961626" y="899160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128C7826-F059-43D5-BBB9-7CDE6E43B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759270"/>
              </p:ext>
            </p:extLst>
          </p:nvPr>
        </p:nvGraphicFramePr>
        <p:xfrm>
          <a:off x="4445478" y="9271956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2" name="Equation" r:id="rId53" imgW="406080" imgH="177480" progId="Equation.DSMT4">
                  <p:embed/>
                </p:oleObj>
              </mc:Choice>
              <mc:Fallback>
                <p:oleObj name="Equation" r:id="rId53" imgW="406080" imgH="177480" progId="Equation.DSMT4">
                  <p:embed/>
                  <p:pic>
                    <p:nvPicPr>
                      <p:cNvPr id="110" name="Object 109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445478" y="9271956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DF898A82-F769-4046-9070-90BDD3ADC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461703"/>
              </p:ext>
            </p:extLst>
          </p:nvPr>
        </p:nvGraphicFramePr>
        <p:xfrm>
          <a:off x="5029200" y="9270522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" name="Equation" r:id="rId55" imgW="406080" imgH="177480" progId="Equation.DSMT4">
                  <p:embed/>
                </p:oleObj>
              </mc:Choice>
              <mc:Fallback>
                <p:oleObj name="Equation" r:id="rId55" imgW="406080" imgH="17748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5029200" y="9270522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58B1555B-FB64-413E-8925-FA30A3D28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678319"/>
              </p:ext>
            </p:extLst>
          </p:nvPr>
        </p:nvGraphicFramePr>
        <p:xfrm>
          <a:off x="1219200" y="990600"/>
          <a:ext cx="167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4" name="Equation" r:id="rId57" imgW="1676160" imgH="380880" progId="Equation.DSMT4">
                  <p:embed/>
                </p:oleObj>
              </mc:Choice>
              <mc:Fallback>
                <p:oleObj name="Equation" r:id="rId57" imgW="1676160" imgH="380880" progId="Equation.DSMT4">
                  <p:embed/>
                  <p:pic>
                    <p:nvPicPr>
                      <p:cNvPr id="112" name="Object 111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219200" y="990600"/>
                        <a:ext cx="1676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139">
            <a:extLst>
              <a:ext uri="{FF2B5EF4-FFF2-40B4-BE49-F238E27FC236}">
                <a16:creationId xmlns:a16="http://schemas.microsoft.com/office/drawing/2014/main" id="{A596FC9C-502A-4236-866A-50E49346A1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915617"/>
              </p:ext>
            </p:extLst>
          </p:nvPr>
        </p:nvGraphicFramePr>
        <p:xfrm>
          <a:off x="4953000" y="990600"/>
          <a:ext cx="825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5" name="Equation" r:id="rId59" imgW="825480" imgH="368280" progId="Equation.DSMT4">
                  <p:embed/>
                </p:oleObj>
              </mc:Choice>
              <mc:Fallback>
                <p:oleObj name="Equation" r:id="rId59" imgW="825480" imgH="368280" progId="Equation.DSMT4">
                  <p:embed/>
                  <p:pic>
                    <p:nvPicPr>
                      <p:cNvPr id="113" name="Object 112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953000" y="990600"/>
                        <a:ext cx="825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5058D503-EEFC-435F-832D-A4DE0F45E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835332"/>
              </p:ext>
            </p:extLst>
          </p:nvPr>
        </p:nvGraphicFramePr>
        <p:xfrm>
          <a:off x="1600200" y="4038600"/>
          <a:ext cx="63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6" name="Equation" r:id="rId61" imgW="634680" imgH="761760" progId="Equation.DSMT4">
                  <p:embed/>
                </p:oleObj>
              </mc:Choice>
              <mc:Fallback>
                <p:oleObj name="Equation" r:id="rId61" imgW="634680" imgH="761760" progId="Equation.DSMT4">
                  <p:embed/>
                  <p:pic>
                    <p:nvPicPr>
                      <p:cNvPr id="114" name="Object 113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600200" y="4038600"/>
                        <a:ext cx="6350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D1D7FDCE-D670-4FF4-B518-D49323B13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711260"/>
              </p:ext>
            </p:extLst>
          </p:nvPr>
        </p:nvGraphicFramePr>
        <p:xfrm>
          <a:off x="4800600" y="4038600"/>
          <a:ext cx="1193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7" name="Equation" r:id="rId63" imgW="1193760" imgH="228600" progId="Equation.DSMT4">
                  <p:embed/>
                </p:oleObj>
              </mc:Choice>
              <mc:Fallback>
                <p:oleObj name="Equation" r:id="rId63" imgW="1193760" imgH="228600" progId="Equation.DSMT4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4800600" y="4038600"/>
                        <a:ext cx="1193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Object 142">
            <a:extLst>
              <a:ext uri="{FF2B5EF4-FFF2-40B4-BE49-F238E27FC236}">
                <a16:creationId xmlns:a16="http://schemas.microsoft.com/office/drawing/2014/main" id="{5AE2464C-0651-4FF0-B526-57FCD2947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416139"/>
              </p:ext>
            </p:extLst>
          </p:nvPr>
        </p:nvGraphicFramePr>
        <p:xfrm>
          <a:off x="5105400" y="7239000"/>
          <a:ext cx="850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8" name="Equation" r:id="rId65" imgW="850680" imgH="253800" progId="Equation.DSMT4">
                  <p:embed/>
                </p:oleObj>
              </mc:Choice>
              <mc:Fallback>
                <p:oleObj name="Equation" r:id="rId65" imgW="850680" imgH="253800" progId="Equation.DSMT4">
                  <p:embed/>
                  <p:pic>
                    <p:nvPicPr>
                      <p:cNvPr id="116" name="Object 115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5105400" y="7239000"/>
                        <a:ext cx="850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05C4061F-624E-4221-854D-F7227EAFA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36400"/>
              </p:ext>
            </p:extLst>
          </p:nvPr>
        </p:nvGraphicFramePr>
        <p:xfrm>
          <a:off x="457200" y="471756"/>
          <a:ext cx="3505200" cy="17976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  Which equation has exactly one solution?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A845EE3B-25D3-4A6D-8D15-612D391C4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406405"/>
              </p:ext>
            </p:extLst>
          </p:nvPr>
        </p:nvGraphicFramePr>
        <p:xfrm>
          <a:off x="3810000" y="461482"/>
          <a:ext cx="3429000" cy="37255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  What is the solution set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7D9B308B-44BC-4A42-AE04-370B2EAF0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17311"/>
              </p:ext>
            </p:extLst>
          </p:nvPr>
        </p:nvGraphicFramePr>
        <p:xfrm>
          <a:off x="457200" y="3509482"/>
          <a:ext cx="3489325" cy="372555"/>
        </p:xfrm>
        <a:graphic>
          <a:graphicData uri="http://schemas.openxmlformats.org/drawingml/2006/table">
            <a:tbl>
              <a:tblPr/>
              <a:tblGrid>
                <a:gridCol w="348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  What is the solution set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9B11F1B3-161D-4271-9152-73A23327A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58146"/>
              </p:ext>
            </p:extLst>
          </p:nvPr>
        </p:nvGraphicFramePr>
        <p:xfrm>
          <a:off x="467474" y="6567756"/>
          <a:ext cx="3497262" cy="372555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  What is the solution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45525E34-D1FE-4593-B3BB-8F715C52D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84938"/>
              </p:ext>
            </p:extLst>
          </p:nvPr>
        </p:nvGraphicFramePr>
        <p:xfrm>
          <a:off x="3820274" y="6567756"/>
          <a:ext cx="3429000" cy="37255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20.  What is the solution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Rectangle 58">
            <a:extLst>
              <a:ext uri="{FF2B5EF4-FFF2-40B4-BE49-F238E27FC236}">
                <a16:creationId xmlns:a16="http://schemas.microsoft.com/office/drawing/2014/main" id="{2E5D8403-552D-439C-97EC-BDE2D6B78CB6}"/>
              </a:ext>
            </a:extLst>
          </p:cNvPr>
          <p:cNvSpPr/>
          <p:nvPr/>
        </p:nvSpPr>
        <p:spPr>
          <a:xfrm>
            <a:off x="3830548" y="3464104"/>
            <a:ext cx="33528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18.  The solutions of the cubic function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</a:t>
            </a: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                                                         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are            and   .  Identify a factor of this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</a:t>
            </a: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                                                     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function.</a:t>
            </a:r>
            <a:endParaRPr lang="en-US" dirty="0"/>
          </a:p>
        </p:txBody>
      </p:sp>
      <p:sp>
        <p:nvSpPr>
          <p:cNvPr id="60" name="Text Box 14">
            <a:extLst>
              <a:ext uri="{FF2B5EF4-FFF2-40B4-BE49-F238E27FC236}">
                <a16:creationId xmlns:a16="http://schemas.microsoft.com/office/drawing/2014/main" id="{4FCDA0CD-5C56-43C0-A27B-67DD1A9F2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57800"/>
            <a:ext cx="2359025" cy="120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Text Box 14">
            <a:extLst>
              <a:ext uri="{FF2B5EF4-FFF2-40B4-BE49-F238E27FC236}">
                <a16:creationId xmlns:a16="http://schemas.microsoft.com/office/drawing/2014/main" id="{34529070-3BEE-4190-812E-A58E01214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05800"/>
            <a:ext cx="2359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Text Box 14">
            <a:extLst>
              <a:ext uri="{FF2B5EF4-FFF2-40B4-BE49-F238E27FC236}">
                <a16:creationId xmlns:a16="http://schemas.microsoft.com/office/drawing/2014/main" id="{94E184FF-BA0F-40E4-A387-891B6B7E5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305800"/>
            <a:ext cx="23590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Text Box 14">
            <a:extLst>
              <a:ext uri="{FF2B5EF4-FFF2-40B4-BE49-F238E27FC236}">
                <a16:creationId xmlns:a16="http://schemas.microsoft.com/office/drawing/2014/main" id="{49D82F93-23E3-4C4E-94AF-D8E50D5A6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257800"/>
            <a:ext cx="2359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Text Box 14">
            <a:extLst>
              <a:ext uri="{FF2B5EF4-FFF2-40B4-BE49-F238E27FC236}">
                <a16:creationId xmlns:a16="http://schemas.microsoft.com/office/drawing/2014/main" id="{6270508D-7705-4682-9A2C-170F5210A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09800"/>
            <a:ext cx="23590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Text Box 15">
            <a:extLst>
              <a:ext uri="{FF2B5EF4-FFF2-40B4-BE49-F238E27FC236}">
                <a16:creationId xmlns:a16="http://schemas.microsoft.com/office/drawing/2014/main" id="{7E8348E4-596C-40A3-872B-0EB4D5760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438400"/>
            <a:ext cx="282448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C.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D.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D21FAD8E-7128-44F8-8CAE-30B39143E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888405"/>
              </p:ext>
            </p:extLst>
          </p:nvPr>
        </p:nvGraphicFramePr>
        <p:xfrm>
          <a:off x="5029200" y="990600"/>
          <a:ext cx="1117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2" name="Equation" r:id="rId4" imgW="1117440" imgH="190440" progId="Equation.DSMT4">
                  <p:embed/>
                </p:oleObj>
              </mc:Choice>
              <mc:Fallback>
                <p:oleObj name="Equation" r:id="rId4" imgW="1117440" imgH="190440" progId="Equation.DSMT4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29200" y="990600"/>
                        <a:ext cx="1117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C43E1723-6667-43ED-B0CC-8E3465F54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883477"/>
              </p:ext>
            </p:extLst>
          </p:nvPr>
        </p:nvGraphicFramePr>
        <p:xfrm>
          <a:off x="1676400" y="4038600"/>
          <a:ext cx="1117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3" name="Equation" r:id="rId6" imgW="1117440" imgH="190440" progId="Equation.DSMT4">
                  <p:embed/>
                </p:oleObj>
              </mc:Choice>
              <mc:Fallback>
                <p:oleObj name="Equation" r:id="rId6" imgW="1117440" imgH="19044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6400" y="4038600"/>
                        <a:ext cx="1117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70E36871-1B6F-43AE-9E49-F843E5FD7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359593"/>
              </p:ext>
            </p:extLst>
          </p:nvPr>
        </p:nvGraphicFramePr>
        <p:xfrm>
          <a:off x="1752600" y="7010400"/>
          <a:ext cx="1231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4" name="Equation" r:id="rId8" imgW="1231560" imgH="215640" progId="Equation.DSMT4">
                  <p:embed/>
                </p:oleObj>
              </mc:Choice>
              <mc:Fallback>
                <p:oleObj name="Equation" r:id="rId8" imgW="1231560" imgH="21564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2600" y="7010400"/>
                        <a:ext cx="1231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C1CA3D44-99EA-4FB7-8A01-49BCA845C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374612"/>
              </p:ext>
            </p:extLst>
          </p:nvPr>
        </p:nvGraphicFramePr>
        <p:xfrm>
          <a:off x="5105400" y="7010400"/>
          <a:ext cx="965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5" name="Equation" r:id="rId10" imgW="965160" imgH="215640" progId="Equation.DSMT4">
                  <p:embed/>
                </p:oleObj>
              </mc:Choice>
              <mc:Fallback>
                <p:oleObj name="Equation" r:id="rId10" imgW="965160" imgH="21564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05400" y="7010400"/>
                        <a:ext cx="965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CA9A0ABC-CBF3-4775-8A61-5994A30F7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65001"/>
              </p:ext>
            </p:extLst>
          </p:nvPr>
        </p:nvGraphicFramePr>
        <p:xfrm>
          <a:off x="4495800" y="3764622"/>
          <a:ext cx="41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6" name="Equation" r:id="rId12" imgW="419040" imgH="368280" progId="Equation.DSMT4">
                  <p:embed/>
                </p:oleObj>
              </mc:Choice>
              <mc:Fallback>
                <p:oleObj name="Equation" r:id="rId12" imgW="419040" imgH="368280" progId="Equation.DSMT4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95800" y="3764622"/>
                        <a:ext cx="41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9501EF8C-898E-48E0-9349-D585143FF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742919"/>
              </p:ext>
            </p:extLst>
          </p:nvPr>
        </p:nvGraphicFramePr>
        <p:xfrm>
          <a:off x="5243244" y="3840822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7"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43244" y="3840822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4618C518-CFAE-4C83-9314-6380CCDCF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719653"/>
              </p:ext>
            </p:extLst>
          </p:nvPr>
        </p:nvGraphicFramePr>
        <p:xfrm>
          <a:off x="6649948" y="3505200"/>
          <a:ext cx="36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8" name="Equation" r:id="rId16" imgW="368280" imgH="228600" progId="Equation.DSMT4">
                  <p:embed/>
                </p:oleObj>
              </mc:Choice>
              <mc:Fallback>
                <p:oleObj name="Equation" r:id="rId16" imgW="368280" imgH="228600" progId="Equation.DSMT4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649948" y="3505200"/>
                        <a:ext cx="36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87EB2F01-9B60-4608-A707-BDB3141826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027332"/>
              </p:ext>
            </p:extLst>
          </p:nvPr>
        </p:nvGraphicFramePr>
        <p:xfrm>
          <a:off x="1094232" y="2261616"/>
          <a:ext cx="736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9" name="Equation" r:id="rId18" imgW="736560" imgH="190440" progId="Equation.DSMT4">
                  <p:embed/>
                </p:oleObj>
              </mc:Choice>
              <mc:Fallback>
                <p:oleObj name="Equation" r:id="rId18" imgW="736560" imgH="190440" progId="Equation.DSMT4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94232" y="2261616"/>
                        <a:ext cx="736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ABE72864-C61C-4CF3-A751-F7495F59B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665078"/>
              </p:ext>
            </p:extLst>
          </p:nvPr>
        </p:nvGraphicFramePr>
        <p:xfrm>
          <a:off x="1058254" y="2548784"/>
          <a:ext cx="1003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0" name="Equation" r:id="rId20" imgW="1002960" imgH="190440" progId="Equation.DSMT4">
                  <p:embed/>
                </p:oleObj>
              </mc:Choice>
              <mc:Fallback>
                <p:oleObj name="Equation" r:id="rId20" imgW="1002960" imgH="19044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58254" y="2548784"/>
                        <a:ext cx="1003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97CA37E3-503B-4C04-AF4A-D71DF8A44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230540"/>
              </p:ext>
            </p:extLst>
          </p:nvPr>
        </p:nvGraphicFramePr>
        <p:xfrm>
          <a:off x="1066800" y="2819400"/>
          <a:ext cx="1206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1" name="Equation" r:id="rId22" imgW="1206360" imgH="190440" progId="Equation.DSMT4">
                  <p:embed/>
                </p:oleObj>
              </mc:Choice>
              <mc:Fallback>
                <p:oleObj name="Equation" r:id="rId22" imgW="1206360" imgH="19044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66800" y="2819400"/>
                        <a:ext cx="1206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EEE874CC-E24E-4342-9426-DB0090DF1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475900"/>
              </p:ext>
            </p:extLst>
          </p:nvPr>
        </p:nvGraphicFramePr>
        <p:xfrm>
          <a:off x="1075346" y="3090016"/>
          <a:ext cx="876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2" name="Equation" r:id="rId24" imgW="876240" imgH="190440" progId="Equation.DSMT4">
                  <p:embed/>
                </p:oleObj>
              </mc:Choice>
              <mc:Fallback>
                <p:oleObj name="Equation" r:id="rId24" imgW="876240" imgH="190440" progId="Equation.DSMT4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75346" y="3090016"/>
                        <a:ext cx="876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08147984-EEAF-43D9-8F34-3679219CA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663283"/>
              </p:ext>
            </p:extLst>
          </p:nvPr>
        </p:nvGraphicFramePr>
        <p:xfrm>
          <a:off x="4495800" y="2514600"/>
          <a:ext cx="774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3" name="Equation" r:id="rId26" imgW="774360" imgH="215640" progId="Equation.DSMT4">
                  <p:embed/>
                </p:oleObj>
              </mc:Choice>
              <mc:Fallback>
                <p:oleObj name="Equation" r:id="rId26" imgW="774360" imgH="215640" progId="Equation.DSMT4">
                  <p:embed/>
                  <p:pic>
                    <p:nvPicPr>
                      <p:cNvPr id="30" name="Object 2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95800" y="2514600"/>
                        <a:ext cx="774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AD7FB6FE-2FED-4E21-902E-2B8C8783D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790265"/>
              </p:ext>
            </p:extLst>
          </p:nvPr>
        </p:nvGraphicFramePr>
        <p:xfrm>
          <a:off x="5943600" y="2506054"/>
          <a:ext cx="863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4" name="Equation" r:id="rId28" imgW="863280" imgH="215640" progId="Equation.DSMT4">
                  <p:embed/>
                </p:oleObj>
              </mc:Choice>
              <mc:Fallback>
                <p:oleObj name="Equation" r:id="rId28" imgW="863280" imgH="215640" progId="Equation.DSMT4">
                  <p:embed/>
                  <p:pic>
                    <p:nvPicPr>
                      <p:cNvPr id="31" name="Object 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943600" y="2506054"/>
                        <a:ext cx="863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88C56030-C81D-46CF-8EB1-544C140A7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652401"/>
              </p:ext>
            </p:extLst>
          </p:nvPr>
        </p:nvGraphicFramePr>
        <p:xfrm>
          <a:off x="4495800" y="297180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5" name="Equation" r:id="rId30" imgW="736560" imgH="393480" progId="Equation.DSMT4">
                  <p:embed/>
                </p:oleObj>
              </mc:Choice>
              <mc:Fallback>
                <p:oleObj name="Equation" r:id="rId30" imgW="736560" imgH="393480" progId="Equation.DSMT4">
                  <p:embed/>
                  <p:pic>
                    <p:nvPicPr>
                      <p:cNvPr id="32" name="Object 3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95800" y="2971800"/>
                        <a:ext cx="736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38B45CF5-35D4-4AA6-84A3-EDC7B4E35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763006"/>
              </p:ext>
            </p:extLst>
          </p:nvPr>
        </p:nvGraphicFramePr>
        <p:xfrm>
          <a:off x="6019800" y="2971800"/>
          <a:ext cx="81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Equation" r:id="rId32" imgW="812520" imgH="393480" progId="Equation.DSMT4">
                  <p:embed/>
                </p:oleObj>
              </mc:Choice>
              <mc:Fallback>
                <p:oleObj name="Equation" r:id="rId32" imgW="812520" imgH="39348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019800" y="2971800"/>
                        <a:ext cx="812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90B7B477-1F0D-4651-BD7A-3CBA6FF699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400936"/>
              </p:ext>
            </p:extLst>
          </p:nvPr>
        </p:nvGraphicFramePr>
        <p:xfrm>
          <a:off x="1066800" y="5257800"/>
          <a:ext cx="850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7" name="Equation" r:id="rId34" imgW="850680" imgH="291960" progId="Equation.DSMT4">
                  <p:embed/>
                </p:oleObj>
              </mc:Choice>
              <mc:Fallback>
                <p:oleObj name="Equation" r:id="rId34" imgW="850680" imgH="29196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66800" y="5257800"/>
                        <a:ext cx="850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086DD6C2-0115-4BAC-9531-8C6F358B4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717178"/>
              </p:ext>
            </p:extLst>
          </p:nvPr>
        </p:nvGraphicFramePr>
        <p:xfrm>
          <a:off x="1066800" y="5545508"/>
          <a:ext cx="850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8" name="Equation" r:id="rId36" imgW="850680" imgH="291960" progId="Equation.DSMT4">
                  <p:embed/>
                </p:oleObj>
              </mc:Choice>
              <mc:Fallback>
                <p:oleObj name="Equation" r:id="rId36" imgW="850680" imgH="29196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66800" y="5545508"/>
                        <a:ext cx="850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7632DDE4-A011-46B7-8C94-3E0885AD6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97077"/>
              </p:ext>
            </p:extLst>
          </p:nvPr>
        </p:nvGraphicFramePr>
        <p:xfrm>
          <a:off x="1066800" y="5824670"/>
          <a:ext cx="736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9" name="Equation" r:id="rId38" imgW="736560" imgH="291960" progId="Equation.DSMT4">
                  <p:embed/>
                </p:oleObj>
              </mc:Choice>
              <mc:Fallback>
                <p:oleObj name="Equation" r:id="rId38" imgW="736560" imgH="29196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66800" y="5824670"/>
                        <a:ext cx="736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156C2A47-1223-426F-A062-3EBCC01FA3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060791"/>
              </p:ext>
            </p:extLst>
          </p:nvPr>
        </p:nvGraphicFramePr>
        <p:xfrm>
          <a:off x="1066800" y="6096000"/>
          <a:ext cx="838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0" name="Equation" r:id="rId40" imgW="838080" imgH="291960" progId="Equation.DSMT4">
                  <p:embed/>
                </p:oleObj>
              </mc:Choice>
              <mc:Fallback>
                <p:oleObj name="Equation" r:id="rId40" imgW="838080" imgH="29196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66800" y="6096000"/>
                        <a:ext cx="8382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0C3C09E0-5822-45D4-9423-C49D65153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587346"/>
              </p:ext>
            </p:extLst>
          </p:nvPr>
        </p:nvGraphicFramePr>
        <p:xfrm>
          <a:off x="4419600" y="5325454"/>
          <a:ext cx="393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1" name="Equation" r:id="rId42" imgW="393480" imgH="177480" progId="Equation.DSMT4">
                  <p:embed/>
                </p:oleObj>
              </mc:Choice>
              <mc:Fallback>
                <p:oleObj name="Equation" r:id="rId42" imgW="393480" imgH="17748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419600" y="5325454"/>
                        <a:ext cx="393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6A6FAA16-C2CD-40B4-8C5C-3F4FBBEC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654531"/>
              </p:ext>
            </p:extLst>
          </p:nvPr>
        </p:nvGraphicFramePr>
        <p:xfrm>
          <a:off x="4419600" y="5605330"/>
          <a:ext cx="393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2" name="Equation" r:id="rId44" imgW="393480" imgH="177480" progId="Equation.DSMT4">
                  <p:embed/>
                </p:oleObj>
              </mc:Choice>
              <mc:Fallback>
                <p:oleObj name="Equation" r:id="rId44" imgW="393480" imgH="17748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419600" y="5605330"/>
                        <a:ext cx="393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B75E3B3E-223A-4436-9C18-721C18D0D1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02429"/>
              </p:ext>
            </p:extLst>
          </p:nvPr>
        </p:nvGraphicFramePr>
        <p:xfrm>
          <a:off x="4419600" y="5867400"/>
          <a:ext cx="3048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3" name="Equation" r:id="rId46" imgW="304560" imgH="177480" progId="Equation.DSMT4">
                  <p:embed/>
                </p:oleObj>
              </mc:Choice>
              <mc:Fallback>
                <p:oleObj name="Equation" r:id="rId46" imgW="304560" imgH="1774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419600" y="5867400"/>
                        <a:ext cx="3048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BE79E637-F41A-4BE7-8C31-88614242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696625"/>
              </p:ext>
            </p:extLst>
          </p:nvPr>
        </p:nvGraphicFramePr>
        <p:xfrm>
          <a:off x="4419600" y="613873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4" name="Equation" r:id="rId48" imgW="330120" imgH="177480" progId="Equation.DSMT4">
                  <p:embed/>
                </p:oleObj>
              </mc:Choice>
              <mc:Fallback>
                <p:oleObj name="Equation" r:id="rId48" imgW="330120" imgH="17748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419600" y="613873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DE7E1BAE-B6EE-4D96-888A-40F673DE41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453707"/>
              </p:ext>
            </p:extLst>
          </p:nvPr>
        </p:nvGraphicFramePr>
        <p:xfrm>
          <a:off x="1176470" y="8356362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5" name="Equation" r:id="rId50" imgW="330120" imgH="177480" progId="Equation.DSMT4">
                  <p:embed/>
                </p:oleObj>
              </mc:Choice>
              <mc:Fallback>
                <p:oleObj name="Equation" r:id="rId50" imgW="330120" imgH="17748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176470" y="8356362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6EA7D337-4B47-4D7A-B05E-CF69F7E55D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004785"/>
              </p:ext>
            </p:extLst>
          </p:nvPr>
        </p:nvGraphicFramePr>
        <p:xfrm>
          <a:off x="1177184" y="864407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6" name="Equation" r:id="rId52" imgW="330120" imgH="177480" progId="Equation.DSMT4">
                  <p:embed/>
                </p:oleObj>
              </mc:Choice>
              <mc:Fallback>
                <p:oleObj name="Equation" r:id="rId52" imgW="330120" imgH="1774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177184" y="864407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A443A1BF-3446-4B00-BCA9-88525EAFD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024089"/>
              </p:ext>
            </p:extLst>
          </p:nvPr>
        </p:nvGraphicFramePr>
        <p:xfrm>
          <a:off x="1143000" y="8915400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7" name="Equation" r:id="rId54" imgW="406080" imgH="177480" progId="Equation.DSMT4">
                  <p:embed/>
                </p:oleObj>
              </mc:Choice>
              <mc:Fallback>
                <p:oleObj name="Equation" r:id="rId54" imgW="406080" imgH="17748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143000" y="8915400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92DBEAC4-9D8E-4D3C-8838-B03733BF2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471955"/>
              </p:ext>
            </p:extLst>
          </p:nvPr>
        </p:nvGraphicFramePr>
        <p:xfrm>
          <a:off x="1125908" y="9109816"/>
          <a:ext cx="406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8" name="Equation" r:id="rId56" imgW="406080" imgH="368280" progId="Equation.DSMT4">
                  <p:embed/>
                </p:oleObj>
              </mc:Choice>
              <mc:Fallback>
                <p:oleObj name="Equation" r:id="rId56" imgW="406080" imgH="36828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125908" y="9109816"/>
                        <a:ext cx="406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A43F7591-468E-45CA-A7E0-888FB7D7A8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40991"/>
              </p:ext>
            </p:extLst>
          </p:nvPr>
        </p:nvGraphicFramePr>
        <p:xfrm>
          <a:off x="4537816" y="8364908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9" name="Equation" r:id="rId58" imgW="330120" imgH="177480" progId="Equation.DSMT4">
                  <p:embed/>
                </p:oleObj>
              </mc:Choice>
              <mc:Fallback>
                <p:oleObj name="Equation" r:id="rId58" imgW="330120" imgH="1774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537816" y="8364908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B96C3377-21A1-4457-B890-B5A3CB286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720761"/>
              </p:ext>
            </p:extLst>
          </p:nvPr>
        </p:nvGraphicFramePr>
        <p:xfrm>
          <a:off x="4529984" y="8652616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0" name="Equation" r:id="rId60" imgW="406080" imgH="177480" progId="Equation.DSMT4">
                  <p:embed/>
                </p:oleObj>
              </mc:Choice>
              <mc:Fallback>
                <p:oleObj name="Equation" r:id="rId60" imgW="406080" imgH="1774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4529984" y="8652616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F1F29057-8DD7-4129-9B74-FF8B57706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420576"/>
              </p:ext>
            </p:extLst>
          </p:nvPr>
        </p:nvGraphicFramePr>
        <p:xfrm>
          <a:off x="4495800" y="8915400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1" name="Equation" r:id="rId62" imgW="558720" imgH="228600" progId="Equation.DSMT4">
                  <p:embed/>
                </p:oleObj>
              </mc:Choice>
              <mc:Fallback>
                <p:oleObj name="Equation" r:id="rId62" imgW="558720" imgH="22860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4495800" y="8915400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35334971-BC76-4AD0-B7CF-6EABE65E7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982081"/>
              </p:ext>
            </p:extLst>
          </p:nvPr>
        </p:nvGraphicFramePr>
        <p:xfrm>
          <a:off x="4495800" y="9178184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2" name="Equation" r:id="rId64" imgW="647640" imgH="228600" progId="Equation.DSMT4">
                  <p:embed/>
                </p:oleObj>
              </mc:Choice>
              <mc:Fallback>
                <p:oleObj name="Equation" r:id="rId64" imgW="647640" imgH="22860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4495800" y="9178184"/>
                        <a:ext cx="647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63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BFA4C66A-D4BF-4BEC-B9C5-2FD772E31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683995"/>
              </p:ext>
            </p:extLst>
          </p:nvPr>
        </p:nvGraphicFramePr>
        <p:xfrm>
          <a:off x="381000" y="465032"/>
          <a:ext cx="3497262" cy="565341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21.  If no denominator is equal to zero, what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is the solution set for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97AF6C0C-0164-42E5-BA75-A65F0CAFD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65191"/>
              </p:ext>
            </p:extLst>
          </p:nvPr>
        </p:nvGraphicFramePr>
        <p:xfrm>
          <a:off x="3818546" y="465032"/>
          <a:ext cx="3497262" cy="372555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22.  If no denominator is equal to zero, what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is the solution to the following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D66A5CC3-23E1-4042-9DA2-08EB55747469}"/>
              </a:ext>
            </a:extLst>
          </p:cNvPr>
          <p:cNvSpPr/>
          <p:nvPr/>
        </p:nvSpPr>
        <p:spPr>
          <a:xfrm>
            <a:off x="397378" y="3505200"/>
            <a:ext cx="3429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23.  Which expression is equivalent to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?</a:t>
            </a:r>
            <a:endParaRPr lang="en-US" dirty="0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B149DACD-9FD6-4B7A-85D0-51E7AB5D3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468341"/>
              </p:ext>
            </p:extLst>
          </p:nvPr>
        </p:nvGraphicFramePr>
        <p:xfrm>
          <a:off x="3810000" y="3536742"/>
          <a:ext cx="3421062" cy="372555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24.  What is the solution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084BCC4-DF34-4E31-BB63-4C5A1C1B8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57245"/>
              </p:ext>
            </p:extLst>
          </p:nvPr>
        </p:nvGraphicFramePr>
        <p:xfrm>
          <a:off x="381000" y="6629400"/>
          <a:ext cx="3497262" cy="372555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  What is the solution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08FD0F0E-C105-4B1A-A49D-ED44A6A03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96578"/>
              </p:ext>
            </p:extLst>
          </p:nvPr>
        </p:nvGraphicFramePr>
        <p:xfrm>
          <a:off x="3810000" y="6629400"/>
          <a:ext cx="3421062" cy="372555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26.  What is the solution to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equation?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Text Box 22">
            <a:extLst>
              <a:ext uri="{FF2B5EF4-FFF2-40B4-BE49-F238E27FC236}">
                <a16:creationId xmlns:a16="http://schemas.microsoft.com/office/drawing/2014/main" id="{FCC13AD1-47D6-447B-87C3-068FC6527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562600"/>
            <a:ext cx="2449195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Text Box 22">
            <a:extLst>
              <a:ext uri="{FF2B5EF4-FFF2-40B4-BE49-F238E27FC236}">
                <a16:creationId xmlns:a16="http://schemas.microsoft.com/office/drawing/2014/main" id="{B87023DC-60A4-4285-B1DC-8F4A09776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562" y="2514600"/>
            <a:ext cx="2449195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Text Box 22">
            <a:extLst>
              <a:ext uri="{FF2B5EF4-FFF2-40B4-BE49-F238E27FC236}">
                <a16:creationId xmlns:a16="http://schemas.microsoft.com/office/drawing/2014/main" id="{BF83A116-E838-42C1-9C2E-8D75E46D0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168" y="2514601"/>
            <a:ext cx="244919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Text Box 22">
            <a:extLst>
              <a:ext uri="{FF2B5EF4-FFF2-40B4-BE49-F238E27FC236}">
                <a16:creationId xmlns:a16="http://schemas.microsoft.com/office/drawing/2014/main" id="{E7E585BF-D45F-4011-9D3C-D92C42BBD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686800"/>
            <a:ext cx="2449195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Text Box 24">
            <a:extLst>
              <a:ext uri="{FF2B5EF4-FFF2-40B4-BE49-F238E27FC236}">
                <a16:creationId xmlns:a16="http://schemas.microsoft.com/office/drawing/2014/main" id="{6A3A55B9-5B3B-4A33-8BC7-977809092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458200"/>
            <a:ext cx="124587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Text Box 24">
            <a:extLst>
              <a:ext uri="{FF2B5EF4-FFF2-40B4-BE49-F238E27FC236}">
                <a16:creationId xmlns:a16="http://schemas.microsoft.com/office/drawing/2014/main" id="{1740CEC2-8A0F-4171-8D4F-8BA544037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334000"/>
            <a:ext cx="124587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D3E11827-14D9-433A-B1B9-3362846B6A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989091"/>
              </p:ext>
            </p:extLst>
          </p:nvPr>
        </p:nvGraphicFramePr>
        <p:xfrm>
          <a:off x="1091724" y="2565162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2" name="Equation" r:id="rId4" imgW="228600" imgH="228600" progId="Equation.DSMT4">
                  <p:embed/>
                </p:oleObj>
              </mc:Choice>
              <mc:Fallback>
                <p:oleObj name="Equation" r:id="rId4" imgW="228600" imgH="228600" progId="Equation.DSMT4">
                  <p:embed/>
                  <p:pic>
                    <p:nvPicPr>
                      <p:cNvPr id="33" name="Object 3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1724" y="2565162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2E3706C0-B427-4359-BBEB-F5DC92E96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839566"/>
              </p:ext>
            </p:extLst>
          </p:nvPr>
        </p:nvGraphicFramePr>
        <p:xfrm>
          <a:off x="1066800" y="3073638"/>
          <a:ext cx="31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3" name="Equation" r:id="rId6" imgW="317160" imgH="228600" progId="Equation.DSMT4">
                  <p:embed/>
                </p:oleObj>
              </mc:Choice>
              <mc:Fallback>
                <p:oleObj name="Equation" r:id="rId6" imgW="317160" imgH="22860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6800" y="3073638"/>
                        <a:ext cx="31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9E3B09E2-02A0-4806-81D7-6829A4968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388044"/>
              </p:ext>
            </p:extLst>
          </p:nvPr>
        </p:nvGraphicFramePr>
        <p:xfrm>
          <a:off x="2353654" y="2488962"/>
          <a:ext cx="52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4" name="Equation" r:id="rId8" imgW="520560" imgH="406080" progId="Equation.DSMT4">
                  <p:embed/>
                </p:oleObj>
              </mc:Choice>
              <mc:Fallback>
                <p:oleObj name="Equation" r:id="rId8" imgW="520560" imgH="40608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53654" y="2488962"/>
                        <a:ext cx="52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0DC683B9-36DB-4A09-A670-B50E57E0F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579924"/>
              </p:ext>
            </p:extLst>
          </p:nvPr>
        </p:nvGraphicFramePr>
        <p:xfrm>
          <a:off x="2362200" y="2971800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5" name="Equation" r:id="rId10" imgW="533160" imgH="406080" progId="Equation.DSMT4">
                  <p:embed/>
                </p:oleObj>
              </mc:Choice>
              <mc:Fallback>
                <p:oleObj name="Equation" r:id="rId10" imgW="533160" imgH="40608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62200" y="2971800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4D62F166-2045-4D8B-A684-C3463AC7D8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703470"/>
              </p:ext>
            </p:extLst>
          </p:nvPr>
        </p:nvGraphicFramePr>
        <p:xfrm>
          <a:off x="4572000" y="2582254"/>
          <a:ext cx="495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6" name="Equation" r:id="rId12" imgW="495000" imgH="177480" progId="Equation.DSMT4">
                  <p:embed/>
                </p:oleObj>
              </mc:Choice>
              <mc:Fallback>
                <p:oleObj name="Equation" r:id="rId12" imgW="495000" imgH="17748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72000" y="2582254"/>
                        <a:ext cx="495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8B0F1606-836D-488D-AADA-765294C37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535488"/>
              </p:ext>
            </p:extLst>
          </p:nvPr>
        </p:nvGraphicFramePr>
        <p:xfrm>
          <a:off x="4572000" y="3030908"/>
          <a:ext cx="508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" name="Equation" r:id="rId14" imgW="507960" imgH="368280" progId="Equation.DSMT4">
                  <p:embed/>
                </p:oleObj>
              </mc:Choice>
              <mc:Fallback>
                <p:oleObj name="Equation" r:id="rId14" imgW="507960" imgH="36828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72000" y="3030908"/>
                        <a:ext cx="508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A4E9BDDC-0913-48EF-8698-3D07FA2CB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649301"/>
              </p:ext>
            </p:extLst>
          </p:nvPr>
        </p:nvGraphicFramePr>
        <p:xfrm>
          <a:off x="5799746" y="2488962"/>
          <a:ext cx="508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8" name="Equation" r:id="rId16" imgW="507960" imgH="368280" progId="Equation.DSMT4">
                  <p:embed/>
                </p:oleObj>
              </mc:Choice>
              <mc:Fallback>
                <p:oleObj name="Equation" r:id="rId16" imgW="507960" imgH="36828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99746" y="2488962"/>
                        <a:ext cx="508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DF62EE60-3A0E-411C-8113-4D79EBAFC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675801"/>
              </p:ext>
            </p:extLst>
          </p:nvPr>
        </p:nvGraphicFramePr>
        <p:xfrm>
          <a:off x="5799746" y="3030908"/>
          <a:ext cx="533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9" name="Equation" r:id="rId18" imgW="533160" imgH="368280" progId="Equation.DSMT4">
                  <p:embed/>
                </p:oleObj>
              </mc:Choice>
              <mc:Fallback>
                <p:oleObj name="Equation" r:id="rId18" imgW="533160" imgH="36828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99746" y="3030908"/>
                        <a:ext cx="533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27D9DEF0-8BF7-4375-A1D7-AADB03D1E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202997"/>
              </p:ext>
            </p:extLst>
          </p:nvPr>
        </p:nvGraphicFramePr>
        <p:xfrm>
          <a:off x="1066800" y="5536962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0" name="Equation" r:id="rId20" imgW="914400" imgH="368280" progId="Equation.DSMT4">
                  <p:embed/>
                </p:oleObj>
              </mc:Choice>
              <mc:Fallback>
                <p:oleObj name="Equation" r:id="rId20" imgW="914400" imgH="36828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66800" y="5536962"/>
                        <a:ext cx="914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0BDEE93E-11F3-410E-831E-23AF7DE9C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915393"/>
              </p:ext>
            </p:extLst>
          </p:nvPr>
        </p:nvGraphicFramePr>
        <p:xfrm>
          <a:off x="1066800" y="6096000"/>
          <a:ext cx="93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1" name="Equation" r:id="rId22" imgW="939600" imgH="368280" progId="Equation.DSMT4">
                  <p:embed/>
                </p:oleObj>
              </mc:Choice>
              <mc:Fallback>
                <p:oleObj name="Equation" r:id="rId22" imgW="939600" imgH="36828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66800" y="6096000"/>
                        <a:ext cx="939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420A19E3-71F1-47CA-AA7D-413D427736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8996"/>
              </p:ext>
            </p:extLst>
          </p:nvPr>
        </p:nvGraphicFramePr>
        <p:xfrm>
          <a:off x="2362200" y="5486400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2" name="Equation" r:id="rId24" imgW="914400" imgH="368280" progId="Equation.DSMT4">
                  <p:embed/>
                </p:oleObj>
              </mc:Choice>
              <mc:Fallback>
                <p:oleObj name="Equation" r:id="rId24" imgW="914400" imgH="36828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62200" y="5486400"/>
                        <a:ext cx="914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53F47C6B-ECBB-4922-80DA-435189962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382837"/>
              </p:ext>
            </p:extLst>
          </p:nvPr>
        </p:nvGraphicFramePr>
        <p:xfrm>
          <a:off x="2362200" y="6096000"/>
          <a:ext cx="92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3" name="Equation" r:id="rId26" imgW="927000" imgH="368280" progId="Equation.DSMT4">
                  <p:embed/>
                </p:oleObj>
              </mc:Choice>
              <mc:Fallback>
                <p:oleObj name="Equation" r:id="rId26" imgW="927000" imgH="3682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362200" y="6096000"/>
                        <a:ext cx="927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8E008BC1-2584-4AF6-9028-429D2110B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493096"/>
              </p:ext>
            </p:extLst>
          </p:nvPr>
        </p:nvGraphicFramePr>
        <p:xfrm>
          <a:off x="4495800" y="5418746"/>
          <a:ext cx="393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4" name="Equation" r:id="rId28" imgW="393480" imgH="177480" progId="Equation.DSMT4">
                  <p:embed/>
                </p:oleObj>
              </mc:Choice>
              <mc:Fallback>
                <p:oleObj name="Equation" r:id="rId28" imgW="393480" imgH="17748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95800" y="5418746"/>
                        <a:ext cx="393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28F387FD-DDBF-4103-8FF2-1031421D9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384551"/>
              </p:ext>
            </p:extLst>
          </p:nvPr>
        </p:nvGraphicFramePr>
        <p:xfrm>
          <a:off x="4495800" y="5664438"/>
          <a:ext cx="393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5" name="Equation" r:id="rId30" imgW="393480" imgH="177480" progId="Equation.DSMT4">
                  <p:embed/>
                </p:oleObj>
              </mc:Choice>
              <mc:Fallback>
                <p:oleObj name="Equation" r:id="rId30" imgW="393480" imgH="17748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95800" y="5664438"/>
                        <a:ext cx="393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AED33649-6694-4033-ADC1-A36FAA024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006650"/>
              </p:ext>
            </p:extLst>
          </p:nvPr>
        </p:nvGraphicFramePr>
        <p:xfrm>
          <a:off x="4495800" y="5935054"/>
          <a:ext cx="317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6" name="Equation" r:id="rId32" imgW="317160" imgH="177480" progId="Equation.DSMT4">
                  <p:embed/>
                </p:oleObj>
              </mc:Choice>
              <mc:Fallback>
                <p:oleObj name="Equation" r:id="rId32" imgW="317160" imgH="1774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495800" y="5935054"/>
                        <a:ext cx="317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632FDC4F-5827-4A62-93FC-48185B6853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538089"/>
              </p:ext>
            </p:extLst>
          </p:nvPr>
        </p:nvGraphicFramePr>
        <p:xfrm>
          <a:off x="4504346" y="6172914"/>
          <a:ext cx="317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7" name="Equation" r:id="rId34" imgW="317160" imgH="177480" progId="Equation.DSMT4">
                  <p:embed/>
                </p:oleObj>
              </mc:Choice>
              <mc:Fallback>
                <p:oleObj name="Equation" r:id="rId34" imgW="317160" imgH="17748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504346" y="6172914"/>
                        <a:ext cx="317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75DED12F-C6EB-49D8-9756-5EDE329847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035863"/>
              </p:ext>
            </p:extLst>
          </p:nvPr>
        </p:nvGraphicFramePr>
        <p:xfrm>
          <a:off x="1091724" y="8534400"/>
          <a:ext cx="63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8" name="Equation" r:id="rId36" imgW="634680" imgH="228600" progId="Equation.DSMT4">
                  <p:embed/>
                </p:oleObj>
              </mc:Choice>
              <mc:Fallback>
                <p:oleObj name="Equation" r:id="rId36" imgW="634680" imgH="22860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91724" y="8534400"/>
                        <a:ext cx="63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BF00D2B7-CF19-49F8-96EB-EA3BDC6EA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324041"/>
              </p:ext>
            </p:extLst>
          </p:nvPr>
        </p:nvGraphicFramePr>
        <p:xfrm>
          <a:off x="1066800" y="8780092"/>
          <a:ext cx="63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9" name="Equation" r:id="rId38" imgW="634680" imgH="228600" progId="Equation.DSMT4">
                  <p:embed/>
                </p:oleObj>
              </mc:Choice>
              <mc:Fallback>
                <p:oleObj name="Equation" r:id="rId38" imgW="634680" imgH="22860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66800" y="8780092"/>
                        <a:ext cx="63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D8FEE073-5407-4869-8616-CEC4E1D2A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611925"/>
              </p:ext>
            </p:extLst>
          </p:nvPr>
        </p:nvGraphicFramePr>
        <p:xfrm>
          <a:off x="1066800" y="9050708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0" name="Equation" r:id="rId40" imgW="330120" imgH="177480" progId="Equation.DSMT4">
                  <p:embed/>
                </p:oleObj>
              </mc:Choice>
              <mc:Fallback>
                <p:oleObj name="Equation" r:id="rId40" imgW="330120" imgH="1774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66800" y="9050708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282F28B1-7C24-4743-BCEE-12CAFC6C03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771960"/>
              </p:ext>
            </p:extLst>
          </p:nvPr>
        </p:nvGraphicFramePr>
        <p:xfrm>
          <a:off x="1066800" y="929640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1" name="Equation" r:id="rId42" imgW="330120" imgH="177480" progId="Equation.DSMT4">
                  <p:embed/>
                </p:oleObj>
              </mc:Choice>
              <mc:Fallback>
                <p:oleObj name="Equation" r:id="rId42" imgW="330120" imgH="1774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066800" y="929640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571BB2AD-44DE-4CD0-BD13-C661FCF54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245773"/>
              </p:ext>
            </p:extLst>
          </p:nvPr>
        </p:nvGraphicFramePr>
        <p:xfrm>
          <a:off x="4512892" y="8653330"/>
          <a:ext cx="508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2" name="Equation" r:id="rId44" imgW="507960" imgH="368280" progId="Equation.DSMT4">
                  <p:embed/>
                </p:oleObj>
              </mc:Choice>
              <mc:Fallback>
                <p:oleObj name="Equation" r:id="rId44" imgW="507960" imgH="3682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512892" y="8653330"/>
                        <a:ext cx="508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E35476FE-6343-4CF3-AE3F-F64CF1F08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271724"/>
              </p:ext>
            </p:extLst>
          </p:nvPr>
        </p:nvGraphicFramePr>
        <p:xfrm>
          <a:off x="4495800" y="9144000"/>
          <a:ext cx="41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3" name="Equation" r:id="rId46" imgW="419040" imgH="368280" progId="Equation.DSMT4">
                  <p:embed/>
                </p:oleObj>
              </mc:Choice>
              <mc:Fallback>
                <p:oleObj name="Equation" r:id="rId46" imgW="419040" imgH="3682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495800" y="9144000"/>
                        <a:ext cx="41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41943B6B-E529-4EAF-B922-DE2F523BF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371740"/>
              </p:ext>
            </p:extLst>
          </p:nvPr>
        </p:nvGraphicFramePr>
        <p:xfrm>
          <a:off x="5791200" y="8653330"/>
          <a:ext cx="508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4" name="Equation" r:id="rId48" imgW="507960" imgH="368280" progId="Equation.DSMT4">
                  <p:embed/>
                </p:oleObj>
              </mc:Choice>
              <mc:Fallback>
                <p:oleObj name="Equation" r:id="rId48" imgW="507960" imgH="36828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791200" y="8653330"/>
                        <a:ext cx="508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6036D694-95C4-4FF2-A904-124E34354B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930302"/>
              </p:ext>
            </p:extLst>
          </p:nvPr>
        </p:nvGraphicFramePr>
        <p:xfrm>
          <a:off x="5791200" y="9144000"/>
          <a:ext cx="41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5" name="Equation" r:id="rId50" imgW="419040" imgH="368280" progId="Equation.DSMT4">
                  <p:embed/>
                </p:oleObj>
              </mc:Choice>
              <mc:Fallback>
                <p:oleObj name="Equation" r:id="rId50" imgW="419040" imgH="3682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791200" y="9144000"/>
                        <a:ext cx="41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8E066662-A5DE-4337-B71B-0C028847C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958108"/>
              </p:ext>
            </p:extLst>
          </p:nvPr>
        </p:nvGraphicFramePr>
        <p:xfrm>
          <a:off x="1676400" y="1066800"/>
          <a:ext cx="762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6" name="Equation" r:id="rId52" imgW="761760" imgH="368280" progId="Equation.DSMT4">
                  <p:embed/>
                </p:oleObj>
              </mc:Choice>
              <mc:Fallback>
                <p:oleObj name="Equation" r:id="rId52" imgW="761760" imgH="3682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676400" y="1066800"/>
                        <a:ext cx="762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7D1C52A2-A31F-4F98-AD7E-3843AE82B1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918742"/>
              </p:ext>
            </p:extLst>
          </p:nvPr>
        </p:nvGraphicFramePr>
        <p:xfrm>
          <a:off x="4953000" y="990600"/>
          <a:ext cx="1371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7" name="Equation" r:id="rId54" imgW="1371600" imgH="368280" progId="Equation.DSMT4">
                  <p:embed/>
                </p:oleObj>
              </mc:Choice>
              <mc:Fallback>
                <p:oleObj name="Equation" r:id="rId54" imgW="1371600" imgH="3682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4953000" y="990600"/>
                        <a:ext cx="1371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E9B1D17E-5A2B-4AC4-BB60-F25CB6A71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238523"/>
              </p:ext>
            </p:extLst>
          </p:nvPr>
        </p:nvGraphicFramePr>
        <p:xfrm>
          <a:off x="804016" y="3691070"/>
          <a:ext cx="660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8" name="Equation" r:id="rId56" imgW="660240" imgH="241200" progId="Equation.DSMT4">
                  <p:embed/>
                </p:oleObj>
              </mc:Choice>
              <mc:Fallback>
                <p:oleObj name="Equation" r:id="rId56" imgW="660240" imgH="24120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804016" y="3691070"/>
                        <a:ext cx="660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0EB7DAAE-E939-4769-9499-8B2B51DC82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901775"/>
              </p:ext>
            </p:extLst>
          </p:nvPr>
        </p:nvGraphicFramePr>
        <p:xfrm>
          <a:off x="5029200" y="3962400"/>
          <a:ext cx="1117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9" name="Equation" r:id="rId58" imgW="1117440" imgH="228600" progId="Equation.DSMT4">
                  <p:embed/>
                </p:oleObj>
              </mc:Choice>
              <mc:Fallback>
                <p:oleObj name="Equation" r:id="rId58" imgW="1117440" imgH="22860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5029200" y="3962400"/>
                        <a:ext cx="1117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27E5E022-00FC-4388-93D3-1A5ACF2467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793808"/>
              </p:ext>
            </p:extLst>
          </p:nvPr>
        </p:nvGraphicFramePr>
        <p:xfrm>
          <a:off x="1371600" y="7086600"/>
          <a:ext cx="1955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0" name="Equation" r:id="rId60" imgW="1955520" imgH="228600" progId="Equation.DSMT4">
                  <p:embed/>
                </p:oleObj>
              </mc:Choice>
              <mc:Fallback>
                <p:oleObj name="Equation" r:id="rId60" imgW="1955520" imgH="22860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371600" y="7086600"/>
                        <a:ext cx="1955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E1303080-2704-42D6-BEBD-8EF20F50A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342890"/>
              </p:ext>
            </p:extLst>
          </p:nvPr>
        </p:nvGraphicFramePr>
        <p:xfrm>
          <a:off x="5105400" y="7010400"/>
          <a:ext cx="99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41" name="Equation" r:id="rId62" imgW="990360" imgH="431640" progId="Equation.DSMT4">
                  <p:embed/>
                </p:oleObj>
              </mc:Choice>
              <mc:Fallback>
                <p:oleObj name="Equation" r:id="rId62" imgW="990360" imgH="43164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5105400" y="7010400"/>
                        <a:ext cx="990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>
            <a:extLst>
              <a:ext uri="{FF2B5EF4-FFF2-40B4-BE49-F238E27FC236}">
                <a16:creationId xmlns:a16="http://schemas.microsoft.com/office/drawing/2014/main" id="{06A4137D-F1A1-4A3B-8A01-849BEED3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5334000"/>
            <a:ext cx="1628775" cy="184785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680492FE-4611-40AC-B9CB-E79395238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848" y="5486400"/>
            <a:ext cx="1609725" cy="165735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5C312BB-A71B-4CBC-83B8-60CBFAEB74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540" y="5528416"/>
            <a:ext cx="1695450" cy="1628775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88BD5C1E-C406-4DA1-B06C-15FEF964CAE6}"/>
              </a:ext>
            </a:extLst>
          </p:cNvPr>
          <p:cNvSpPr/>
          <p:nvPr/>
        </p:nvSpPr>
        <p:spPr>
          <a:xfrm>
            <a:off x="414470" y="430848"/>
            <a:ext cx="347173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27.  The graph of a function is shown below. 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Which family could this function belong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to?</a:t>
            </a:r>
            <a:endParaRPr lang="en-US" dirty="0"/>
          </a:p>
        </p:txBody>
      </p:sp>
      <p:sp>
        <p:nvSpPr>
          <p:cNvPr id="96" name="Text Box 1347">
            <a:extLst>
              <a:ext uri="{FF2B5EF4-FFF2-40B4-BE49-F238E27FC236}">
                <a16:creationId xmlns:a16="http://schemas.microsoft.com/office/drawing/2014/main" id="{D25B9F64-8EF2-41D4-93D2-FAA4DA05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24587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Exponential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Logarithmic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Square Root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Cube Root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52FC4E1-B4AE-4665-B855-43D19AA6AD99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685800" y="990600"/>
            <a:ext cx="1816100" cy="181610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77CCF933-841A-4132-B222-167BF802280B}"/>
              </a:ext>
            </a:extLst>
          </p:cNvPr>
          <p:cNvSpPr/>
          <p:nvPr/>
        </p:nvSpPr>
        <p:spPr>
          <a:xfrm>
            <a:off x="3827092" y="423016"/>
            <a:ext cx="34881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28. Which function is best represented by this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graph?</a:t>
            </a:r>
            <a:endParaRPr lang="en-US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9C239F38-55A4-4819-B99C-0D414258B076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4038600" y="990600"/>
            <a:ext cx="1759585" cy="1759585"/>
          </a:xfrm>
          <a:prstGeom prst="rect">
            <a:avLst/>
          </a:prstGeom>
        </p:spPr>
      </p:pic>
      <p:sp>
        <p:nvSpPr>
          <p:cNvPr id="100" name="Text Box 1349">
            <a:extLst>
              <a:ext uri="{FF2B5EF4-FFF2-40B4-BE49-F238E27FC236}">
                <a16:creationId xmlns:a16="http://schemas.microsoft.com/office/drawing/2014/main" id="{9AC0F823-DCA5-468B-A240-3F3F1F497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990600"/>
            <a:ext cx="1253490" cy="176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514B2844-C066-4E80-AB1C-51C3F4BCE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353831"/>
              </p:ext>
            </p:extLst>
          </p:nvPr>
        </p:nvGraphicFramePr>
        <p:xfrm>
          <a:off x="389546" y="2937616"/>
          <a:ext cx="3497262" cy="372555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29.  During which interval is the graph of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function below only increasing?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25FC0D77-97F3-4688-9F4A-07589528E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549582"/>
              </p:ext>
            </p:extLst>
          </p:nvPr>
        </p:nvGraphicFramePr>
        <p:xfrm>
          <a:off x="3810000" y="2946162"/>
          <a:ext cx="3421062" cy="179769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30.  What is a zero of the function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" name="Text Box 1359">
            <a:extLst>
              <a:ext uri="{FF2B5EF4-FFF2-40B4-BE49-F238E27FC236}">
                <a16:creationId xmlns:a16="http://schemas.microsoft.com/office/drawing/2014/main" id="{D7EA2368-7E1D-42AE-BA81-66B850A6F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19600"/>
            <a:ext cx="282003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C.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" name="Text Box 1359">
            <a:extLst>
              <a:ext uri="{FF2B5EF4-FFF2-40B4-BE49-F238E27FC236}">
                <a16:creationId xmlns:a16="http://schemas.microsoft.com/office/drawing/2014/main" id="{60908C19-BDDB-472E-B90F-E6F9ACB89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419600"/>
            <a:ext cx="282003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C.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3B3ABC3-F005-4EED-B0DB-3F830D8F3DA2}"/>
              </a:ext>
            </a:extLst>
          </p:cNvPr>
          <p:cNvSpPr/>
          <p:nvPr/>
        </p:nvSpPr>
        <p:spPr>
          <a:xfrm>
            <a:off x="398092" y="5190146"/>
            <a:ext cx="6096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31.  Which graph could represent the function                            where          ?</a:t>
            </a:r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F6A0F3A-5468-4C59-A845-8B35AEFBFDA4}"/>
              </a:ext>
            </a:extLst>
          </p:cNvPr>
          <p:cNvSpPr/>
          <p:nvPr/>
        </p:nvSpPr>
        <p:spPr>
          <a:xfrm>
            <a:off x="457200" y="5562600"/>
            <a:ext cx="3674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A.</a:t>
            </a:r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BB904BD-613B-4E6F-8651-E37CCBB24AC3}"/>
              </a:ext>
            </a:extLst>
          </p:cNvPr>
          <p:cNvSpPr/>
          <p:nvPr/>
        </p:nvSpPr>
        <p:spPr>
          <a:xfrm>
            <a:off x="2057400" y="5562600"/>
            <a:ext cx="32573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</a:t>
            </a:r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367EAF1-9C42-48D5-A108-04FB1716614C}"/>
              </a:ext>
            </a:extLst>
          </p:cNvPr>
          <p:cNvSpPr/>
          <p:nvPr/>
        </p:nvSpPr>
        <p:spPr>
          <a:xfrm>
            <a:off x="3810000" y="55626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</a:t>
            </a:r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CE93B4A-3D7D-4792-9F2B-4820DA666FED}"/>
              </a:ext>
            </a:extLst>
          </p:cNvPr>
          <p:cNvSpPr/>
          <p:nvPr/>
        </p:nvSpPr>
        <p:spPr>
          <a:xfrm>
            <a:off x="5486400" y="55626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A2FEE49-B288-4841-981E-338601E04DB3}"/>
              </a:ext>
            </a:extLst>
          </p:cNvPr>
          <p:cNvSpPr/>
          <p:nvPr/>
        </p:nvSpPr>
        <p:spPr>
          <a:xfrm>
            <a:off x="3827092" y="7256092"/>
            <a:ext cx="34881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33.  Which is an apparent root of the equation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graphed below?</a:t>
            </a:r>
            <a:endParaRPr lang="en-US" dirty="0"/>
          </a:p>
        </p:txBody>
      </p:sp>
      <p:sp>
        <p:nvSpPr>
          <p:cNvPr id="111" name="Text Box 1349">
            <a:extLst>
              <a:ext uri="{FF2B5EF4-FFF2-40B4-BE49-F238E27FC236}">
                <a16:creationId xmlns:a16="http://schemas.microsoft.com/office/drawing/2014/main" id="{52EC5E6D-4261-40DB-9FC6-57020E423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7924800"/>
            <a:ext cx="1066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9CDCA82-20C6-4575-B22A-9F97903E5A56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4114800" y="7848600"/>
            <a:ext cx="1765300" cy="1765300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3B6A0E04-8EE1-44BC-8D5A-6DF04EA85CF5}"/>
              </a:ext>
            </a:extLst>
          </p:cNvPr>
          <p:cNvSpPr/>
          <p:nvPr/>
        </p:nvSpPr>
        <p:spPr>
          <a:xfrm>
            <a:off x="406638" y="7263924"/>
            <a:ext cx="3479562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32.  Which of the following describes the end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behavior of the function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as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approaches infinity?</a:t>
            </a:r>
            <a:endParaRPr lang="en-US" dirty="0"/>
          </a:p>
        </p:txBody>
      </p:sp>
      <p:sp>
        <p:nvSpPr>
          <p:cNvPr id="114" name="Text Box 1477">
            <a:extLst>
              <a:ext uri="{FF2B5EF4-FFF2-40B4-BE49-F238E27FC236}">
                <a16:creationId xmlns:a16="http://schemas.microsoft.com/office/drawing/2014/main" id="{B07D342B-656F-4D28-9A5B-EAA5428A9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610600"/>
            <a:ext cx="1834515" cy="105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0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-4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approaches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508297AE-A3CF-4E39-9764-2D25C0E601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126193"/>
              </p:ext>
            </p:extLst>
          </p:nvPr>
        </p:nvGraphicFramePr>
        <p:xfrm>
          <a:off x="1219200" y="3429000"/>
          <a:ext cx="1739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6" name="Equation" r:id="rId10" imgW="1739880" imgH="228600" progId="Equation.DSMT4">
                  <p:embed/>
                </p:oleObj>
              </mc:Choice>
              <mc:Fallback>
                <p:oleObj name="Equation" r:id="rId10" imgW="1739880" imgH="22860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19200" y="3429000"/>
                        <a:ext cx="1739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59CFDA6E-10C1-4950-85B2-FF729F448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249134"/>
              </p:ext>
            </p:extLst>
          </p:nvPr>
        </p:nvGraphicFramePr>
        <p:xfrm>
          <a:off x="4876800" y="3429000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7" name="Equation" r:id="rId12" imgW="1054080" imgH="228600" progId="Equation.DSMT4">
                  <p:embed/>
                </p:oleObj>
              </mc:Choice>
              <mc:Fallback>
                <p:oleObj name="Equation" r:id="rId12" imgW="1054080" imgH="22860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76800" y="3429000"/>
                        <a:ext cx="1054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B68BD60D-B94C-4518-B6FA-48D9940F6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249688"/>
              </p:ext>
            </p:extLst>
          </p:nvPr>
        </p:nvGraphicFramePr>
        <p:xfrm>
          <a:off x="3716708" y="5215784"/>
          <a:ext cx="110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8" name="Equation" r:id="rId14" imgW="1104840" imgH="228600" progId="Equation.DSMT4">
                  <p:embed/>
                </p:oleObj>
              </mc:Choice>
              <mc:Fallback>
                <p:oleObj name="Equation" r:id="rId14" imgW="1104840" imgH="22860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16708" y="5215784"/>
                        <a:ext cx="110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E237F4D8-6AFE-4F0A-A060-261B2AF5CF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533746"/>
              </p:ext>
            </p:extLst>
          </p:nvPr>
        </p:nvGraphicFramePr>
        <p:xfrm>
          <a:off x="5351092" y="5232162"/>
          <a:ext cx="342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9" name="Equation" r:id="rId16" imgW="342720" imgH="177480" progId="Equation.DSMT4">
                  <p:embed/>
                </p:oleObj>
              </mc:Choice>
              <mc:Fallback>
                <p:oleObj name="Equation" r:id="rId16" imgW="342720" imgH="1774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351092" y="5232162"/>
                        <a:ext cx="342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1ADE8954-D034-4862-BF9D-63E9A054F7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819098"/>
              </p:ext>
            </p:extLst>
          </p:nvPr>
        </p:nvGraphicFramePr>
        <p:xfrm>
          <a:off x="2514600" y="7442676"/>
          <a:ext cx="927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0" name="Equation" r:id="rId18" imgW="927000" imgH="241200" progId="Equation.DSMT4">
                  <p:embed/>
                </p:oleObj>
              </mc:Choice>
              <mc:Fallback>
                <p:oleObj name="Equation" r:id="rId18" imgW="927000" imgH="24120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14600" y="7442676"/>
                        <a:ext cx="927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941C153B-D40E-4145-8E9F-01680AE42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489112"/>
              </p:ext>
            </p:extLst>
          </p:nvPr>
        </p:nvGraphicFramePr>
        <p:xfrm>
          <a:off x="6324600" y="947870"/>
          <a:ext cx="774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1" name="Equation" r:id="rId20" imgW="774360" imgH="368280" progId="Equation.DSMT4">
                  <p:embed/>
                </p:oleObj>
              </mc:Choice>
              <mc:Fallback>
                <p:oleObj name="Equation" r:id="rId20" imgW="774360" imgH="3682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324600" y="947870"/>
                        <a:ext cx="774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A9D10DE7-B5E5-4533-BDB8-EDA82F2ED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242872"/>
              </p:ext>
            </p:extLst>
          </p:nvPr>
        </p:nvGraphicFramePr>
        <p:xfrm>
          <a:off x="6324600" y="1397238"/>
          <a:ext cx="774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2" name="Equation" r:id="rId22" imgW="774360" imgH="368280" progId="Equation.DSMT4">
                  <p:embed/>
                </p:oleObj>
              </mc:Choice>
              <mc:Fallback>
                <p:oleObj name="Equation" r:id="rId22" imgW="774360" imgH="3682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324600" y="1397238"/>
                        <a:ext cx="774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D881219E-129F-4A1E-82CD-FCB7303A9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612503"/>
              </p:ext>
            </p:extLst>
          </p:nvPr>
        </p:nvGraphicFramePr>
        <p:xfrm>
          <a:off x="6324600" y="1828800"/>
          <a:ext cx="774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3" name="Equation" r:id="rId24" imgW="774360" imgH="368280" progId="Equation.DSMT4">
                  <p:embed/>
                </p:oleObj>
              </mc:Choice>
              <mc:Fallback>
                <p:oleObj name="Equation" r:id="rId24" imgW="774360" imgH="3682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24600" y="1828800"/>
                        <a:ext cx="774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3FA0B1FB-1EEC-4978-A150-57F3884A4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640796"/>
              </p:ext>
            </p:extLst>
          </p:nvPr>
        </p:nvGraphicFramePr>
        <p:xfrm>
          <a:off x="6324600" y="2252530"/>
          <a:ext cx="774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4" name="Equation" r:id="rId26" imgW="774360" imgH="368280" progId="Equation.DSMT4">
                  <p:embed/>
                </p:oleObj>
              </mc:Choice>
              <mc:Fallback>
                <p:oleObj name="Equation" r:id="rId26" imgW="774360" imgH="36828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324600" y="2252530"/>
                        <a:ext cx="774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726403FF-3801-4466-997B-4E6C218D4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63707"/>
              </p:ext>
            </p:extLst>
          </p:nvPr>
        </p:nvGraphicFramePr>
        <p:xfrm>
          <a:off x="982768" y="4538530"/>
          <a:ext cx="6731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5" name="Equation" r:id="rId28" imgW="672840" imgH="139680" progId="Equation.DSMT4">
                  <p:embed/>
                </p:oleObj>
              </mc:Choice>
              <mc:Fallback>
                <p:oleObj name="Equation" r:id="rId28" imgW="672840" imgH="13968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82768" y="4538530"/>
                        <a:ext cx="6731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8DA9116B-B7D2-41FB-BC6B-0D266FE1B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487432"/>
              </p:ext>
            </p:extLst>
          </p:nvPr>
        </p:nvGraphicFramePr>
        <p:xfrm>
          <a:off x="982054" y="4834784"/>
          <a:ext cx="723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6" name="Equation" r:id="rId30" imgW="723600" imgH="177480" progId="Equation.DSMT4">
                  <p:embed/>
                </p:oleObj>
              </mc:Choice>
              <mc:Fallback>
                <p:oleObj name="Equation" r:id="rId30" imgW="723600" imgH="1774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82054" y="4834784"/>
                        <a:ext cx="723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D33DD0E5-8610-4557-8BFC-4F4998006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274058"/>
              </p:ext>
            </p:extLst>
          </p:nvPr>
        </p:nvGraphicFramePr>
        <p:xfrm>
          <a:off x="2286000" y="4495800"/>
          <a:ext cx="698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7" name="Equation" r:id="rId32" imgW="698400" imgH="177480" progId="Equation.DSMT4">
                  <p:embed/>
                </p:oleObj>
              </mc:Choice>
              <mc:Fallback>
                <p:oleObj name="Equation" r:id="rId32" imgW="698400" imgH="1774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286000" y="4495800"/>
                        <a:ext cx="698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F14D7BB5-9946-4098-B824-DC5C8C4D2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417825"/>
              </p:ext>
            </p:extLst>
          </p:nvPr>
        </p:nvGraphicFramePr>
        <p:xfrm>
          <a:off x="2286000" y="4834784"/>
          <a:ext cx="647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8" name="Equation" r:id="rId34" imgW="647640" imgH="177480" progId="Equation.DSMT4">
                  <p:embed/>
                </p:oleObj>
              </mc:Choice>
              <mc:Fallback>
                <p:oleObj name="Equation" r:id="rId34" imgW="647640" imgH="17748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286000" y="4834784"/>
                        <a:ext cx="647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E5F9E906-DB4E-4BC3-B1C6-9E0BDD724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73867"/>
              </p:ext>
            </p:extLst>
          </p:nvPr>
        </p:nvGraphicFramePr>
        <p:xfrm>
          <a:off x="4504346" y="4504346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9" name="Equation" r:id="rId36" imgW="406080" imgH="177480" progId="Equation.DSMT4">
                  <p:embed/>
                </p:oleObj>
              </mc:Choice>
              <mc:Fallback>
                <p:oleObj name="Equation" r:id="rId36" imgW="406080" imgH="1774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504346" y="4504346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BB999465-F4FA-4614-8879-2924151033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794879"/>
              </p:ext>
            </p:extLst>
          </p:nvPr>
        </p:nvGraphicFramePr>
        <p:xfrm>
          <a:off x="4495800" y="487680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0" name="Equation" r:id="rId38" imgW="330120" imgH="177480" progId="Equation.DSMT4">
                  <p:embed/>
                </p:oleObj>
              </mc:Choice>
              <mc:Fallback>
                <p:oleObj name="Equation" r:id="rId38" imgW="330120" imgH="17748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95800" y="487680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AA863D3D-3CA6-4D9F-A326-79B9587F6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507443"/>
              </p:ext>
            </p:extLst>
          </p:nvPr>
        </p:nvGraphicFramePr>
        <p:xfrm>
          <a:off x="5850308" y="4504346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1" name="Equation" r:id="rId40" imgW="406080" imgH="177480" progId="Equation.DSMT4">
                  <p:embed/>
                </p:oleObj>
              </mc:Choice>
              <mc:Fallback>
                <p:oleObj name="Equation" r:id="rId40" imgW="406080" imgH="17748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850308" y="4504346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E598ADF0-383E-4598-941E-769369AEBE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74137"/>
              </p:ext>
            </p:extLst>
          </p:nvPr>
        </p:nvGraphicFramePr>
        <p:xfrm>
          <a:off x="5867400" y="487680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2" name="Equation" r:id="rId42" imgW="330120" imgH="177480" progId="Equation.DSMT4">
                  <p:embed/>
                </p:oleObj>
              </mc:Choice>
              <mc:Fallback>
                <p:oleObj name="Equation" r:id="rId42" imgW="330120" imgH="17748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867400" y="487680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2" name="Picture 131">
            <a:extLst>
              <a:ext uri="{FF2B5EF4-FFF2-40B4-BE49-F238E27FC236}">
                <a16:creationId xmlns:a16="http://schemas.microsoft.com/office/drawing/2014/main" id="{F6881334-24B3-43D9-A7EA-354D37A69459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7816" y="5562600"/>
            <a:ext cx="1409700" cy="1543050"/>
          </a:xfrm>
          <a:prstGeom prst="rect">
            <a:avLst/>
          </a:prstGeom>
        </p:spPr>
      </p:pic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8E23AFDF-BBB0-449F-82EB-D3CBA0E64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169796"/>
              </p:ext>
            </p:extLst>
          </p:nvPr>
        </p:nvGraphicFramePr>
        <p:xfrm>
          <a:off x="1066800" y="8661876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3" name="Equation" r:id="rId45" imgW="342720" imgH="228600" progId="Equation.DSMT4">
                  <p:embed/>
                </p:oleObj>
              </mc:Choice>
              <mc:Fallback>
                <p:oleObj name="Equation" r:id="rId45" imgW="342720" imgH="228600" progId="Equation.DSMT4">
                  <p:embed/>
                  <p:pic>
                    <p:nvPicPr>
                      <p:cNvPr id="82" name="Object 81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066800" y="8661876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7901F660-190B-495F-80B6-AD799E8C5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690588"/>
              </p:ext>
            </p:extLst>
          </p:nvPr>
        </p:nvGraphicFramePr>
        <p:xfrm>
          <a:off x="1066800" y="8881930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4" name="Equation" r:id="rId47" imgW="342720" imgH="228600" progId="Equation.DSMT4">
                  <p:embed/>
                </p:oleObj>
              </mc:Choice>
              <mc:Fallback>
                <p:oleObj name="Equation" r:id="rId47" imgW="342720" imgH="228600" progId="Equation.DSMT4">
                  <p:embed/>
                  <p:pic>
                    <p:nvPicPr>
                      <p:cNvPr id="83" name="Object 82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066800" y="8881930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F6262E6C-B3C6-473D-8E6F-B3205CB26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362971"/>
              </p:ext>
            </p:extLst>
          </p:nvPr>
        </p:nvGraphicFramePr>
        <p:xfrm>
          <a:off x="1075346" y="9093438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5" name="Equation" r:id="rId48" imgW="342720" imgH="228600" progId="Equation.DSMT4">
                  <p:embed/>
                </p:oleObj>
              </mc:Choice>
              <mc:Fallback>
                <p:oleObj name="Equation" r:id="rId48" imgW="342720" imgH="22860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075346" y="9093438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725332A8-AD70-43AF-B290-0D7B12272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215140"/>
              </p:ext>
            </p:extLst>
          </p:nvPr>
        </p:nvGraphicFramePr>
        <p:xfrm>
          <a:off x="1075346" y="9322038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6" name="Equation" r:id="rId49" imgW="342720" imgH="228600" progId="Equation.DSMT4">
                  <p:embed/>
                </p:oleObj>
              </mc:Choice>
              <mc:Fallback>
                <p:oleObj name="Equation" r:id="rId49" imgW="342720" imgH="22860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075346" y="9322038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1D5AA4BC-0AAC-40EF-BBD1-FF26F4B2E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626229"/>
              </p:ext>
            </p:extLst>
          </p:nvPr>
        </p:nvGraphicFramePr>
        <p:xfrm>
          <a:off x="2133600" y="9144000"/>
          <a:ext cx="1524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7" name="Equation" r:id="rId50" imgW="152280" imgH="126720" progId="Equation.DSMT4">
                  <p:embed/>
                </p:oleObj>
              </mc:Choice>
              <mc:Fallback>
                <p:oleObj name="Equation" r:id="rId50" imgW="152280" imgH="12672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133600" y="9144000"/>
                        <a:ext cx="1524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827ADDA2-4672-4D52-AE68-BD6190199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783989"/>
              </p:ext>
            </p:extLst>
          </p:nvPr>
        </p:nvGraphicFramePr>
        <p:xfrm>
          <a:off x="2167070" y="9364054"/>
          <a:ext cx="2286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8" name="Equation" r:id="rId52" imgW="228600" imgH="126720" progId="Equation.DSMT4">
                  <p:embed/>
                </p:oleObj>
              </mc:Choice>
              <mc:Fallback>
                <p:oleObj name="Equation" r:id="rId52" imgW="228600" imgH="126720" progId="Equation.DSMT4">
                  <p:embed/>
                  <p:pic>
                    <p:nvPicPr>
                      <p:cNvPr id="87" name="Object 86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2167070" y="9364054"/>
                        <a:ext cx="2286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21C7F1E3-A61F-4449-8E67-2B60C2ADB4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152282"/>
              </p:ext>
            </p:extLst>
          </p:nvPr>
        </p:nvGraphicFramePr>
        <p:xfrm>
          <a:off x="6477000" y="7882784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49" name="Equation" r:id="rId54" imgW="139680" imgH="368280" progId="Equation.DSMT4">
                  <p:embed/>
                </p:oleObj>
              </mc:Choice>
              <mc:Fallback>
                <p:oleObj name="Equation" r:id="rId54" imgW="139680" imgH="36828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6477000" y="7882784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139">
            <a:extLst>
              <a:ext uri="{FF2B5EF4-FFF2-40B4-BE49-F238E27FC236}">
                <a16:creationId xmlns:a16="http://schemas.microsoft.com/office/drawing/2014/main" id="{03632133-5FE7-44D2-BCEC-3C41594CE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789134"/>
              </p:ext>
            </p:extLst>
          </p:nvPr>
        </p:nvGraphicFramePr>
        <p:xfrm>
          <a:off x="6400800" y="830580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50" name="Equation" r:id="rId56" imgW="241200" imgH="368280" progId="Equation.DSMT4">
                  <p:embed/>
                </p:oleObj>
              </mc:Choice>
              <mc:Fallback>
                <p:oleObj name="Equation" r:id="rId56" imgW="241200" imgH="36828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6400800" y="830580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14EB3987-9D4C-4DAA-B5AB-2C73732E9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130228"/>
              </p:ext>
            </p:extLst>
          </p:nvPr>
        </p:nvGraphicFramePr>
        <p:xfrm>
          <a:off x="6409346" y="8797184"/>
          <a:ext cx="217370" cy="17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51" name="Equation" r:id="rId58" imgW="203040" imgH="164880" progId="Equation.DSMT4">
                  <p:embed/>
                </p:oleObj>
              </mc:Choice>
              <mc:Fallback>
                <p:oleObj name="Equation" r:id="rId58" imgW="203040" imgH="16488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6409346" y="8797184"/>
                        <a:ext cx="217370" cy="17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01E69B56-BC7D-4B85-A948-728500E9A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419271"/>
              </p:ext>
            </p:extLst>
          </p:nvPr>
        </p:nvGraphicFramePr>
        <p:xfrm>
          <a:off x="6477000" y="9211654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52" name="Equation" r:id="rId60" imgW="126720" imgH="164880" progId="Equation.DSMT4">
                  <p:embed/>
                </p:oleObj>
              </mc:Choice>
              <mc:Fallback>
                <p:oleObj name="Equation" r:id="rId60" imgW="126720" imgH="16488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6477000" y="9211654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C9FF536F-FD2C-4717-AA62-A217CA10F33E}"/>
              </a:ext>
            </a:extLst>
          </p:cNvPr>
          <p:cNvSpPr/>
          <p:nvPr/>
        </p:nvSpPr>
        <p:spPr>
          <a:xfrm>
            <a:off x="400878" y="427383"/>
            <a:ext cx="34091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34. Which function does not have a range of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the real numbers less than or equal to 0?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6AA17F6-C598-4E73-B475-DE3C155F1639}"/>
              </a:ext>
            </a:extLst>
          </p:cNvPr>
          <p:cNvSpPr/>
          <p:nvPr/>
        </p:nvSpPr>
        <p:spPr>
          <a:xfrm>
            <a:off x="3829878" y="427383"/>
            <a:ext cx="34853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35. What is the equation of the horizontal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asymptote of the function                       ?</a:t>
            </a:r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D93A9AE-B0C1-41F7-8CE5-925CDECAA6D2}"/>
              </a:ext>
            </a:extLst>
          </p:cNvPr>
          <p:cNvSpPr/>
          <p:nvPr/>
        </p:nvSpPr>
        <p:spPr>
          <a:xfrm>
            <a:off x="400878" y="2501349"/>
            <a:ext cx="35012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36. Which function best represents this graph?</a:t>
            </a:r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D2E6732-BDA1-4A8A-8194-BCD13380D7DA}"/>
              </a:ext>
            </a:extLst>
          </p:cNvPr>
          <p:cNvSpPr/>
          <p:nvPr/>
        </p:nvSpPr>
        <p:spPr>
          <a:xfrm>
            <a:off x="3826566" y="2484783"/>
            <a:ext cx="34886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37. Which function has no restrictions in its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domain? </a:t>
            </a:r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B4E9F58-776A-46ED-A753-A4A9412C3EBD}"/>
              </a:ext>
            </a:extLst>
          </p:cNvPr>
          <p:cNvSpPr/>
          <p:nvPr/>
        </p:nvSpPr>
        <p:spPr>
          <a:xfrm>
            <a:off x="407505" y="4962939"/>
            <a:ext cx="347869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38.  Comparing the function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to its parent function, which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transformation did not take place?</a:t>
            </a:r>
            <a:endParaRPr lang="en-US" dirty="0"/>
          </a:p>
        </p:txBody>
      </p:sp>
      <p:sp>
        <p:nvSpPr>
          <p:cNvPr id="80" name="Text Box 1489">
            <a:extLst>
              <a:ext uri="{FF2B5EF4-FFF2-40B4-BE49-F238E27FC236}">
                <a16:creationId xmlns:a16="http://schemas.microsoft.com/office/drawing/2014/main" id="{52BA52A1-6DCF-4B6B-A0F9-31E8FA02F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67400"/>
            <a:ext cx="2206625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translation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horizontal translation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compression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vertical stretch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8D75CE2-1DBC-4187-872E-9F0E58B380B4}"/>
              </a:ext>
            </a:extLst>
          </p:cNvPr>
          <p:cNvSpPr/>
          <p:nvPr/>
        </p:nvSpPr>
        <p:spPr>
          <a:xfrm>
            <a:off x="3829878" y="4959627"/>
            <a:ext cx="348532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39.  Which function decreases through the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interval                 and approaches       as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approaches     ? </a:t>
            </a:r>
            <a:endParaRPr lang="en-US" dirty="0"/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15073DD8-96CE-4EEF-A26E-624ECB15E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017667"/>
              </p:ext>
            </p:extLst>
          </p:nvPr>
        </p:nvGraphicFramePr>
        <p:xfrm>
          <a:off x="390939" y="6980583"/>
          <a:ext cx="3421062" cy="372555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40.  Which gives the vertical and horizontal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asymptote of the following function?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ED47CF4F-A207-423B-80A9-FE4BAB195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20474"/>
              </p:ext>
            </p:extLst>
          </p:nvPr>
        </p:nvGraphicFramePr>
        <p:xfrm>
          <a:off x="3810000" y="6990522"/>
          <a:ext cx="3421062" cy="372555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41. What is the solution set for the following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system of equations?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" name="Text Box 1480">
            <a:extLst>
              <a:ext uri="{FF2B5EF4-FFF2-40B4-BE49-F238E27FC236}">
                <a16:creationId xmlns:a16="http://schemas.microsoft.com/office/drawing/2014/main" id="{ECEB56D3-4D2A-467C-804C-B590FE893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382000"/>
            <a:ext cx="1834515" cy="122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5" name="Text Box 1480">
            <a:extLst>
              <a:ext uri="{FF2B5EF4-FFF2-40B4-BE49-F238E27FC236}">
                <a16:creationId xmlns:a16="http://schemas.microsoft.com/office/drawing/2014/main" id="{D4C079AF-F456-4031-B3D9-CE27CBC8F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15000"/>
            <a:ext cx="1834515" cy="122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6" name="Text Box 1480">
            <a:extLst>
              <a:ext uri="{FF2B5EF4-FFF2-40B4-BE49-F238E27FC236}">
                <a16:creationId xmlns:a16="http://schemas.microsoft.com/office/drawing/2014/main" id="{E71A4313-FB20-4E31-91C2-09DC54300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895600"/>
            <a:ext cx="1295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Text Box 1480">
            <a:extLst>
              <a:ext uri="{FF2B5EF4-FFF2-40B4-BE49-F238E27FC236}">
                <a16:creationId xmlns:a16="http://schemas.microsoft.com/office/drawing/2014/main" id="{DE3FC28A-0C69-4E91-9662-811049FF5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657600"/>
            <a:ext cx="1834515" cy="122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8" name="Text Box 1480">
            <a:extLst>
              <a:ext uri="{FF2B5EF4-FFF2-40B4-BE49-F238E27FC236}">
                <a16:creationId xmlns:a16="http://schemas.microsoft.com/office/drawing/2014/main" id="{769DD810-7CAC-44E5-BE9E-034C911AC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219200"/>
            <a:ext cx="1834515" cy="122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Text Box 1480">
            <a:extLst>
              <a:ext uri="{FF2B5EF4-FFF2-40B4-BE49-F238E27FC236}">
                <a16:creationId xmlns:a16="http://schemas.microsoft.com/office/drawing/2014/main" id="{8062502D-8EC8-4435-B02F-7E3F87AF6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1834515" cy="122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A663CC7E-9803-4C39-B2BB-EF879D941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819400"/>
            <a:ext cx="1933575" cy="1990725"/>
          </a:xfrm>
          <a:prstGeom prst="rect">
            <a:avLst/>
          </a:prstGeom>
        </p:spPr>
      </p:pic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C1520261-9B00-4616-9F6C-8D78FB0E6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889033"/>
              </p:ext>
            </p:extLst>
          </p:nvPr>
        </p:nvGraphicFramePr>
        <p:xfrm>
          <a:off x="990600" y="1229139"/>
          <a:ext cx="990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5" name="Equation" r:id="rId5" imgW="990360" imgH="253800" progId="Equation.DSMT4">
                  <p:embed/>
                </p:oleObj>
              </mc:Choice>
              <mc:Fallback>
                <p:oleObj name="Equation" r:id="rId5" imgW="990360" imgH="2538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0600" y="1229139"/>
                        <a:ext cx="990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F212FFC9-E540-48FE-A8C4-869C7D78B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623218"/>
              </p:ext>
            </p:extLst>
          </p:nvPr>
        </p:nvGraphicFramePr>
        <p:xfrm>
          <a:off x="990600" y="1560444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6" name="Equation" r:id="rId7" imgW="888840" imgH="228600" progId="Equation.DSMT4">
                  <p:embed/>
                </p:oleObj>
              </mc:Choice>
              <mc:Fallback>
                <p:oleObj name="Equation" r:id="rId7" imgW="888840" imgH="2286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0600" y="1560444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287EFAFC-03CE-40E7-A8CE-9CEF91FE70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24944"/>
              </p:ext>
            </p:extLst>
          </p:nvPr>
        </p:nvGraphicFramePr>
        <p:xfrm>
          <a:off x="970722" y="1828800"/>
          <a:ext cx="939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7" name="Equation" r:id="rId9" imgW="939600" imgH="241200" progId="Equation.DSMT4">
                  <p:embed/>
                </p:oleObj>
              </mc:Choice>
              <mc:Fallback>
                <p:oleObj name="Equation" r:id="rId9" imgW="939600" imgH="24120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0722" y="1828800"/>
                        <a:ext cx="939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03B1211F-3E6E-4A73-AE25-FFED7F251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052431"/>
              </p:ext>
            </p:extLst>
          </p:nvPr>
        </p:nvGraphicFramePr>
        <p:xfrm>
          <a:off x="990600" y="2133600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8" name="Equation" r:id="rId11" imgW="1041120" imgH="228600" progId="Equation.DSMT4">
                  <p:embed/>
                </p:oleObj>
              </mc:Choice>
              <mc:Fallback>
                <p:oleObj name="Equation" r:id="rId11" imgW="1041120" imgH="22860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0600" y="2133600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045187A7-6B20-47E1-827D-E2E7FFBCD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261348"/>
              </p:ext>
            </p:extLst>
          </p:nvPr>
        </p:nvGraphicFramePr>
        <p:xfrm>
          <a:off x="4465983" y="1268895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9" name="Equation" r:id="rId13" imgW="342720" imgH="203040" progId="Equation.DSMT4">
                  <p:embed/>
                </p:oleObj>
              </mc:Choice>
              <mc:Fallback>
                <p:oleObj name="Equation" r:id="rId13" imgW="342720" imgH="20304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65983" y="1268895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7A80818C-D3A4-48C6-A3F2-9E1223224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291964"/>
              </p:ext>
            </p:extLst>
          </p:nvPr>
        </p:nvGraphicFramePr>
        <p:xfrm>
          <a:off x="4465983" y="1573695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0" name="Equation" r:id="rId15" imgW="342720" imgH="203040" progId="Equation.DSMT4">
                  <p:embed/>
                </p:oleObj>
              </mc:Choice>
              <mc:Fallback>
                <p:oleObj name="Equation" r:id="rId15" imgW="342720" imgH="20304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65983" y="1573695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45FC5F3D-EB90-406E-8B8B-F5F4BC346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71124"/>
              </p:ext>
            </p:extLst>
          </p:nvPr>
        </p:nvGraphicFramePr>
        <p:xfrm>
          <a:off x="4475922" y="1858617"/>
          <a:ext cx="330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1" name="Equation" r:id="rId17" imgW="330120" imgH="203040" progId="Equation.DSMT4">
                  <p:embed/>
                </p:oleObj>
              </mc:Choice>
              <mc:Fallback>
                <p:oleObj name="Equation" r:id="rId17" imgW="330120" imgH="20304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75922" y="1858617"/>
                        <a:ext cx="330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419884DD-8121-43C8-807B-AC0A7D517A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324834"/>
              </p:ext>
            </p:extLst>
          </p:nvPr>
        </p:nvGraphicFramePr>
        <p:xfrm>
          <a:off x="4456044" y="2143539"/>
          <a:ext cx="419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2" name="Equation" r:id="rId19" imgW="419040" imgH="203040" progId="Equation.DSMT4">
                  <p:embed/>
                </p:oleObj>
              </mc:Choice>
              <mc:Fallback>
                <p:oleObj name="Equation" r:id="rId19" imgW="419040" imgH="20304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56044" y="2143539"/>
                        <a:ext cx="419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1CBDB484-59C5-4600-AB99-AF6AF9FBB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114807"/>
              </p:ext>
            </p:extLst>
          </p:nvPr>
        </p:nvGraphicFramePr>
        <p:xfrm>
          <a:off x="2743200" y="2819400"/>
          <a:ext cx="97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3" name="Equation" r:id="rId21" imgW="977760" imgH="431640" progId="Equation.DSMT4">
                  <p:embed/>
                </p:oleObj>
              </mc:Choice>
              <mc:Fallback>
                <p:oleObj name="Equation" r:id="rId21" imgW="977760" imgH="43164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43200" y="2819400"/>
                        <a:ext cx="977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82098EA8-CCFC-4189-B66C-A4441FEC67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844700"/>
              </p:ext>
            </p:extLst>
          </p:nvPr>
        </p:nvGraphicFramePr>
        <p:xfrm>
          <a:off x="2743200" y="3296478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4" name="Equation" r:id="rId23" imgW="850680" imgH="431640" progId="Equation.DSMT4">
                  <p:embed/>
                </p:oleObj>
              </mc:Choice>
              <mc:Fallback>
                <p:oleObj name="Equation" r:id="rId23" imgW="850680" imgH="43164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43200" y="3296478"/>
                        <a:ext cx="850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B4AF02FC-A84C-4884-9DF6-C0F2E7767F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336920"/>
              </p:ext>
            </p:extLst>
          </p:nvPr>
        </p:nvGraphicFramePr>
        <p:xfrm>
          <a:off x="2723322" y="3780183"/>
          <a:ext cx="977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5" name="Equation" r:id="rId25" imgW="977760" imgH="431640" progId="Equation.DSMT4">
                  <p:embed/>
                </p:oleObj>
              </mc:Choice>
              <mc:Fallback>
                <p:oleObj name="Equation" r:id="rId25" imgW="977760" imgH="43164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23322" y="3780183"/>
                        <a:ext cx="977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14007D4F-445A-4DD5-930C-3DC975EE6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242481"/>
              </p:ext>
            </p:extLst>
          </p:nvPr>
        </p:nvGraphicFramePr>
        <p:xfrm>
          <a:off x="2743200" y="4267200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6" name="Equation" r:id="rId27" imgW="850680" imgH="431640" progId="Equation.DSMT4">
                  <p:embed/>
                </p:oleObj>
              </mc:Choice>
              <mc:Fallback>
                <p:oleObj name="Equation" r:id="rId27" imgW="850680" imgH="43164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43200" y="4267200"/>
                        <a:ext cx="850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8EA53377-BB6F-45B6-8B0F-82CFC5782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472960"/>
              </p:ext>
            </p:extLst>
          </p:nvPr>
        </p:nvGraphicFramePr>
        <p:xfrm>
          <a:off x="4416288" y="3703983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7" name="Equation" r:id="rId29" imgW="1041120" imgH="228600" progId="Equation.DSMT4">
                  <p:embed/>
                </p:oleObj>
              </mc:Choice>
              <mc:Fallback>
                <p:oleObj name="Equation" r:id="rId29" imgW="1041120" imgH="22860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16288" y="3703983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173C942C-08C2-400C-8F5C-412D78AE1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786334"/>
              </p:ext>
            </p:extLst>
          </p:nvPr>
        </p:nvGraphicFramePr>
        <p:xfrm>
          <a:off x="4419600" y="3988905"/>
          <a:ext cx="850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8" name="Equation" r:id="rId31" imgW="850680" imgH="241200" progId="Equation.DSMT4">
                  <p:embed/>
                </p:oleObj>
              </mc:Choice>
              <mc:Fallback>
                <p:oleObj name="Equation" r:id="rId31" imgW="850680" imgH="24120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419600" y="3988905"/>
                        <a:ext cx="850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DAE9FEF7-58DA-43F6-8172-1028D4BF3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465778"/>
              </p:ext>
            </p:extLst>
          </p:nvPr>
        </p:nvGraphicFramePr>
        <p:xfrm>
          <a:off x="4409661" y="4277139"/>
          <a:ext cx="850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9" name="Equation" r:id="rId33" imgW="850680" imgH="241200" progId="Equation.DSMT4">
                  <p:embed/>
                </p:oleObj>
              </mc:Choice>
              <mc:Fallback>
                <p:oleObj name="Equation" r:id="rId33" imgW="850680" imgH="24120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409661" y="4277139"/>
                        <a:ext cx="850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885EB3FA-2A52-4BB1-A19E-F7ABF11467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358017"/>
              </p:ext>
            </p:extLst>
          </p:nvPr>
        </p:nvGraphicFramePr>
        <p:xfrm>
          <a:off x="4419600" y="4495800"/>
          <a:ext cx="774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" name="Equation" r:id="rId35" imgW="774360" imgH="368280" progId="Equation.DSMT4">
                  <p:embed/>
                </p:oleObj>
              </mc:Choice>
              <mc:Fallback>
                <p:oleObj name="Equation" r:id="rId35" imgW="774360" imgH="36828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419600" y="4495800"/>
                        <a:ext cx="774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D3245639-4B67-46D9-B996-A39A2A223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772255"/>
              </p:ext>
            </p:extLst>
          </p:nvPr>
        </p:nvGraphicFramePr>
        <p:xfrm>
          <a:off x="4419600" y="5754756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1" name="Equation" r:id="rId37" imgW="1079280" imgH="228600" progId="Equation.DSMT4">
                  <p:embed/>
                </p:oleObj>
              </mc:Choice>
              <mc:Fallback>
                <p:oleObj name="Equation" r:id="rId37" imgW="1079280" imgH="22860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419600" y="5754756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EBFE8A73-39BF-4941-A628-D776E3503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149290"/>
              </p:ext>
            </p:extLst>
          </p:nvPr>
        </p:nvGraphicFramePr>
        <p:xfrm>
          <a:off x="4419600" y="6049617"/>
          <a:ext cx="1168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2" name="Equation" r:id="rId39" imgW="1168200" imgH="228600" progId="Equation.DSMT4">
                  <p:embed/>
                </p:oleObj>
              </mc:Choice>
              <mc:Fallback>
                <p:oleObj name="Equation" r:id="rId39" imgW="1168200" imgH="22860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419600" y="6049617"/>
                        <a:ext cx="1168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37454960-534E-4D7F-A86B-F788CAC2A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686859"/>
              </p:ext>
            </p:extLst>
          </p:nvPr>
        </p:nvGraphicFramePr>
        <p:xfrm>
          <a:off x="4419600" y="6334539"/>
          <a:ext cx="142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3" name="Equation" r:id="rId41" imgW="1422360" imgH="228600" progId="Equation.DSMT4">
                  <p:embed/>
                </p:oleObj>
              </mc:Choice>
              <mc:Fallback>
                <p:oleObj name="Equation" r:id="rId41" imgW="1422360" imgH="22860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419600" y="6334539"/>
                        <a:ext cx="142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670D55B0-6096-498E-BB1C-1F66BFD1FD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186297"/>
              </p:ext>
            </p:extLst>
          </p:nvPr>
        </p:nvGraphicFramePr>
        <p:xfrm>
          <a:off x="4419600" y="6629400"/>
          <a:ext cx="151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4" name="Equation" r:id="rId43" imgW="1511280" imgH="228600" progId="Equation.DSMT4">
                  <p:embed/>
                </p:oleObj>
              </mc:Choice>
              <mc:Fallback>
                <p:oleObj name="Equation" r:id="rId43" imgW="1511280" imgH="22860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419600" y="6629400"/>
                        <a:ext cx="151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01FAB535-370E-4AF1-9AED-C833A867DE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30553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5" name="Equation" r:id="rId45" imgW="114120" imgH="164880" progId="Equation.DSMT4">
                  <p:embed/>
                </p:oleObj>
              </mc:Choice>
              <mc:Fallback>
                <p:oleObj name="Equation" r:id="rId45" imgW="114120" imgH="1648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ext Box 1491">
            <a:extLst>
              <a:ext uri="{FF2B5EF4-FFF2-40B4-BE49-F238E27FC236}">
                <a16:creationId xmlns:a16="http://schemas.microsoft.com/office/drawing/2014/main" id="{E4F1CD82-2FE0-44B7-B252-0667FF29A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382000"/>
            <a:ext cx="213741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     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9F29C1D0-E9F6-4676-B304-0E46E9A94B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406680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6" name="Equation" r:id="rId47" imgW="114120" imgH="164880" progId="Equation.DSMT4">
                  <p:embed/>
                </p:oleObj>
              </mc:Choice>
              <mc:Fallback>
                <p:oleObj name="Equation" r:id="rId47" imgW="114120" imgH="1648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F4F9D271-43DC-43E7-86B5-8827A4612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419625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7" name="Equation" r:id="rId49" imgW="114120" imgH="164880" progId="Equation.DSMT4">
                  <p:embed/>
                </p:oleObj>
              </mc:Choice>
              <mc:Fallback>
                <p:oleObj name="Equation" r:id="rId49" imgW="114120" imgH="1648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395D17CD-9139-4480-AFDC-35199870F4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297044"/>
              </p:ext>
            </p:extLst>
          </p:nvPr>
        </p:nvGraphicFramePr>
        <p:xfrm>
          <a:off x="1066800" y="8448261"/>
          <a:ext cx="419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8" name="Equation" r:id="rId51" imgW="419040" imgH="177480" progId="Equation.DSMT4">
                  <p:embed/>
                </p:oleObj>
              </mc:Choice>
              <mc:Fallback>
                <p:oleObj name="Equation" r:id="rId51" imgW="419040" imgH="1774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066800" y="8448261"/>
                        <a:ext cx="419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1701F717-DBEE-49AA-8EEC-1298283F13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987209"/>
              </p:ext>
            </p:extLst>
          </p:nvPr>
        </p:nvGraphicFramePr>
        <p:xfrm>
          <a:off x="1739349" y="8743122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9" name="Equation" r:id="rId53" imgW="342720" imgH="203040" progId="Equation.DSMT4">
                  <p:embed/>
                </p:oleObj>
              </mc:Choice>
              <mc:Fallback>
                <p:oleObj name="Equation" r:id="rId53" imgW="342720" imgH="20304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739349" y="8743122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481B4384-AF04-4AC8-9815-412411C13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56628"/>
              </p:ext>
            </p:extLst>
          </p:nvPr>
        </p:nvGraphicFramePr>
        <p:xfrm>
          <a:off x="1798983" y="8438322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0" name="Equation" r:id="rId55" imgW="342720" imgH="203040" progId="Equation.DSMT4">
                  <p:embed/>
                </p:oleObj>
              </mc:Choice>
              <mc:Fallback>
                <p:oleObj name="Equation" r:id="rId55" imgW="342720" imgH="20304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798983" y="8438322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D07CF908-6236-4185-875C-74621D375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607726"/>
              </p:ext>
            </p:extLst>
          </p:nvPr>
        </p:nvGraphicFramePr>
        <p:xfrm>
          <a:off x="1066800" y="8743122"/>
          <a:ext cx="342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1" name="Equation" r:id="rId56" imgW="342720" imgH="177480" progId="Equation.DSMT4">
                  <p:embed/>
                </p:oleObj>
              </mc:Choice>
              <mc:Fallback>
                <p:oleObj name="Equation" r:id="rId56" imgW="342720" imgH="1774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066800" y="8743122"/>
                        <a:ext cx="342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D023594E-2599-4921-859D-8566A519CC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342468"/>
              </p:ext>
            </p:extLst>
          </p:nvPr>
        </p:nvGraphicFramePr>
        <p:xfrm>
          <a:off x="1066800" y="9021417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2" name="Equation" r:id="rId58" imgW="330120" imgH="177480" progId="Equation.DSMT4">
                  <p:embed/>
                </p:oleObj>
              </mc:Choice>
              <mc:Fallback>
                <p:oleObj name="Equation" r:id="rId58" imgW="330120" imgH="1774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066800" y="9021417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51FB2484-B344-4920-A7B8-8443E4CBCD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359167"/>
              </p:ext>
            </p:extLst>
          </p:nvPr>
        </p:nvGraphicFramePr>
        <p:xfrm>
          <a:off x="1742661" y="9011478"/>
          <a:ext cx="419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3" name="Equation" r:id="rId60" imgW="419040" imgH="203040" progId="Equation.DSMT4">
                  <p:embed/>
                </p:oleObj>
              </mc:Choice>
              <mc:Fallback>
                <p:oleObj name="Equation" r:id="rId60" imgW="419040" imgH="20304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1742661" y="9011478"/>
                        <a:ext cx="419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A157E3F1-5699-4D13-8159-47368D135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071332"/>
              </p:ext>
            </p:extLst>
          </p:nvPr>
        </p:nvGraphicFramePr>
        <p:xfrm>
          <a:off x="1066800" y="9326217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4" name="Equation" r:id="rId62" imgW="330120" imgH="177480" progId="Equation.DSMT4">
                  <p:embed/>
                </p:oleObj>
              </mc:Choice>
              <mc:Fallback>
                <p:oleObj name="Equation" r:id="rId62" imgW="330120" imgH="1774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066800" y="9326217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EA209292-BAC3-4355-BB28-15803BF716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551718"/>
              </p:ext>
            </p:extLst>
          </p:nvPr>
        </p:nvGraphicFramePr>
        <p:xfrm>
          <a:off x="2971800" y="8229600"/>
          <a:ext cx="320919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5" name="Equation" r:id="rId63" imgW="114120" imgH="164880" progId="Equation.DSMT4">
                  <p:embed/>
                </p:oleObj>
              </mc:Choice>
              <mc:Fallback>
                <p:oleObj name="Equation" r:id="rId63" imgW="114120" imgH="1648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971800" y="8229600"/>
                        <a:ext cx="320919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43FB1C12-D897-4AA5-B159-13A4C90E9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002341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" name="Equation" r:id="rId64" imgW="114120" imgH="164880" progId="Equation.DSMT4">
                  <p:embed/>
                </p:oleObj>
              </mc:Choice>
              <mc:Fallback>
                <p:oleObj name="Equation" r:id="rId64" imgW="114120" imgH="16488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500CA55B-C89D-4647-A8C8-68C763394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873525"/>
              </p:ext>
            </p:extLst>
          </p:nvPr>
        </p:nvGraphicFramePr>
        <p:xfrm>
          <a:off x="1756611" y="9320463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7" name="Equation" r:id="rId66" imgW="342720" imgH="203040" progId="Equation.DSMT4">
                  <p:embed/>
                </p:oleObj>
              </mc:Choice>
              <mc:Fallback>
                <p:oleObj name="Equation" r:id="rId66" imgW="342720" imgH="2030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1756611" y="9320463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3A0A885A-55DF-47C9-9EC3-740FE1EF3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11865"/>
              </p:ext>
            </p:extLst>
          </p:nvPr>
        </p:nvGraphicFramePr>
        <p:xfrm>
          <a:off x="4495800" y="8422105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8" name="Equation" r:id="rId68" imgW="215640" imgH="228600" progId="Equation.DSMT4">
                  <p:embed/>
                </p:oleObj>
              </mc:Choice>
              <mc:Fallback>
                <p:oleObj name="Equation" r:id="rId68" imgW="21564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4495800" y="8422105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06891860-F4F3-49A7-9676-082231CC2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684728"/>
              </p:ext>
            </p:extLst>
          </p:nvPr>
        </p:nvGraphicFramePr>
        <p:xfrm>
          <a:off x="4487779" y="8710863"/>
          <a:ext cx="876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9" name="Equation" r:id="rId70" imgW="876240" imgH="253800" progId="Equation.DSMT4">
                  <p:embed/>
                </p:oleObj>
              </mc:Choice>
              <mc:Fallback>
                <p:oleObj name="Equation" r:id="rId70" imgW="876240" imgH="2538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487779" y="8710863"/>
                        <a:ext cx="876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5641E5CE-267F-44F8-AC54-37F984263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07655"/>
              </p:ext>
            </p:extLst>
          </p:nvPr>
        </p:nvGraphicFramePr>
        <p:xfrm>
          <a:off x="4445000" y="8991600"/>
          <a:ext cx="977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0" name="Equation" r:id="rId72" imgW="977760" imgH="253800" progId="Equation.DSMT4">
                  <p:embed/>
                </p:oleObj>
              </mc:Choice>
              <mc:Fallback>
                <p:oleObj name="Equation" r:id="rId72" imgW="97776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4445000" y="8991600"/>
                        <a:ext cx="977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66498BC0-A29B-4B45-8FB7-47793AEF1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266760"/>
              </p:ext>
            </p:extLst>
          </p:nvPr>
        </p:nvGraphicFramePr>
        <p:xfrm>
          <a:off x="4495800" y="9296400"/>
          <a:ext cx="965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1" name="Equation" r:id="rId74" imgW="965160" imgH="253800" progId="Equation.DSMT4">
                  <p:embed/>
                </p:oleObj>
              </mc:Choice>
              <mc:Fallback>
                <p:oleObj name="Equation" r:id="rId74" imgW="965160" imgH="2538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4495800" y="9296400"/>
                        <a:ext cx="965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77A2CCF2-F7B4-46C0-8D20-15AA19BAE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39802"/>
              </p:ext>
            </p:extLst>
          </p:nvPr>
        </p:nvGraphicFramePr>
        <p:xfrm>
          <a:off x="5029200" y="7467600"/>
          <a:ext cx="119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2" name="Equation" r:id="rId76" imgW="1193760" imgH="457200" progId="Equation.DSMT4">
                  <p:embed/>
                </p:oleObj>
              </mc:Choice>
              <mc:Fallback>
                <p:oleObj name="Equation" r:id="rId76" imgW="1193760" imgH="4572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5029200" y="7467600"/>
                        <a:ext cx="1193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CDF628F7-8FB0-447F-AE22-C8D8579BC7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212799"/>
              </p:ext>
            </p:extLst>
          </p:nvPr>
        </p:nvGraphicFramePr>
        <p:xfrm>
          <a:off x="1447800" y="7543800"/>
          <a:ext cx="92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3" name="Equation" r:id="rId78" imgW="927000" imgH="368280" progId="Equation.DSMT4">
                  <p:embed/>
                </p:oleObj>
              </mc:Choice>
              <mc:Fallback>
                <p:oleObj name="Equation" r:id="rId78" imgW="927000" imgH="36828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447800" y="7543800"/>
                        <a:ext cx="927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EB62393F-1AAE-42EF-B2B8-788104502E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41294"/>
              </p:ext>
            </p:extLst>
          </p:nvPr>
        </p:nvGraphicFramePr>
        <p:xfrm>
          <a:off x="4796589" y="5173579"/>
          <a:ext cx="673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4" name="Equation" r:id="rId80" imgW="672840" imgH="177480" progId="Equation.DSMT4">
                  <p:embed/>
                </p:oleObj>
              </mc:Choice>
              <mc:Fallback>
                <p:oleObj name="Equation" r:id="rId80" imgW="672840" imgH="177480" progId="Equation.DSMT4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4796589" y="5173579"/>
                        <a:ext cx="673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3D4C737B-D013-4EAA-8E0D-FF0924ED7C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896300"/>
              </p:ext>
            </p:extLst>
          </p:nvPr>
        </p:nvGraphicFramePr>
        <p:xfrm>
          <a:off x="6637421" y="5197642"/>
          <a:ext cx="2286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5" name="Equation" r:id="rId82" imgW="228600" imgH="126720" progId="Equation.DSMT4">
                  <p:embed/>
                </p:oleObj>
              </mc:Choice>
              <mc:Fallback>
                <p:oleObj name="Equation" r:id="rId82" imgW="228600" imgH="126720" progId="Equation.DSMT4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6637421" y="5197642"/>
                        <a:ext cx="2286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C4D75BDF-4568-407A-BFF7-2128C6114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883935"/>
              </p:ext>
            </p:extLst>
          </p:nvPr>
        </p:nvGraphicFramePr>
        <p:xfrm>
          <a:off x="4251158" y="5374105"/>
          <a:ext cx="1397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6" name="Equation" r:id="rId84" imgW="139680" imgH="139680" progId="Equation.DSMT4">
                  <p:embed/>
                </p:oleObj>
              </mc:Choice>
              <mc:Fallback>
                <p:oleObj name="Equation" r:id="rId84" imgW="139680" imgH="139680" progId="Equation.DSMT4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4251158" y="5374105"/>
                        <a:ext cx="1397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58861C5E-3281-45DE-B284-02F9DD4D31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631587"/>
              </p:ext>
            </p:extLst>
          </p:nvPr>
        </p:nvGraphicFramePr>
        <p:xfrm>
          <a:off x="5257800" y="5358063"/>
          <a:ext cx="1524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7" name="Equation" r:id="rId86" imgW="152280" imgH="126720" progId="Equation.DSMT4">
                  <p:embed/>
                </p:oleObj>
              </mc:Choice>
              <mc:Fallback>
                <p:oleObj name="Equation" r:id="rId86" imgW="152280" imgH="126720" progId="Equation.DSMT4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5257800" y="5358063"/>
                        <a:ext cx="1524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7CB4C619-7FF0-4EC3-A277-32F8D465E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836732"/>
              </p:ext>
            </p:extLst>
          </p:nvPr>
        </p:nvGraphicFramePr>
        <p:xfrm>
          <a:off x="2490537" y="4985084"/>
          <a:ext cx="1181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8" name="Equation" r:id="rId88" imgW="1180800" imgH="228600" progId="Equation.DSMT4">
                  <p:embed/>
                </p:oleObj>
              </mc:Choice>
              <mc:Fallback>
                <p:oleObj name="Equation" r:id="rId88" imgW="1180800" imgH="228600" progId="Equation.DSMT4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89"/>
                      <a:stretch>
                        <a:fillRect/>
                      </a:stretch>
                    </p:blipFill>
                    <p:spPr>
                      <a:xfrm>
                        <a:off x="2490537" y="4985084"/>
                        <a:ext cx="1181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62D6BFC2-C2EF-48A0-9806-AE35ACC5C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806213"/>
              </p:ext>
            </p:extLst>
          </p:nvPr>
        </p:nvGraphicFramePr>
        <p:xfrm>
          <a:off x="6019800" y="617621"/>
          <a:ext cx="990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9" name="Equation" r:id="rId90" imgW="990360" imgH="228600" progId="Equation.DSMT4">
                  <p:embed/>
                </p:oleObj>
              </mc:Choice>
              <mc:Fallback>
                <p:oleObj name="Equation" r:id="rId90" imgW="990360" imgH="228600" progId="Equation.DSMT4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91"/>
                      <a:stretch>
                        <a:fillRect/>
                      </a:stretch>
                    </p:blipFill>
                    <p:spPr>
                      <a:xfrm>
                        <a:off x="6019800" y="617621"/>
                        <a:ext cx="990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168BFE46-DDB5-4BDE-A10F-06B349408403}"/>
              </a:ext>
            </a:extLst>
          </p:cNvPr>
          <p:cNvSpPr/>
          <p:nvPr/>
        </p:nvSpPr>
        <p:spPr>
          <a:xfrm>
            <a:off x="405062" y="438368"/>
            <a:ext cx="454793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42.  Which function represents the graph                             ?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8A83B30-58C7-448E-989C-61ECC4B04396}"/>
              </a:ext>
            </a:extLst>
          </p:cNvPr>
          <p:cNvSpPr/>
          <p:nvPr/>
        </p:nvSpPr>
        <p:spPr>
          <a:xfrm>
            <a:off x="405063" y="2761683"/>
            <a:ext cx="5829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43.   Which graph shows the inverse of the function                         ?</a:t>
            </a:r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5C34D50-7A8C-4BBF-9D45-8BFF0351C535}"/>
              </a:ext>
            </a:extLst>
          </p:cNvPr>
          <p:cNvSpPr/>
          <p:nvPr/>
        </p:nvSpPr>
        <p:spPr>
          <a:xfrm>
            <a:off x="457200" y="3276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A.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D910CC-62AB-4F08-9AC4-CAF343B61E56}"/>
              </a:ext>
            </a:extLst>
          </p:cNvPr>
          <p:cNvSpPr/>
          <p:nvPr/>
        </p:nvSpPr>
        <p:spPr>
          <a:xfrm>
            <a:off x="421105" y="846221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A.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83350FE-BC66-4A84-AD54-166ECDCB6461}"/>
              </a:ext>
            </a:extLst>
          </p:cNvPr>
          <p:cNvSpPr/>
          <p:nvPr/>
        </p:nvSpPr>
        <p:spPr>
          <a:xfrm>
            <a:off x="2089484" y="8382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4EAD98-D894-48BF-8C6F-F570C9B578AE}"/>
              </a:ext>
            </a:extLst>
          </p:cNvPr>
          <p:cNvSpPr/>
          <p:nvPr/>
        </p:nvSpPr>
        <p:spPr>
          <a:xfrm>
            <a:off x="2141621" y="32766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34DBEC-6693-4365-8950-155CC453F2EA}"/>
              </a:ext>
            </a:extLst>
          </p:cNvPr>
          <p:cNvSpPr/>
          <p:nvPr/>
        </p:nvSpPr>
        <p:spPr>
          <a:xfrm>
            <a:off x="3757863" y="8382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</a:t>
            </a:r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1D5810-8FA0-4724-B14A-B680214B2E49}"/>
              </a:ext>
            </a:extLst>
          </p:cNvPr>
          <p:cNvSpPr/>
          <p:nvPr/>
        </p:nvSpPr>
        <p:spPr>
          <a:xfrm>
            <a:off x="3810000" y="32766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</a:t>
            </a: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D35AE4-7B96-4686-9CD6-967283581552}"/>
              </a:ext>
            </a:extLst>
          </p:cNvPr>
          <p:cNvSpPr/>
          <p:nvPr/>
        </p:nvSpPr>
        <p:spPr>
          <a:xfrm>
            <a:off x="5450305" y="8382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2766B36-FB39-498D-B59A-9A4853EBFF3E}"/>
              </a:ext>
            </a:extLst>
          </p:cNvPr>
          <p:cNvSpPr/>
          <p:nvPr/>
        </p:nvSpPr>
        <p:spPr>
          <a:xfrm>
            <a:off x="5486400" y="32766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E33D4D4-5F6F-4D63-AF29-70CAF14E0D2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1684" y="990600"/>
            <a:ext cx="1494155" cy="149415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B2710C61-93B0-41D5-A889-F2556421D9E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318084" y="990600"/>
            <a:ext cx="1494155" cy="149415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6D337D6-2FC4-4ACF-B429-8C3A46C5C05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994484" y="990600"/>
            <a:ext cx="1494155" cy="149415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4E52AC7-591D-4E1D-A12D-D64F32C10233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5686926" y="990600"/>
            <a:ext cx="1494155" cy="149415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180EF82-220B-4ED4-80C0-4F4504CC93B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685800" y="3352800"/>
            <a:ext cx="1494155" cy="149415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894A29A-DEF4-4040-A418-3D4535F37B61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2362200" y="3352800"/>
            <a:ext cx="1494155" cy="149415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20E359-DC98-409C-B865-402D7096AE02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4038600" y="3352800"/>
            <a:ext cx="1494155" cy="1494155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5CA411A-9E57-4BEA-9EEC-2B2ABEC658E5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5715000" y="3352800"/>
            <a:ext cx="1494155" cy="1494155"/>
          </a:xfrm>
          <a:prstGeom prst="rect">
            <a:avLst/>
          </a:prstGeom>
        </p:spPr>
      </p:pic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A378BDDF-45AD-4F00-8042-D38978E3B0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618803"/>
              </p:ext>
            </p:extLst>
          </p:nvPr>
        </p:nvGraphicFramePr>
        <p:xfrm>
          <a:off x="3360821" y="470452"/>
          <a:ext cx="1168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0" name="Equation" r:id="rId12" imgW="1168200" imgH="228600" progId="Equation.DSMT4">
                  <p:embed/>
                </p:oleObj>
              </mc:Choice>
              <mc:Fallback>
                <p:oleObj name="Equation" r:id="rId12" imgW="1168200" imgH="22860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60821" y="470452"/>
                        <a:ext cx="1168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6842363A-E72A-427E-889F-510712F295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372151"/>
              </p:ext>
            </p:extLst>
          </p:nvPr>
        </p:nvGraphicFramePr>
        <p:xfrm>
          <a:off x="4114800" y="2763078"/>
          <a:ext cx="990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1" name="Equation" r:id="rId14" imgW="990360" imgH="253800" progId="Equation.DSMT4">
                  <p:embed/>
                </p:oleObj>
              </mc:Choice>
              <mc:Fallback>
                <p:oleObj name="Equation" r:id="rId14" imgW="990360" imgH="25380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14800" y="2763078"/>
                        <a:ext cx="990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Rectangle 82">
            <a:extLst>
              <a:ext uri="{FF2B5EF4-FFF2-40B4-BE49-F238E27FC236}">
                <a16:creationId xmlns:a16="http://schemas.microsoft.com/office/drawing/2014/main" id="{2D4D0511-FFF1-40BD-89EC-14B2E08B3A8E}"/>
              </a:ext>
            </a:extLst>
          </p:cNvPr>
          <p:cNvSpPr/>
          <p:nvPr/>
        </p:nvSpPr>
        <p:spPr>
          <a:xfrm>
            <a:off x="405063" y="5037221"/>
            <a:ext cx="348113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44. The point (3, 4) lies on the graph of a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function.  The inverse of this function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must contain which point? 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CC3C97D-BADE-40D4-AD93-2B43F81B2CD5}"/>
              </a:ext>
            </a:extLst>
          </p:cNvPr>
          <p:cNvSpPr/>
          <p:nvPr/>
        </p:nvSpPr>
        <p:spPr>
          <a:xfrm>
            <a:off x="3826042" y="5049253"/>
            <a:ext cx="34891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45. If                                and                           ,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find                  . 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B06164-F547-49DB-892F-D469756FAD54}"/>
              </a:ext>
            </a:extLst>
          </p:cNvPr>
          <p:cNvSpPr/>
          <p:nvPr/>
        </p:nvSpPr>
        <p:spPr>
          <a:xfrm>
            <a:off x="397042" y="7447547"/>
            <a:ext cx="3352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 startAt="46"/>
            </a:pP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If                           and                       , find                                     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ABEA3C9-1F9C-49D9-AF36-EAF16F2E6431}"/>
              </a:ext>
            </a:extLst>
          </p:cNvPr>
          <p:cNvSpPr/>
          <p:nvPr/>
        </p:nvSpPr>
        <p:spPr>
          <a:xfrm>
            <a:off x="3834063" y="7335253"/>
            <a:ext cx="3481137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47.  The work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W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done when lifting an object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varies jointly with the mass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of the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object and the square of the height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h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that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the object is lifted.  Which equation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represents the relationship between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work, mass, and volume?</a:t>
            </a:r>
            <a:endParaRPr lang="en-US" dirty="0"/>
          </a:p>
        </p:txBody>
      </p:sp>
      <p:sp>
        <p:nvSpPr>
          <p:cNvPr id="87" name="Text Box 1558">
            <a:extLst>
              <a:ext uri="{FF2B5EF4-FFF2-40B4-BE49-F238E27FC236}">
                <a16:creationId xmlns:a16="http://schemas.microsoft.com/office/drawing/2014/main" id="{B23600BB-172D-42A8-AC28-2CB105151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0"/>
            <a:ext cx="1016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(-3, -4)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(-3, 4)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(3, -4)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(4, 3)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8" name="Text Box 1559">
            <a:extLst>
              <a:ext uri="{FF2B5EF4-FFF2-40B4-BE49-F238E27FC236}">
                <a16:creationId xmlns:a16="http://schemas.microsoft.com/office/drawing/2014/main" id="{4E054EF9-E058-404D-85E3-B93DFF6C8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382000"/>
            <a:ext cx="104838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Text Box 1559">
            <a:extLst>
              <a:ext uri="{FF2B5EF4-FFF2-40B4-BE49-F238E27FC236}">
                <a16:creationId xmlns:a16="http://schemas.microsoft.com/office/drawing/2014/main" id="{06122863-3972-43E4-B2D3-5313AE65C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096000"/>
            <a:ext cx="104838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" name="Text Box 1561">
            <a:extLst>
              <a:ext uri="{FF2B5EF4-FFF2-40B4-BE49-F238E27FC236}">
                <a16:creationId xmlns:a16="http://schemas.microsoft.com/office/drawing/2014/main" id="{5516CFD5-61C0-4788-B2B2-052107FE2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686800"/>
            <a:ext cx="2766060" cy="788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C.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ACE26C3A-94A9-494C-BDA7-6DD024BF3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444742"/>
              </p:ext>
            </p:extLst>
          </p:nvPr>
        </p:nvGraphicFramePr>
        <p:xfrm>
          <a:off x="4319337" y="5073316"/>
          <a:ext cx="1282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" name="Equation" r:id="rId16" imgW="1282680" imgH="228600" progId="Equation.DSMT4">
                  <p:embed/>
                </p:oleObj>
              </mc:Choice>
              <mc:Fallback>
                <p:oleObj name="Equation" r:id="rId16" imgW="1282680" imgH="22860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19337" y="5073316"/>
                        <a:ext cx="1282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A143B214-7455-4357-995D-CD077D28F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240869"/>
              </p:ext>
            </p:extLst>
          </p:nvPr>
        </p:nvGraphicFramePr>
        <p:xfrm>
          <a:off x="5903495" y="5077326"/>
          <a:ext cx="1079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3" name="Equation" r:id="rId18" imgW="1079280" imgH="228600" progId="Equation.DSMT4">
                  <p:embed/>
                </p:oleObj>
              </mc:Choice>
              <mc:Fallback>
                <p:oleObj name="Equation" r:id="rId18" imgW="1079280" imgH="22860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903495" y="5077326"/>
                        <a:ext cx="1079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E8A8BADB-15C0-473B-B589-962737FB3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44610"/>
              </p:ext>
            </p:extLst>
          </p:nvPr>
        </p:nvGraphicFramePr>
        <p:xfrm>
          <a:off x="4495800" y="5233737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4" name="Equation" r:id="rId20" imgW="711000" imgH="228600" progId="Equation.DSMT4">
                  <p:embed/>
                </p:oleObj>
              </mc:Choice>
              <mc:Fallback>
                <p:oleObj name="Equation" r:id="rId20" imgW="711000" imgH="22860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95800" y="5233737"/>
                        <a:ext cx="711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1F1241BB-1CE8-4594-93E2-D54CA092B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70759"/>
              </p:ext>
            </p:extLst>
          </p:nvPr>
        </p:nvGraphicFramePr>
        <p:xfrm>
          <a:off x="958516" y="7475621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5" name="Equation" r:id="rId22" imgW="1054080" imgH="228600" progId="Equation.DSMT4">
                  <p:embed/>
                </p:oleObj>
              </mc:Choice>
              <mc:Fallback>
                <p:oleObj name="Equation" r:id="rId22" imgW="1054080" imgH="22860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58516" y="7475621"/>
                        <a:ext cx="1054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57720326-B756-4498-86D5-589B4458F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544796"/>
              </p:ext>
            </p:extLst>
          </p:nvPr>
        </p:nvGraphicFramePr>
        <p:xfrm>
          <a:off x="2310063" y="7387389"/>
          <a:ext cx="91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6" name="Equation" r:id="rId24" imgW="914400" imgH="368280" progId="Equation.DSMT4">
                  <p:embed/>
                </p:oleObj>
              </mc:Choice>
              <mc:Fallback>
                <p:oleObj name="Equation" r:id="rId24" imgW="914400" imgH="36828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10063" y="7387389"/>
                        <a:ext cx="914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0ED7E5F9-E437-4D78-ABF8-1B207AD19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04648"/>
              </p:ext>
            </p:extLst>
          </p:nvPr>
        </p:nvGraphicFramePr>
        <p:xfrm>
          <a:off x="778042" y="7676147"/>
          <a:ext cx="762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7" name="Equation" r:id="rId26" imgW="761760" imgH="228600" progId="Equation.DSMT4">
                  <p:embed/>
                </p:oleObj>
              </mc:Choice>
              <mc:Fallback>
                <p:oleObj name="Equation" r:id="rId26" imgW="761760" imgH="22860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78042" y="7676147"/>
                        <a:ext cx="762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F9F72893-CC38-4845-BB97-D6ED03949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486092"/>
              </p:ext>
            </p:extLst>
          </p:nvPr>
        </p:nvGraphicFramePr>
        <p:xfrm>
          <a:off x="4419600" y="6156158"/>
          <a:ext cx="457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8" name="Equation" r:id="rId28" imgW="457200" imgH="177480" progId="Equation.DSMT4">
                  <p:embed/>
                </p:oleObj>
              </mc:Choice>
              <mc:Fallback>
                <p:oleObj name="Equation" r:id="rId28" imgW="457200" imgH="1774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19600" y="6156158"/>
                        <a:ext cx="457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E3F5C68C-C11F-458E-A156-AA124B733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484851"/>
              </p:ext>
            </p:extLst>
          </p:nvPr>
        </p:nvGraphicFramePr>
        <p:xfrm>
          <a:off x="4411579" y="6440905"/>
          <a:ext cx="469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9" name="Equation" r:id="rId30" imgW="469800" imgH="177480" progId="Equation.DSMT4">
                  <p:embed/>
                </p:oleObj>
              </mc:Choice>
              <mc:Fallback>
                <p:oleObj name="Equation" r:id="rId30" imgW="469800" imgH="17748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11579" y="6440905"/>
                        <a:ext cx="469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B6462334-3F99-4278-B344-A064664262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162984"/>
              </p:ext>
            </p:extLst>
          </p:nvPr>
        </p:nvGraphicFramePr>
        <p:xfrm>
          <a:off x="4395537" y="6729663"/>
          <a:ext cx="520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0" name="Equation" r:id="rId32" imgW="520560" imgH="177480" progId="Equation.DSMT4">
                  <p:embed/>
                </p:oleObj>
              </mc:Choice>
              <mc:Fallback>
                <p:oleObj name="Equation" r:id="rId32" imgW="520560" imgH="1774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395537" y="6729663"/>
                        <a:ext cx="520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07495C73-F796-4DF6-925B-E8DE5B0079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644756"/>
              </p:ext>
            </p:extLst>
          </p:nvPr>
        </p:nvGraphicFramePr>
        <p:xfrm>
          <a:off x="4411579" y="7002379"/>
          <a:ext cx="533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1" name="Equation" r:id="rId34" imgW="533160" imgH="177480" progId="Equation.DSMT4">
                  <p:embed/>
                </p:oleObj>
              </mc:Choice>
              <mc:Fallback>
                <p:oleObj name="Equation" r:id="rId34" imgW="533160" imgH="17748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411579" y="7002379"/>
                        <a:ext cx="533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AD4264BF-16F7-4156-980A-9C55465EB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679114"/>
              </p:ext>
            </p:extLst>
          </p:nvPr>
        </p:nvGraphicFramePr>
        <p:xfrm>
          <a:off x="1110916" y="8442158"/>
          <a:ext cx="190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2" name="Equation" r:id="rId36" imgW="190440" imgH="177480" progId="Equation.DSMT4">
                  <p:embed/>
                </p:oleObj>
              </mc:Choice>
              <mc:Fallback>
                <p:oleObj name="Equation" r:id="rId36" imgW="190440" imgH="17748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110916" y="8442158"/>
                        <a:ext cx="190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617161DA-4B20-4831-8050-9B240D259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190450"/>
              </p:ext>
            </p:extLst>
          </p:nvPr>
        </p:nvGraphicFramePr>
        <p:xfrm>
          <a:off x="1090863" y="8726905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3" name="Equation" r:id="rId38" imgW="203040" imgH="177480" progId="Equation.DSMT4">
                  <p:embed/>
                </p:oleObj>
              </mc:Choice>
              <mc:Fallback>
                <p:oleObj name="Equation" r:id="rId38" imgW="203040" imgH="1774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90863" y="8726905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E635D6E4-9BD5-4CF1-B73D-D57800C69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493822"/>
              </p:ext>
            </p:extLst>
          </p:nvPr>
        </p:nvGraphicFramePr>
        <p:xfrm>
          <a:off x="1066800" y="8991600"/>
          <a:ext cx="279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4" name="Equation" r:id="rId40" imgW="279360" imgH="177480" progId="Equation.DSMT4">
                  <p:embed/>
                </p:oleObj>
              </mc:Choice>
              <mc:Fallback>
                <p:oleObj name="Equation" r:id="rId40" imgW="279360" imgH="1774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66800" y="8991600"/>
                        <a:ext cx="279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F0200F82-7DCD-49B9-B067-5E46104AC8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799874"/>
              </p:ext>
            </p:extLst>
          </p:nvPr>
        </p:nvGraphicFramePr>
        <p:xfrm>
          <a:off x="1058779" y="9236242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5" name="Equation" r:id="rId42" imgW="266400" imgH="177480" progId="Equation.DSMT4">
                  <p:embed/>
                </p:oleObj>
              </mc:Choice>
              <mc:Fallback>
                <p:oleObj name="Equation" r:id="rId42" imgW="266400" imgH="1774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058779" y="9236242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28E873EC-CFED-4DB3-A903-D2A07162B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262177"/>
              </p:ext>
            </p:extLst>
          </p:nvPr>
        </p:nvGraphicFramePr>
        <p:xfrm>
          <a:off x="4547937" y="8742947"/>
          <a:ext cx="584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6" name="Equation" r:id="rId44" imgW="583920" imgH="190440" progId="Equation.DSMT4">
                  <p:embed/>
                </p:oleObj>
              </mc:Choice>
              <mc:Fallback>
                <p:oleObj name="Equation" r:id="rId44" imgW="583920" imgH="19044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547937" y="8742947"/>
                        <a:ext cx="584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864433FC-956C-47D9-B952-2E766C4A6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587353"/>
              </p:ext>
            </p:extLst>
          </p:nvPr>
        </p:nvGraphicFramePr>
        <p:xfrm>
          <a:off x="4511842" y="9160042"/>
          <a:ext cx="558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7" name="Equation" r:id="rId46" imgW="558720" imgH="368280" progId="Equation.DSMT4">
                  <p:embed/>
                </p:oleObj>
              </mc:Choice>
              <mc:Fallback>
                <p:oleObj name="Equation" r:id="rId46" imgW="558720" imgH="36828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511842" y="9160042"/>
                        <a:ext cx="558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7624DB52-FB0A-4747-9AB5-B091ABBC0A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214223"/>
              </p:ext>
            </p:extLst>
          </p:nvPr>
        </p:nvGraphicFramePr>
        <p:xfrm>
          <a:off x="5979695" y="8718884"/>
          <a:ext cx="723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8" name="Equation" r:id="rId48" imgW="723600" imgH="253800" progId="Equation.DSMT4">
                  <p:embed/>
                </p:oleObj>
              </mc:Choice>
              <mc:Fallback>
                <p:oleObj name="Equation" r:id="rId48" imgW="723600" imgH="25380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979695" y="8718884"/>
                        <a:ext cx="723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49F1BFF0-7C01-4360-BAAB-726E93D00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864"/>
              </p:ext>
            </p:extLst>
          </p:nvPr>
        </p:nvGraphicFramePr>
        <p:xfrm>
          <a:off x="5987716" y="9160042"/>
          <a:ext cx="495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9" name="Equation" r:id="rId50" imgW="495000" imgH="368280" progId="Equation.DSMT4">
                  <p:embed/>
                </p:oleObj>
              </mc:Choice>
              <mc:Fallback>
                <p:oleObj name="Equation" r:id="rId50" imgW="495000" imgH="36828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987716" y="9160042"/>
                        <a:ext cx="495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86852FF-1091-4CFE-9C4D-E5A5862F5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05200"/>
            <a:ext cx="1600200" cy="15144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6B84AC4-BAAE-463C-8100-EA3F55F19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505200"/>
            <a:ext cx="1733550" cy="149542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CF4F254-8976-49EA-A56D-3B0A0F930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3505200"/>
            <a:ext cx="1685925" cy="147637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5CAA57-64E5-4DE4-A1F3-2C420B485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8290" y="3492060"/>
            <a:ext cx="1628775" cy="1524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0F4A0A6-96E3-454D-B930-023A351A7E0F}"/>
              </a:ext>
            </a:extLst>
          </p:cNvPr>
          <p:cNvSpPr/>
          <p:nvPr/>
        </p:nvSpPr>
        <p:spPr>
          <a:xfrm>
            <a:off x="412530" y="404650"/>
            <a:ext cx="34736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48.  Given: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varies directly as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squared and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inversely as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cubed.  If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= 12 when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= 4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and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z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= 2, find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when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= 1.728 and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= 5.</a:t>
            </a:r>
            <a:endParaRPr lang="en-US" dirty="0"/>
          </a:p>
        </p:txBody>
      </p:sp>
      <p:sp>
        <p:nvSpPr>
          <p:cNvPr id="45" name="Text Box 1562">
            <a:extLst>
              <a:ext uri="{FF2B5EF4-FFF2-40B4-BE49-F238E27FC236}">
                <a16:creationId xmlns:a16="http://schemas.microsoft.com/office/drawing/2014/main" id="{16BD9D25-57B7-4C27-94F1-ADF82D0BC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" y="1979450"/>
            <a:ext cx="10909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7DB44469-16D4-426F-AC16-3B6A1A66F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26305"/>
              </p:ext>
            </p:extLst>
          </p:nvPr>
        </p:nvGraphicFramePr>
        <p:xfrm>
          <a:off x="3810000" y="478220"/>
          <a:ext cx="3573462" cy="758127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49.  The table below shows the population of a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city during certain years since 1992.   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Using an exponential model, estimate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population of the city in 2016.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Text Box 1551">
            <a:extLst>
              <a:ext uri="{FF2B5EF4-FFF2-40B4-BE49-F238E27FC236}">
                <a16:creationId xmlns:a16="http://schemas.microsoft.com/office/drawing/2014/main" id="{3206EB6E-1E6C-453C-81C3-C1D217DBA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735" y="2086136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594,164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603,934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617,228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625,572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016FA73-992F-4B6C-B12A-08789AEBC2E5}"/>
              </a:ext>
            </a:extLst>
          </p:cNvPr>
          <p:cNvSpPr/>
          <p:nvPr/>
        </p:nvSpPr>
        <p:spPr>
          <a:xfrm>
            <a:off x="412530" y="3179380"/>
            <a:ext cx="6819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50.   For which set of data would the equation for the curve of best fit most likely be cubic?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26AB5AB-7746-4A97-9671-5F9889CA204E}"/>
              </a:ext>
            </a:extLst>
          </p:cNvPr>
          <p:cNvSpPr/>
          <p:nvPr/>
        </p:nvSpPr>
        <p:spPr>
          <a:xfrm>
            <a:off x="3831020" y="5060730"/>
            <a:ext cx="34841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52.  What is the 32</a:t>
            </a:r>
            <a:r>
              <a:rPr lang="en-US" sz="1100" b="1" baseline="30000" dirty="0">
                <a:latin typeface="Tahoma" panose="020B0604030504040204" pitchFamily="34" charset="0"/>
                <a:ea typeface="Calibri" panose="020F0502020204030204" pitchFamily="34" charset="0"/>
              </a:rPr>
              <a:t>nd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term of an arithmetic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sequence with a first term of 7 and a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common difference of 4?</a:t>
            </a:r>
            <a:endParaRPr lang="en-US" dirty="0"/>
          </a:p>
        </p:txBody>
      </p:sp>
      <p:sp>
        <p:nvSpPr>
          <p:cNvPr id="51" name="Text Box 1565">
            <a:extLst>
              <a:ext uri="{FF2B5EF4-FFF2-40B4-BE49-F238E27FC236}">
                <a16:creationId xmlns:a16="http://schemas.microsoft.com/office/drawing/2014/main" id="{B2CA1F2E-05E1-4334-B412-D60A34E40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48400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119 </a:t>
            </a: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127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131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0752E3A-5524-4EA8-8AEB-B66FB2CB39EB}"/>
              </a:ext>
            </a:extLst>
          </p:cNvPr>
          <p:cNvSpPr/>
          <p:nvPr/>
        </p:nvSpPr>
        <p:spPr>
          <a:xfrm>
            <a:off x="685800" y="6248400"/>
            <a:ext cx="1028700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41 </a:t>
            </a: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</a:t>
            </a: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122</a:t>
            </a:r>
            <a:b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365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2,094</a:t>
            </a:r>
            <a:endParaRPr lang="en-US" dirty="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D26FDDE2-8D6B-4074-B65B-B37E57CCD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713565"/>
              </p:ext>
            </p:extLst>
          </p:nvPr>
        </p:nvGraphicFramePr>
        <p:xfrm>
          <a:off x="381000" y="7401910"/>
          <a:ext cx="3573462" cy="950913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53. A ball is dropped from a height of 400 feet. 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Each time it hits the ground, it reaches a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height that is three-fifths its previous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height.  Which formula represents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height of the ball after each bounce?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8422C93F-0FF1-47C2-90BD-294CF8655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29694"/>
              </p:ext>
            </p:extLst>
          </p:nvPr>
        </p:nvGraphicFramePr>
        <p:xfrm>
          <a:off x="3796860" y="7391400"/>
          <a:ext cx="3573462" cy="179769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54.  Given the series below, find       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Text Box 21">
            <a:extLst>
              <a:ext uri="{FF2B5EF4-FFF2-40B4-BE49-F238E27FC236}">
                <a16:creationId xmlns:a16="http://schemas.microsoft.com/office/drawing/2014/main" id="{EC4963D9-F83B-4F0A-87C1-E7B5E6410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610600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-2,480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-2,752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-3,016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-3,277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Text Box 18">
            <a:extLst>
              <a:ext uri="{FF2B5EF4-FFF2-40B4-BE49-F238E27FC236}">
                <a16:creationId xmlns:a16="http://schemas.microsoft.com/office/drawing/2014/main" id="{C91089E8-22CB-49B3-A25E-3E927EFE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686800"/>
            <a:ext cx="3181985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       C.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B299D192-0C0B-46BB-A3F0-DCD2DC5D1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170630"/>
              </p:ext>
            </p:extLst>
          </p:nvPr>
        </p:nvGraphicFramePr>
        <p:xfrm>
          <a:off x="1055370" y="205565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9" name="Equation" r:id="rId8" imgW="330120" imgH="177480" progId="Equation.DSMT4">
                  <p:embed/>
                </p:oleObj>
              </mc:Choice>
              <mc:Fallback>
                <p:oleObj name="Equation" r:id="rId8" imgW="330120" imgH="177480" progId="Equation.DSMT4">
                  <p:embed/>
                  <p:pic>
                    <p:nvPicPr>
                      <p:cNvPr id="219" name="Object 21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5370" y="205565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218E79F7-D5F8-499E-BC36-4AA371A6A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935862"/>
              </p:ext>
            </p:extLst>
          </p:nvPr>
        </p:nvGraphicFramePr>
        <p:xfrm>
          <a:off x="1055370" y="2315780"/>
          <a:ext cx="393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0" name="Equation" r:id="rId10" imgW="393480" imgH="177480" progId="Equation.DSMT4">
                  <p:embed/>
                </p:oleObj>
              </mc:Choice>
              <mc:Fallback>
                <p:oleObj name="Equation" r:id="rId10" imgW="393480" imgH="177480" progId="Equation.DSMT4">
                  <p:embed/>
                  <p:pic>
                    <p:nvPicPr>
                      <p:cNvPr id="220" name="Object 2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55370" y="2315780"/>
                        <a:ext cx="393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B6A7A23A-7427-4D85-B8F4-8DEF77BDC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836484"/>
              </p:ext>
            </p:extLst>
          </p:nvPr>
        </p:nvGraphicFramePr>
        <p:xfrm>
          <a:off x="1055370" y="2589050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1" name="Equation" r:id="rId12" imgW="406080" imgH="177480" progId="Equation.DSMT4">
                  <p:embed/>
                </p:oleObj>
              </mc:Choice>
              <mc:Fallback>
                <p:oleObj name="Equation" r:id="rId12" imgW="406080" imgH="177480" progId="Equation.DSMT4">
                  <p:embed/>
                  <p:pic>
                    <p:nvPicPr>
                      <p:cNvPr id="221" name="Object 22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55370" y="2589050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889602EC-6E6E-4707-88AE-9666C1868C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362053"/>
              </p:ext>
            </p:extLst>
          </p:nvPr>
        </p:nvGraphicFramePr>
        <p:xfrm>
          <a:off x="1065880" y="2872830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2" name="Equation" r:id="rId14" imgW="406080" imgH="177480" progId="Equation.DSMT4">
                  <p:embed/>
                </p:oleObj>
              </mc:Choice>
              <mc:Fallback>
                <p:oleObj name="Equation" r:id="rId14" imgW="406080" imgH="177480" progId="Equation.DSMT4">
                  <p:embed/>
                  <p:pic>
                    <p:nvPicPr>
                      <p:cNvPr id="222" name="Object 22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5880" y="2872830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C94E67E5-2860-4F67-8548-0504342BB215}"/>
              </a:ext>
            </a:extLst>
          </p:cNvPr>
          <p:cNvSpPr/>
          <p:nvPr/>
        </p:nvSpPr>
        <p:spPr>
          <a:xfrm>
            <a:off x="457200" y="35052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A.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AEE41E8-3755-495C-A1F3-7B11EAC34420}"/>
              </a:ext>
            </a:extLst>
          </p:cNvPr>
          <p:cNvSpPr/>
          <p:nvPr/>
        </p:nvSpPr>
        <p:spPr>
          <a:xfrm>
            <a:off x="2209800" y="35052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B.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1BAA847-E83A-4B4F-8F0F-AB84C6E86551}"/>
              </a:ext>
            </a:extLst>
          </p:cNvPr>
          <p:cNvSpPr/>
          <p:nvPr/>
        </p:nvSpPr>
        <p:spPr>
          <a:xfrm>
            <a:off x="3810000" y="35052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C.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78C76AB-61D9-4504-B6F6-CB25E15350CC}"/>
              </a:ext>
            </a:extLst>
          </p:cNvPr>
          <p:cNvSpPr/>
          <p:nvPr/>
        </p:nvSpPr>
        <p:spPr>
          <a:xfrm>
            <a:off x="5334000" y="3505200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D.</a:t>
            </a:r>
            <a:endParaRPr lang="en-US" dirty="0"/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D50B46AA-3EE4-429E-9E2D-54E8A4D13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901064"/>
              </p:ext>
            </p:extLst>
          </p:nvPr>
        </p:nvGraphicFramePr>
        <p:xfrm>
          <a:off x="990600" y="8642130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3" name="Equation" r:id="rId16" imgW="914400" imgH="431640" progId="Equation.DSMT4">
                  <p:embed/>
                </p:oleObj>
              </mc:Choice>
              <mc:Fallback>
                <p:oleObj name="Equation" r:id="rId16" imgW="914400" imgH="431640" progId="Equation.DSMT4">
                  <p:embed/>
                  <p:pic>
                    <p:nvPicPr>
                      <p:cNvPr id="231" name="Object 23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0600" y="8642130"/>
                        <a:ext cx="914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C9B5C105-5E18-466A-BA7B-0C393F31C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899815"/>
              </p:ext>
            </p:extLst>
          </p:nvPr>
        </p:nvGraphicFramePr>
        <p:xfrm>
          <a:off x="990600" y="9130860"/>
          <a:ext cx="850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4" name="Equation" r:id="rId18" imgW="850680" imgH="368280" progId="Equation.DSMT4">
                  <p:embed/>
                </p:oleObj>
              </mc:Choice>
              <mc:Fallback>
                <p:oleObj name="Equation" r:id="rId18" imgW="850680" imgH="368280" progId="Equation.DSMT4">
                  <p:embed/>
                  <p:pic>
                    <p:nvPicPr>
                      <p:cNvPr id="232" name="Object 23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0600" y="9130860"/>
                        <a:ext cx="850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0DA0A5E5-1452-49F8-B555-DC95F40EF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922473"/>
              </p:ext>
            </p:extLst>
          </p:nvPr>
        </p:nvGraphicFramePr>
        <p:xfrm>
          <a:off x="2580290" y="8631620"/>
          <a:ext cx="100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5" name="Equation" r:id="rId20" imgW="1002960" imgH="431640" progId="Equation.DSMT4">
                  <p:embed/>
                </p:oleObj>
              </mc:Choice>
              <mc:Fallback>
                <p:oleObj name="Equation" r:id="rId20" imgW="1002960" imgH="431640" progId="Equation.DSMT4">
                  <p:embed/>
                  <p:pic>
                    <p:nvPicPr>
                      <p:cNvPr id="233" name="Object 23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580290" y="8631620"/>
                        <a:ext cx="1003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92B30913-0F6F-4DC3-9230-78CD6D785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506919"/>
              </p:ext>
            </p:extLst>
          </p:nvPr>
        </p:nvGraphicFramePr>
        <p:xfrm>
          <a:off x="2580290" y="9133490"/>
          <a:ext cx="93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6" name="Equation" r:id="rId22" imgW="939600" imgH="368280" progId="Equation.DSMT4">
                  <p:embed/>
                </p:oleObj>
              </mc:Choice>
              <mc:Fallback>
                <p:oleObj name="Equation" r:id="rId22" imgW="939600" imgH="368280" progId="Equation.DSMT4">
                  <p:embed/>
                  <p:pic>
                    <p:nvPicPr>
                      <p:cNvPr id="234" name="Object 23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80290" y="9133490"/>
                        <a:ext cx="939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58EF9ADF-5EFB-4F8B-878E-FC9FA9636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686586"/>
              </p:ext>
            </p:extLst>
          </p:nvPr>
        </p:nvGraphicFramePr>
        <p:xfrm>
          <a:off x="4419600" y="7772400"/>
          <a:ext cx="2235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7" name="Equation" r:id="rId24" imgW="2234880" imgH="253800" progId="Equation.DSMT4">
                  <p:embed/>
                </p:oleObj>
              </mc:Choice>
              <mc:Fallback>
                <p:oleObj name="Equation" r:id="rId24" imgW="2234880" imgH="253800" progId="Equation.DSMT4">
                  <p:embed/>
                  <p:pic>
                    <p:nvPicPr>
                      <p:cNvPr id="235" name="Object 23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19600" y="7772400"/>
                        <a:ext cx="2235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DA6F941B-415D-4C5A-8294-CBD64C26C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626684"/>
              </p:ext>
            </p:extLst>
          </p:nvPr>
        </p:nvGraphicFramePr>
        <p:xfrm>
          <a:off x="6193220" y="7388770"/>
          <a:ext cx="228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8" name="Equation" r:id="rId26" imgW="228600" imgH="215640" progId="Equation.DSMT4">
                  <p:embed/>
                </p:oleObj>
              </mc:Choice>
              <mc:Fallback>
                <p:oleObj name="Equation" r:id="rId26" imgW="228600" imgH="215640" progId="Equation.DSMT4">
                  <p:embed/>
                  <p:pic>
                    <p:nvPicPr>
                      <p:cNvPr id="236" name="Object 23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193220" y="7388770"/>
                        <a:ext cx="228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37B062A0-93CA-4D02-B717-D296F43808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560912"/>
              </p:ext>
            </p:extLst>
          </p:nvPr>
        </p:nvGraphicFramePr>
        <p:xfrm>
          <a:off x="1130300" y="5029200"/>
          <a:ext cx="101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9" name="Equation" r:id="rId28" imgW="1015920" imgH="457200" progId="Equation.DSMT4">
                  <p:embed/>
                </p:oleObj>
              </mc:Choice>
              <mc:Fallback>
                <p:oleObj name="Equation" r:id="rId28" imgW="1015920" imgH="457200" progId="Equation.DSMT4">
                  <p:embed/>
                  <p:pic>
                    <p:nvPicPr>
                      <p:cNvPr id="237" name="Object 23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30300" y="5029200"/>
                        <a:ext cx="10160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59689F7F-F685-4F5D-AA19-FFDDAB1A5FA3}"/>
              </a:ext>
            </a:extLst>
          </p:cNvPr>
          <p:cNvSpPr/>
          <p:nvPr/>
        </p:nvSpPr>
        <p:spPr>
          <a:xfrm>
            <a:off x="415160" y="5115910"/>
            <a:ext cx="3124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51. Given                                      , find       . </a:t>
            </a:r>
            <a:endParaRPr lang="en-US" dirty="0"/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48687B52-E5F0-4D60-9973-1B6485E9F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412400"/>
              </p:ext>
            </p:extLst>
          </p:nvPr>
        </p:nvGraphicFramePr>
        <p:xfrm>
          <a:off x="3134710" y="5150070"/>
          <a:ext cx="165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0" name="Equation" r:id="rId30" imgW="164880" imgH="215640" progId="Equation.DSMT4">
                  <p:embed/>
                </p:oleObj>
              </mc:Choice>
              <mc:Fallback>
                <p:oleObj name="Equation" r:id="rId30" imgW="164880" imgH="215640" progId="Equation.DSMT4">
                  <p:embed/>
                  <p:pic>
                    <p:nvPicPr>
                      <p:cNvPr id="240" name="Object 239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134710" y="5150070"/>
                        <a:ext cx="165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6F84643E-4B3E-4B3D-8A24-89B0B9350B6F}"/>
              </a:ext>
            </a:extLst>
          </p:cNvPr>
          <p:cNvSpPr/>
          <p:nvPr/>
        </p:nvSpPr>
        <p:spPr>
          <a:xfrm>
            <a:off x="2046890" y="5226270"/>
            <a:ext cx="4315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,for</a:t>
            </a:r>
            <a:endParaRPr lang="en-US" dirty="0"/>
          </a:p>
        </p:txBody>
      </p:sp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95DA16B7-F9D4-4EB0-9E65-1158C7311E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339596"/>
              </p:ext>
            </p:extLst>
          </p:nvPr>
        </p:nvGraphicFramePr>
        <p:xfrm>
          <a:off x="2406870" y="5268310"/>
          <a:ext cx="342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1" name="Equation" r:id="rId32" imgW="342720" imgH="177480" progId="Equation.DSMT4">
                  <p:embed/>
                </p:oleObj>
              </mc:Choice>
              <mc:Fallback>
                <p:oleObj name="Equation" r:id="rId32" imgW="342720" imgH="177480" progId="Equation.DSMT4">
                  <p:embed/>
                  <p:pic>
                    <p:nvPicPr>
                      <p:cNvPr id="242" name="Object 24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406870" y="5268310"/>
                        <a:ext cx="342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CAD6A5-AA3E-4154-ACB8-98A21EB5C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2968"/>
              </p:ext>
            </p:extLst>
          </p:nvPr>
        </p:nvGraphicFramePr>
        <p:xfrm>
          <a:off x="4114800" y="1485934"/>
          <a:ext cx="174840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839">
                  <a:extLst>
                    <a:ext uri="{9D8B030D-6E8A-4147-A177-3AD203B41FA5}">
                      <a16:colId xmlns:a16="http://schemas.microsoft.com/office/drawing/2014/main" val="2131833969"/>
                    </a:ext>
                  </a:extLst>
                </a:gridCol>
                <a:gridCol w="1153564">
                  <a:extLst>
                    <a:ext uri="{9D8B030D-6E8A-4147-A177-3AD203B41FA5}">
                      <a16:colId xmlns:a16="http://schemas.microsoft.com/office/drawing/2014/main" val="13564413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Year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Population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50211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1992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95,242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1079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1995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119,977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3325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1998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151,137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864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2001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190,389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0205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2004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239,935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18149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2007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302,123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1978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7721A3F-0BEE-4C46-A16E-0CD0903EFE10}"/>
              </a:ext>
            </a:extLst>
          </p:cNvPr>
          <p:cNvSpPr/>
          <p:nvPr/>
        </p:nvSpPr>
        <p:spPr>
          <a:xfrm>
            <a:off x="415160" y="515010"/>
            <a:ext cx="11576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55. Evaluate: </a:t>
            </a:r>
            <a:endParaRPr lang="en-US" dirty="0"/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D4C41996-E1FE-4A30-8858-EFE5D962B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8,200 </a:t>
            </a: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195,312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-16,400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-292,968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9423E23-6F57-43E0-BFD1-99C325E7B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898389"/>
              </p:ext>
            </p:extLst>
          </p:nvPr>
        </p:nvGraphicFramePr>
        <p:xfrm>
          <a:off x="3817880" y="459830"/>
          <a:ext cx="3497262" cy="179769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56.  Find the sum of the infinite series below.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Text Box 29">
            <a:extLst>
              <a:ext uri="{FF2B5EF4-FFF2-40B4-BE49-F238E27FC236}">
                <a16:creationId xmlns:a16="http://schemas.microsoft.com/office/drawing/2014/main" id="{23A83767-4ED3-4FBF-9315-A53AF1688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438400"/>
            <a:ext cx="2355215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18BECF-01CB-4ED1-9E4D-049BB1C6F09F}"/>
              </a:ext>
            </a:extLst>
          </p:cNvPr>
          <p:cNvSpPr/>
          <p:nvPr/>
        </p:nvSpPr>
        <p:spPr>
          <a:xfrm>
            <a:off x="402020" y="3518340"/>
            <a:ext cx="34079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57. There are 12 girls and 10 boys in Mrs.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Jones’s kindergarten class.  How many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ways can she choose a line leader and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caboose each day?</a:t>
            </a:r>
            <a:endParaRPr lang="en-US" dirty="0"/>
          </a:p>
        </p:txBody>
      </p:sp>
      <p:sp>
        <p:nvSpPr>
          <p:cNvPr id="35" name="Text Box 1344">
            <a:extLst>
              <a:ext uri="{FF2B5EF4-FFF2-40B4-BE49-F238E27FC236}">
                <a16:creationId xmlns:a16="http://schemas.microsoft.com/office/drawing/2014/main" id="{30F99F53-8604-4FB8-8B66-832C0E4B4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86400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</a:t>
            </a: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222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231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462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0C4FD3-FF94-4FC9-B14F-A9E4542170AF}"/>
              </a:ext>
            </a:extLst>
          </p:cNvPr>
          <p:cNvSpPr/>
          <p:nvPr/>
        </p:nvSpPr>
        <p:spPr>
          <a:xfrm>
            <a:off x="3831020" y="3515710"/>
            <a:ext cx="34841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58. A pizzeria has a choice of </a:t>
            </a:r>
            <a:r>
              <a:rPr lang="en-US" sz="1100" b="1">
                <a:latin typeface="Tahoma" panose="020B0604030504040204" pitchFamily="34" charset="0"/>
                <a:ea typeface="Calibri" panose="020F0502020204030204" pitchFamily="34" charset="0"/>
              </a:rPr>
              <a:t>15 toppings.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How many ways could someone choose 3?</a:t>
            </a:r>
            <a:endParaRPr lang="en-US" dirty="0"/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87372DDB-E983-42A2-BD17-FF7C6B21F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486400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455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2,730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3,375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58146D-A1A3-489D-85C7-6783F35607D0}"/>
              </a:ext>
            </a:extLst>
          </p:cNvPr>
          <p:cNvSpPr/>
          <p:nvPr/>
        </p:nvSpPr>
        <p:spPr>
          <a:xfrm>
            <a:off x="404650" y="6597870"/>
            <a:ext cx="348155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59. The test scores of 1,200 students are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normally distributed with a mean of 83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and a standard deviation of 5.5.  Under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which interval did approximately 978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students score?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3B5D5-8FDF-430F-9AC6-A9B4E0CEC698}"/>
              </a:ext>
            </a:extLst>
          </p:cNvPr>
          <p:cNvSpPr/>
          <p:nvPr/>
        </p:nvSpPr>
        <p:spPr>
          <a:xfrm>
            <a:off x="3831020" y="6597870"/>
            <a:ext cx="356038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60. The fitness center held a weight loss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competition in which 128 people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participated.  The amount of weight loss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was normally distributed with a mean of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18 pounds and a standard deviation of 5.4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pounds.  Approximately how many people </a:t>
            </a:r>
            <a:b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       lost at least 15 pounds? </a:t>
            </a:r>
            <a:endParaRPr lang="en-US" dirty="0"/>
          </a:p>
        </p:txBody>
      </p:sp>
      <p:sp>
        <p:nvSpPr>
          <p:cNvPr id="40" name="Text Box 1345">
            <a:extLst>
              <a:ext uri="{FF2B5EF4-FFF2-40B4-BE49-F238E27FC236}">
                <a16:creationId xmlns:a16="http://schemas.microsoft.com/office/drawing/2014/main" id="{067319D1-8A32-4644-9280-A87E6185F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610600"/>
            <a:ext cx="104013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</a:t>
            </a: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78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84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90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 Box 31">
            <a:extLst>
              <a:ext uri="{FF2B5EF4-FFF2-40B4-BE49-F238E27FC236}">
                <a16:creationId xmlns:a16="http://schemas.microsoft.com/office/drawing/2014/main" id="{C1B44573-3E44-48DB-B980-581617DD7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458200"/>
            <a:ext cx="1377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6EFE8966-A4F2-4EEE-B1D3-7A250B97B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697180"/>
              </p:ext>
            </p:extLst>
          </p:nvPr>
        </p:nvGraphicFramePr>
        <p:xfrm>
          <a:off x="1492470" y="436180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Equation" r:id="rId4" imgW="888840" imgH="406080" progId="Equation.DSMT4">
                  <p:embed/>
                </p:oleObj>
              </mc:Choice>
              <mc:Fallback>
                <p:oleObj name="Equation" r:id="rId4" imgW="888840" imgH="406080" progId="Equation.DSMT4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2470" y="436180"/>
                        <a:ext cx="88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57DD7F1E-0C8D-4578-A76A-09F045F27A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692313"/>
              </p:ext>
            </p:extLst>
          </p:nvPr>
        </p:nvGraphicFramePr>
        <p:xfrm>
          <a:off x="4800600" y="762000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7" name="Equation" r:id="rId6" imgW="1549080" imgH="406080" progId="Equation.DSMT4">
                  <p:embed/>
                </p:oleObj>
              </mc:Choice>
              <mc:Fallback>
                <p:oleObj name="Equation" r:id="rId6" imgW="1549080" imgH="406080" progId="Equation.DSMT4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00600" y="762000"/>
                        <a:ext cx="1549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22FAF891-4614-4EA2-B9CE-A87377951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965745"/>
              </p:ext>
            </p:extLst>
          </p:nvPr>
        </p:nvGraphicFramePr>
        <p:xfrm>
          <a:off x="4540470" y="2501460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8" name="Equation" r:id="rId8" imgW="266400" imgH="177480" progId="Equation.DSMT4">
                  <p:embed/>
                </p:oleObj>
              </mc:Choice>
              <mc:Fallback>
                <p:oleObj name="Equation" r:id="rId8" imgW="266400" imgH="17748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40470" y="2501460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AF6A3E59-45B4-4D6B-9135-A3242EA205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669536"/>
              </p:ext>
            </p:extLst>
          </p:nvPr>
        </p:nvGraphicFramePr>
        <p:xfrm>
          <a:off x="4506310" y="294027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9" name="Equation" r:id="rId10" imgW="279360" imgH="368280" progId="Equation.DSMT4">
                  <p:embed/>
                </p:oleObj>
              </mc:Choice>
              <mc:Fallback>
                <p:oleObj name="Equation" r:id="rId10" imgW="279360" imgH="36828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06310" y="2940270"/>
                        <a:ext cx="279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53120959-B4C6-4BF6-B84F-0A7CE5B074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239889"/>
              </p:ext>
            </p:extLst>
          </p:nvPr>
        </p:nvGraphicFramePr>
        <p:xfrm>
          <a:off x="5791200" y="243840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0" name="Equation" r:id="rId12" imgW="228600" imgH="368280" progId="Equation.DSMT4">
                  <p:embed/>
                </p:oleObj>
              </mc:Choice>
              <mc:Fallback>
                <p:oleObj name="Equation" r:id="rId12" imgW="228600" imgH="36828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91200" y="243840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DC96ABAF-9A7D-4628-BEEA-5CAE278E9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403587"/>
              </p:ext>
            </p:extLst>
          </p:nvPr>
        </p:nvGraphicFramePr>
        <p:xfrm>
          <a:off x="5777364" y="2933361"/>
          <a:ext cx="196273" cy="334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1" name="Equation" r:id="rId14" imgW="215640" imgH="368280" progId="Equation.DSMT4">
                  <p:embed/>
                </p:oleObj>
              </mc:Choice>
              <mc:Fallback>
                <p:oleObj name="Equation" r:id="rId14" imgW="215640" imgH="368280" progId="Equation.DSMT4">
                  <p:embed/>
                  <p:pic>
                    <p:nvPicPr>
                      <p:cNvPr id="25" name="Object 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77364" y="2933361"/>
                        <a:ext cx="196273" cy="334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5D4F0520-69A3-4794-8BDF-74AD47107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513946"/>
              </p:ext>
            </p:extLst>
          </p:nvPr>
        </p:nvGraphicFramePr>
        <p:xfrm>
          <a:off x="1100960" y="8523890"/>
          <a:ext cx="800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2" name="Equation" r:id="rId16" imgW="799920" imgH="177480" progId="Equation.DSMT4">
                  <p:embed/>
                </p:oleObj>
              </mc:Choice>
              <mc:Fallback>
                <p:oleObj name="Equation" r:id="rId16" imgW="799920" imgH="177480" progId="Equation.DSMT4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00960" y="8523890"/>
                        <a:ext cx="800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CB4BD731-C360-4B71-8649-86BE93BAF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117169"/>
              </p:ext>
            </p:extLst>
          </p:nvPr>
        </p:nvGraphicFramePr>
        <p:xfrm>
          <a:off x="1098330" y="8794530"/>
          <a:ext cx="914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3" name="Equation" r:id="rId18" imgW="914400" imgH="177480" progId="Equation.DSMT4">
                  <p:embed/>
                </p:oleObj>
              </mc:Choice>
              <mc:Fallback>
                <p:oleObj name="Equation" r:id="rId18" imgW="914400" imgH="177480" progId="Equation.DSMT4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98330" y="8794530"/>
                        <a:ext cx="914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90D7CB36-5083-43F7-B276-FC01634B6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987731"/>
              </p:ext>
            </p:extLst>
          </p:nvPr>
        </p:nvGraphicFramePr>
        <p:xfrm>
          <a:off x="1090450" y="9078310"/>
          <a:ext cx="698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4" name="Equation" r:id="rId20" imgW="698400" imgH="177480" progId="Equation.DSMT4">
                  <p:embed/>
                </p:oleObj>
              </mc:Choice>
              <mc:Fallback>
                <p:oleObj name="Equation" r:id="rId20" imgW="698400" imgH="177480" progId="Equation.DSMT4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90450" y="9078310"/>
                        <a:ext cx="698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0F70DB12-D94F-4942-9C6C-F25599135B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415040"/>
              </p:ext>
            </p:extLst>
          </p:nvPr>
        </p:nvGraphicFramePr>
        <p:xfrm>
          <a:off x="1090450" y="9327930"/>
          <a:ext cx="698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5" name="Equation" r:id="rId22" imgW="698400" imgH="177480" progId="Equation.DSMT4">
                  <p:embed/>
                </p:oleObj>
              </mc:Choice>
              <mc:Fallback>
                <p:oleObj name="Equation" r:id="rId22" imgW="698400" imgH="177480" progId="Equation.DSMT4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90450" y="9327930"/>
                        <a:ext cx="698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2451</Words>
  <Application>Microsoft Office PowerPoint</Application>
  <PresentationFormat>Custom</PresentationFormat>
  <Paragraphs>154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Algebra 2 Final Exam</dc:title>
  <dc:creator>allth</dc:creator>
  <cp:lastModifiedBy>Gina Wilson</cp:lastModifiedBy>
  <cp:revision>198</cp:revision>
  <dcterms:created xsi:type="dcterms:W3CDTF">2018-02-09T12:36:55Z</dcterms:created>
  <dcterms:modified xsi:type="dcterms:W3CDTF">2020-10-19T16:52:08Z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2016-04-26T00:00:00Z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2018-02-09T00:00:00Z</vt:filetime>
  </property>
</Properties>
</file>