
<file path=[Content_Types].xml><?xml version="1.0" encoding="utf-8"?>
<Types xmlns="http://schemas.openxmlformats.org/package/2006/content-types">
  <Default Extension="bin" ContentType="application/vnd.openxmlformats-officedocument.oleObject"/>
  <Default Extension="JP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7772400" cy="100584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814" autoAdjust="0"/>
  </p:normalViewPr>
  <p:slideViewPr>
    <p:cSldViewPr>
      <p:cViewPr varScale="1">
        <p:scale>
          <a:sx n="70" d="100"/>
          <a:sy n="70" d="100"/>
        </p:scale>
        <p:origin x="1308" y="3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>Gina Wilson </a:t>
            </a:r>
            <a:r>
              <a:rPr spc="-5" dirty="0"/>
              <a:t>(All </a:t>
            </a:r>
            <a:r>
              <a:rPr dirty="0"/>
              <a:t>Things Algebra),</a:t>
            </a:r>
            <a:r>
              <a:rPr spc="-10" dirty="0"/>
              <a:t> </a:t>
            </a:r>
            <a:r>
              <a:rPr dirty="0"/>
              <a:t>2015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6/13/2022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>Gina Wilson </a:t>
            </a:r>
            <a:r>
              <a:rPr spc="-5" dirty="0"/>
              <a:t>(All </a:t>
            </a:r>
            <a:r>
              <a:rPr dirty="0"/>
              <a:t>Things Algebra),</a:t>
            </a:r>
            <a:r>
              <a:rPr spc="-10" dirty="0"/>
              <a:t> </a:t>
            </a:r>
            <a:r>
              <a:rPr dirty="0"/>
              <a:t>2015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6/13/2022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>Gina Wilson </a:t>
            </a:r>
            <a:r>
              <a:rPr spc="-5" dirty="0"/>
              <a:t>(All </a:t>
            </a:r>
            <a:r>
              <a:rPr dirty="0"/>
              <a:t>Things Algebra),</a:t>
            </a:r>
            <a:r>
              <a:rPr spc="-10" dirty="0"/>
              <a:t> </a:t>
            </a:r>
            <a:r>
              <a:rPr dirty="0"/>
              <a:t>2015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6/13/2022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>Gina Wilson </a:t>
            </a:r>
            <a:r>
              <a:rPr spc="-5" dirty="0"/>
              <a:t>(All </a:t>
            </a:r>
            <a:r>
              <a:rPr dirty="0"/>
              <a:t>Things Algebra),</a:t>
            </a:r>
            <a:r>
              <a:rPr spc="-10" dirty="0"/>
              <a:t> </a:t>
            </a:r>
            <a:r>
              <a:rPr dirty="0"/>
              <a:t>2015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6/13/2022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>Gina Wilson </a:t>
            </a:r>
            <a:r>
              <a:rPr spc="-5" dirty="0"/>
              <a:t>(All </a:t>
            </a:r>
            <a:r>
              <a:rPr dirty="0"/>
              <a:t>Things Algebra),</a:t>
            </a:r>
            <a:r>
              <a:rPr spc="-10" dirty="0"/>
              <a:t> </a:t>
            </a:r>
            <a:r>
              <a:rPr dirty="0"/>
              <a:t>2015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6/13/2022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010478" y="9781899"/>
            <a:ext cx="1417320" cy="1155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>Gina Wilson </a:t>
            </a:r>
            <a:r>
              <a:rPr spc="-5" dirty="0"/>
              <a:t>(All </a:t>
            </a:r>
            <a:r>
              <a:rPr dirty="0"/>
              <a:t>Things Algebra),</a:t>
            </a:r>
            <a:r>
              <a:rPr spc="-10" dirty="0"/>
              <a:t> </a:t>
            </a:r>
            <a:r>
              <a:rPr dirty="0"/>
              <a:t>2015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6/13/2022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wmf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5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7.w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13" Type="http://schemas.openxmlformats.org/officeDocument/2006/relationships/oleObject" Target="../embeddings/oleObject12.bin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12" Type="http://schemas.openxmlformats.org/officeDocument/2006/relationships/image" Target="../media/image13.wmf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wmf"/><Relationship Id="rId11" Type="http://schemas.openxmlformats.org/officeDocument/2006/relationships/oleObject" Target="../embeddings/oleObject11.bin"/><Relationship Id="rId5" Type="http://schemas.openxmlformats.org/officeDocument/2006/relationships/oleObject" Target="../embeddings/oleObject8.bin"/><Relationship Id="rId10" Type="http://schemas.openxmlformats.org/officeDocument/2006/relationships/image" Target="../media/image12.wmf"/><Relationship Id="rId4" Type="http://schemas.openxmlformats.org/officeDocument/2006/relationships/image" Target="../media/image9.wmf"/><Relationship Id="rId9" Type="http://schemas.openxmlformats.org/officeDocument/2006/relationships/oleObject" Target="../embeddings/oleObject10.bin"/><Relationship Id="rId14" Type="http://schemas.openxmlformats.org/officeDocument/2006/relationships/image" Target="../media/image14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56AA5064-8E3A-DF7D-0098-B2178FB2A792}"/>
              </a:ext>
            </a:extLst>
          </p:cNvPr>
          <p:cNvSpPr/>
          <p:nvPr/>
        </p:nvSpPr>
        <p:spPr>
          <a:xfrm>
            <a:off x="418411" y="1517857"/>
            <a:ext cx="15007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Find each quotient.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153A02D-C3AB-3A84-1CA4-EEAC06B7B738}"/>
              </a:ext>
            </a:extLst>
          </p:cNvPr>
          <p:cNvSpPr/>
          <p:nvPr/>
        </p:nvSpPr>
        <p:spPr>
          <a:xfrm>
            <a:off x="413342" y="1757538"/>
            <a:ext cx="3032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aphicFrame>
        <p:nvGraphicFramePr>
          <p:cNvPr id="26" name="Object 25">
            <a:extLst>
              <a:ext uri="{FF2B5EF4-FFF2-40B4-BE49-F238E27FC236}">
                <a16:creationId xmlns:a16="http://schemas.microsoft.com/office/drawing/2014/main" id="{548D25AC-9784-EA97-757A-220139A5B91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5502" y="1780393"/>
          <a:ext cx="14351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34960" imgH="215640" progId="Equation.DSMT4">
                  <p:embed/>
                </p:oleObj>
              </mc:Choice>
              <mc:Fallback>
                <p:oleObj name="Equation" r:id="rId3" imgW="1434960" imgH="215640" progId="Equation.DSMT4">
                  <p:embed/>
                  <p:pic>
                    <p:nvPicPr>
                      <p:cNvPr id="22" name="Object 21">
                        <a:extLst>
                          <a:ext uri="{FF2B5EF4-FFF2-40B4-BE49-F238E27FC236}">
                            <a16:creationId xmlns:a16="http://schemas.microsoft.com/office/drawing/2014/main" id="{89C76135-4A7C-C9DE-96C1-4641566175A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55502" y="1780393"/>
                        <a:ext cx="14351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6">
            <a:extLst>
              <a:ext uri="{FF2B5EF4-FFF2-40B4-BE49-F238E27FC236}">
                <a16:creationId xmlns:a16="http://schemas.microsoft.com/office/drawing/2014/main" id="{0F3BEDA7-E03B-7D70-D897-44160B48D2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76372" y="1775423"/>
          <a:ext cx="14097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409400" imgH="215640" progId="Equation.DSMT4">
                  <p:embed/>
                </p:oleObj>
              </mc:Choice>
              <mc:Fallback>
                <p:oleObj name="Equation" r:id="rId5" imgW="1409400" imgH="215640" progId="Equation.DSMT4">
                  <p:embed/>
                  <p:pic>
                    <p:nvPicPr>
                      <p:cNvPr id="24" name="Object 23">
                        <a:extLst>
                          <a:ext uri="{FF2B5EF4-FFF2-40B4-BE49-F238E27FC236}">
                            <a16:creationId xmlns:a16="http://schemas.microsoft.com/office/drawing/2014/main" id="{D5D3E0D5-C1B9-0F8F-2C6F-7541C2408B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176372" y="1775423"/>
                        <a:ext cx="14097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Rectangle 28">
            <a:extLst>
              <a:ext uri="{FF2B5EF4-FFF2-40B4-BE49-F238E27FC236}">
                <a16:creationId xmlns:a16="http://schemas.microsoft.com/office/drawing/2014/main" id="{089EFC95-D1BB-48A2-F7DA-18A2DD73B556}"/>
              </a:ext>
            </a:extLst>
          </p:cNvPr>
          <p:cNvSpPr/>
          <p:nvPr/>
        </p:nvSpPr>
        <p:spPr>
          <a:xfrm>
            <a:off x="2922768" y="1757538"/>
            <a:ext cx="3032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2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A5F0AC4-2661-3664-0ECB-D1AD484B57A5}"/>
              </a:ext>
            </a:extLst>
          </p:cNvPr>
          <p:cNvSpPr/>
          <p:nvPr/>
        </p:nvSpPr>
        <p:spPr>
          <a:xfrm>
            <a:off x="418411" y="4451645"/>
            <a:ext cx="3032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3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aphicFrame>
        <p:nvGraphicFramePr>
          <p:cNvPr id="31" name="Object 30">
            <a:extLst>
              <a:ext uri="{FF2B5EF4-FFF2-40B4-BE49-F238E27FC236}">
                <a16:creationId xmlns:a16="http://schemas.microsoft.com/office/drawing/2014/main" id="{F6577AA0-0D54-F55E-2E8B-2B4ACC08D2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5502" y="4474500"/>
          <a:ext cx="17399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739880" imgH="215640" progId="Equation.DSMT4">
                  <p:embed/>
                </p:oleObj>
              </mc:Choice>
              <mc:Fallback>
                <p:oleObj name="Equation" r:id="rId7" imgW="1739880" imgH="215640" progId="Equation.DSMT4">
                  <p:embed/>
                  <p:pic>
                    <p:nvPicPr>
                      <p:cNvPr id="36" name="Object 35">
                        <a:extLst>
                          <a:ext uri="{FF2B5EF4-FFF2-40B4-BE49-F238E27FC236}">
                            <a16:creationId xmlns:a16="http://schemas.microsoft.com/office/drawing/2014/main" id="{E763B520-FE14-B9F8-FE28-662A6853E0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55502" y="4474500"/>
                        <a:ext cx="17399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Rectangle 31">
            <a:extLst>
              <a:ext uri="{FF2B5EF4-FFF2-40B4-BE49-F238E27FC236}">
                <a16:creationId xmlns:a16="http://schemas.microsoft.com/office/drawing/2014/main" id="{47B5525D-4DFC-D6C3-ECA3-2FDE87B238CC}"/>
              </a:ext>
            </a:extLst>
          </p:cNvPr>
          <p:cNvSpPr/>
          <p:nvPr/>
        </p:nvSpPr>
        <p:spPr>
          <a:xfrm>
            <a:off x="2927837" y="4451645"/>
            <a:ext cx="3032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</a:rPr>
              <a:t>4.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2D737AE-8F1F-8FD3-948A-A87710C59E2A}"/>
              </a:ext>
            </a:extLst>
          </p:cNvPr>
          <p:cNvSpPr/>
          <p:nvPr/>
        </p:nvSpPr>
        <p:spPr>
          <a:xfrm>
            <a:off x="446210" y="7248578"/>
            <a:ext cx="3032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5.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aphicFrame>
        <p:nvGraphicFramePr>
          <p:cNvPr id="35" name="Object 34">
            <a:extLst>
              <a:ext uri="{FF2B5EF4-FFF2-40B4-BE49-F238E27FC236}">
                <a16:creationId xmlns:a16="http://schemas.microsoft.com/office/drawing/2014/main" id="{935D7F7A-9D8C-C89C-66B4-8900B04EAA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87700" y="4479925"/>
          <a:ext cx="19177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917360" imgH="215640" progId="Equation.DSMT4">
                  <p:embed/>
                </p:oleObj>
              </mc:Choice>
              <mc:Fallback>
                <p:oleObj name="Equation" r:id="rId9" imgW="1917360" imgH="215640" progId="Equation.DSMT4">
                  <p:embed/>
                  <p:pic>
                    <p:nvPicPr>
                      <p:cNvPr id="39" name="Object 38">
                        <a:extLst>
                          <a:ext uri="{FF2B5EF4-FFF2-40B4-BE49-F238E27FC236}">
                            <a16:creationId xmlns:a16="http://schemas.microsoft.com/office/drawing/2014/main" id="{FFB202E3-AD22-2D37-6079-76B4341DCCD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187700" y="4479925"/>
                        <a:ext cx="19177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Rectangle 39">
            <a:extLst>
              <a:ext uri="{FF2B5EF4-FFF2-40B4-BE49-F238E27FC236}">
                <a16:creationId xmlns:a16="http://schemas.microsoft.com/office/drawing/2014/main" id="{8871A8B9-C41D-B9FE-9522-985B962E0B1A}"/>
              </a:ext>
            </a:extLst>
          </p:cNvPr>
          <p:cNvSpPr/>
          <p:nvPr/>
        </p:nvSpPr>
        <p:spPr>
          <a:xfrm>
            <a:off x="2955636" y="7248578"/>
            <a:ext cx="3032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</a:rPr>
              <a:t>6.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aphicFrame>
        <p:nvGraphicFramePr>
          <p:cNvPr id="47" name="Object 46">
            <a:extLst>
              <a:ext uri="{FF2B5EF4-FFF2-40B4-BE49-F238E27FC236}">
                <a16:creationId xmlns:a16="http://schemas.microsoft.com/office/drawing/2014/main" id="{ED7936C1-77C1-DEFB-FB1A-9EAE85D2DC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6630" y="7272701"/>
          <a:ext cx="13716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371600" imgH="215640" progId="Equation.DSMT4">
                  <p:embed/>
                </p:oleObj>
              </mc:Choice>
              <mc:Fallback>
                <p:oleObj name="Equation" r:id="rId11" imgW="1371600" imgH="215640" progId="Equation.DSMT4">
                  <p:embed/>
                  <p:pic>
                    <p:nvPicPr>
                      <p:cNvPr id="42" name="Object 41">
                        <a:extLst>
                          <a:ext uri="{FF2B5EF4-FFF2-40B4-BE49-F238E27FC236}">
                            <a16:creationId xmlns:a16="http://schemas.microsoft.com/office/drawing/2014/main" id="{4A219171-A181-C8A4-48F7-291F3ECF08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16630" y="7272701"/>
                        <a:ext cx="13716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B5552FF7-E7D4-1D78-6653-601B4870A5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25904" y="7276703"/>
          <a:ext cx="18288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828800" imgH="215640" progId="Equation.DSMT4">
                  <p:embed/>
                </p:oleObj>
              </mc:Choice>
              <mc:Fallback>
                <p:oleObj name="Equation" r:id="rId13" imgW="1828800" imgH="215640" progId="Equation.DSMT4">
                  <p:embed/>
                  <p:pic>
                    <p:nvPicPr>
                      <p:cNvPr id="43" name="Object 42">
                        <a:extLst>
                          <a:ext uri="{FF2B5EF4-FFF2-40B4-BE49-F238E27FC236}">
                            <a16:creationId xmlns:a16="http://schemas.microsoft.com/office/drawing/2014/main" id="{1FFDFC61-61E8-6B7A-0F9D-74AAC0171D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225904" y="7276703"/>
                        <a:ext cx="18288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9E70EA90-5C62-F99E-5029-875D9A2771C3}"/>
              </a:ext>
            </a:extLst>
          </p:cNvPr>
          <p:cNvSpPr/>
          <p:nvPr/>
        </p:nvSpPr>
        <p:spPr>
          <a:xfrm>
            <a:off x="447675" y="4867275"/>
            <a:ext cx="6438900" cy="446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Given </a:t>
            </a:r>
            <a:r>
              <a:rPr lang="en-US" sz="12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(</a:t>
            </a:r>
            <a:r>
              <a:rPr lang="en-US" sz="12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) = </a:t>
            </a:r>
            <a:r>
              <a:rPr lang="en-US" sz="12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+ 5, </a:t>
            </a:r>
            <a:r>
              <a:rPr lang="en-US" sz="12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(</a:t>
            </a:r>
            <a:r>
              <a:rPr lang="en-US" sz="12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) = </a:t>
            </a:r>
            <a:r>
              <a:rPr lang="en-US" sz="12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US" sz="1100" b="1" baseline="300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2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– 9, and </a:t>
            </a:r>
            <a:r>
              <a:rPr lang="en-US" sz="12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(</a:t>
            </a:r>
            <a:r>
              <a:rPr lang="en-US" sz="12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) = </a:t>
            </a:r>
            <a:r>
              <a:rPr lang="en-US" sz="12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US" sz="1100" b="1" baseline="300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2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– 10</a:t>
            </a:r>
            <a:r>
              <a:rPr lang="en-US" sz="12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+ 7, find each function.  </a:t>
            </a:r>
            <a:b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State any restrictions in the domain.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BAD6556-2648-B471-0BB7-736BCF3CDAFC}"/>
              </a:ext>
            </a:extLst>
          </p:cNvPr>
          <p:cNvSpPr/>
          <p:nvPr/>
        </p:nvSpPr>
        <p:spPr>
          <a:xfrm>
            <a:off x="457200" y="5316071"/>
            <a:ext cx="3032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9.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DD77FD6-B329-EC52-193F-B23D17794172}"/>
              </a:ext>
            </a:extLst>
          </p:cNvPr>
          <p:cNvSpPr/>
          <p:nvPr/>
        </p:nvSpPr>
        <p:spPr>
          <a:xfrm>
            <a:off x="3170971" y="5316071"/>
            <a:ext cx="42191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</a:rPr>
              <a:t>10. 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D9AFB6F-A0EE-C5B9-BDE4-5712A51A929C}"/>
              </a:ext>
            </a:extLst>
          </p:cNvPr>
          <p:cNvSpPr/>
          <p:nvPr/>
        </p:nvSpPr>
        <p:spPr>
          <a:xfrm>
            <a:off x="447675" y="6657975"/>
            <a:ext cx="38183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</a:rPr>
              <a:t>11.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828BD1C-C404-5206-2A59-389548A2D1D0}"/>
              </a:ext>
            </a:extLst>
          </p:cNvPr>
          <p:cNvSpPr/>
          <p:nvPr/>
        </p:nvSpPr>
        <p:spPr>
          <a:xfrm>
            <a:off x="3180496" y="6553200"/>
            <a:ext cx="42191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</a:rPr>
              <a:t>12. </a:t>
            </a:r>
          </a:p>
        </p:txBody>
      </p:sp>
      <p:graphicFrame>
        <p:nvGraphicFramePr>
          <p:cNvPr id="45" name="Object 44">
            <a:extLst>
              <a:ext uri="{FF2B5EF4-FFF2-40B4-BE49-F238E27FC236}">
                <a16:creationId xmlns:a16="http://schemas.microsoft.com/office/drawing/2014/main" id="{65E077E2-1D0C-FAFB-B82E-98A75E830B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8500" y="5345113"/>
          <a:ext cx="6350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34680" imgH="203040" progId="Equation.DSMT4">
                  <p:embed/>
                </p:oleObj>
              </mc:Choice>
              <mc:Fallback>
                <p:oleObj name="Equation" r:id="rId3" imgW="634680" imgH="203040" progId="Equation.DSMT4">
                  <p:embed/>
                  <p:pic>
                    <p:nvPicPr>
                      <p:cNvPr id="23" name="Object 22">
                        <a:extLst>
                          <a:ext uri="{FF2B5EF4-FFF2-40B4-BE49-F238E27FC236}">
                            <a16:creationId xmlns:a16="http://schemas.microsoft.com/office/drawing/2014/main" id="{79E3A675-D466-9FA4-FA26-A9B26A08E9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98500" y="5345113"/>
                        <a:ext cx="6350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Object 45">
            <a:extLst>
              <a:ext uri="{FF2B5EF4-FFF2-40B4-BE49-F238E27FC236}">
                <a16:creationId xmlns:a16="http://schemas.microsoft.com/office/drawing/2014/main" id="{43E0C4C9-9EC3-12AC-756A-85307398DC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03613" y="5363191"/>
          <a:ext cx="5969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96880" imgH="203040" progId="Equation.DSMT4">
                  <p:embed/>
                </p:oleObj>
              </mc:Choice>
              <mc:Fallback>
                <p:oleObj name="Equation" r:id="rId5" imgW="596880" imgH="203040" progId="Equation.DSMT4">
                  <p:embed/>
                  <p:pic>
                    <p:nvPicPr>
                      <p:cNvPr id="24" name="Object 23">
                        <a:extLst>
                          <a:ext uri="{FF2B5EF4-FFF2-40B4-BE49-F238E27FC236}">
                            <a16:creationId xmlns:a16="http://schemas.microsoft.com/office/drawing/2014/main" id="{49FC50A7-1D0C-9AE4-6649-BDCAAAFA20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503613" y="5363191"/>
                        <a:ext cx="5969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Object 46">
            <a:extLst>
              <a:ext uri="{FF2B5EF4-FFF2-40B4-BE49-F238E27FC236}">
                <a16:creationId xmlns:a16="http://schemas.microsoft.com/office/drawing/2014/main" id="{CE08F9B2-7E49-02A4-E659-6525789A6A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8350" y="6572250"/>
          <a:ext cx="4953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95000" imgH="431640" progId="Equation.DSMT4">
                  <p:embed/>
                </p:oleObj>
              </mc:Choice>
              <mc:Fallback>
                <p:oleObj name="Equation" r:id="rId7" imgW="495000" imgH="431640" progId="Equation.DSMT4">
                  <p:embed/>
                  <p:pic>
                    <p:nvPicPr>
                      <p:cNvPr id="25" name="Object 24">
                        <a:extLst>
                          <a:ext uri="{FF2B5EF4-FFF2-40B4-BE49-F238E27FC236}">
                            <a16:creationId xmlns:a16="http://schemas.microsoft.com/office/drawing/2014/main" id="{9C1495C9-A295-24C6-5CA2-D4C83D3ACB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68350" y="6572250"/>
                        <a:ext cx="4953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F01CE6C5-66DC-5F9E-1540-0FA2FC6899E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03613" y="6591133"/>
          <a:ext cx="6350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634680" imgH="203040" progId="Equation.DSMT4">
                  <p:embed/>
                </p:oleObj>
              </mc:Choice>
              <mc:Fallback>
                <p:oleObj name="Equation" r:id="rId9" imgW="634680" imgH="203040" progId="Equation.DSMT4">
                  <p:embed/>
                  <p:pic>
                    <p:nvPicPr>
                      <p:cNvPr id="26" name="Object 25">
                        <a:extLst>
                          <a:ext uri="{FF2B5EF4-FFF2-40B4-BE49-F238E27FC236}">
                            <a16:creationId xmlns:a16="http://schemas.microsoft.com/office/drawing/2014/main" id="{7B419118-3287-FE93-478B-6292AD12CC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503613" y="6591133"/>
                        <a:ext cx="6350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" name="Rectangle 48">
            <a:extLst>
              <a:ext uri="{FF2B5EF4-FFF2-40B4-BE49-F238E27FC236}">
                <a16:creationId xmlns:a16="http://schemas.microsoft.com/office/drawing/2014/main" id="{359E439D-7DFD-70AB-D895-12AC72F6A547}"/>
              </a:ext>
            </a:extLst>
          </p:cNvPr>
          <p:cNvSpPr/>
          <p:nvPr/>
        </p:nvSpPr>
        <p:spPr>
          <a:xfrm>
            <a:off x="438150" y="8077200"/>
            <a:ext cx="191110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Find each function value.</a:t>
            </a:r>
            <a:endParaRPr lang="en-US" sz="1100" dirty="0">
              <a:latin typeface="Century Gothic" panose="020B0502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A5DF23B-ED4C-C06F-5AE7-0FC59CBB0D52}"/>
              </a:ext>
            </a:extLst>
          </p:cNvPr>
          <p:cNvSpPr/>
          <p:nvPr/>
        </p:nvSpPr>
        <p:spPr>
          <a:xfrm>
            <a:off x="457200" y="8305800"/>
            <a:ext cx="40107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13.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38BD6D1-8C3A-D0AE-D4C9-FE6DBEA141E8}"/>
              </a:ext>
            </a:extLst>
          </p:cNvPr>
          <p:cNvSpPr/>
          <p:nvPr/>
        </p:nvSpPr>
        <p:spPr>
          <a:xfrm>
            <a:off x="3228121" y="8324850"/>
            <a:ext cx="44435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14. </a:t>
            </a:r>
            <a:endParaRPr lang="en-US" dirty="0">
              <a:latin typeface="Century Gothic" panose="020B0502020202020204" pitchFamily="34" charset="0"/>
            </a:endParaRPr>
          </a:p>
        </p:txBody>
      </p:sp>
      <p:graphicFrame>
        <p:nvGraphicFramePr>
          <p:cNvPr id="52" name="Object 51">
            <a:extLst>
              <a:ext uri="{FF2B5EF4-FFF2-40B4-BE49-F238E27FC236}">
                <a16:creationId xmlns:a16="http://schemas.microsoft.com/office/drawing/2014/main" id="{3ADB0680-4D1D-E9DC-B79C-CB8EDAD5AE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8200" y="8361413"/>
          <a:ext cx="7239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723600" imgH="203040" progId="Equation.DSMT4">
                  <p:embed/>
                </p:oleObj>
              </mc:Choice>
              <mc:Fallback>
                <p:oleObj name="Equation" r:id="rId11" imgW="723600" imgH="203040" progId="Equation.DSMT4">
                  <p:embed/>
                  <p:pic>
                    <p:nvPicPr>
                      <p:cNvPr id="30" name="Object 29">
                        <a:extLst>
                          <a:ext uri="{FF2B5EF4-FFF2-40B4-BE49-F238E27FC236}">
                            <a16:creationId xmlns:a16="http://schemas.microsoft.com/office/drawing/2014/main" id="{53CCAC5C-3EA1-FB3F-97B3-E9D46139EBE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38200" y="8361413"/>
                        <a:ext cx="7239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Object 52">
            <a:extLst>
              <a:ext uri="{FF2B5EF4-FFF2-40B4-BE49-F238E27FC236}">
                <a16:creationId xmlns:a16="http://schemas.microsoft.com/office/drawing/2014/main" id="{7251EC14-DE32-31A9-6548-60E7F6E0D18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19500" y="8370837"/>
          <a:ext cx="6096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609480" imgH="203040" progId="Equation.DSMT4">
                  <p:embed/>
                </p:oleObj>
              </mc:Choice>
              <mc:Fallback>
                <p:oleObj name="Equation" r:id="rId13" imgW="609480" imgH="203040" progId="Equation.DSMT4">
                  <p:embed/>
                  <p:pic>
                    <p:nvPicPr>
                      <p:cNvPr id="31" name="Object 30">
                        <a:extLst>
                          <a:ext uri="{FF2B5EF4-FFF2-40B4-BE49-F238E27FC236}">
                            <a16:creationId xmlns:a16="http://schemas.microsoft.com/office/drawing/2014/main" id="{C58935E4-1EEC-EAF3-FE8A-E5837E0037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619500" y="8370837"/>
                        <a:ext cx="6096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" name="Rectangle 53">
            <a:extLst>
              <a:ext uri="{FF2B5EF4-FFF2-40B4-BE49-F238E27FC236}">
                <a16:creationId xmlns:a16="http://schemas.microsoft.com/office/drawing/2014/main" id="{34ED7148-89A1-BBAC-7B28-761E98F99FD4}"/>
              </a:ext>
            </a:extLst>
          </p:cNvPr>
          <p:cNvSpPr/>
          <p:nvPr/>
        </p:nvSpPr>
        <p:spPr>
          <a:xfrm>
            <a:off x="457200" y="674924"/>
            <a:ext cx="49530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7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. 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If </a:t>
            </a:r>
            <a:r>
              <a:rPr lang="en-US" sz="12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(</a:t>
            </a:r>
            <a:r>
              <a:rPr lang="en-US" sz="12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) = 3</a:t>
            </a:r>
            <a:r>
              <a:rPr lang="en-US" sz="12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US" sz="1100" b="1" baseline="300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4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– 8</a:t>
            </a:r>
            <a:r>
              <a:rPr lang="en-US" sz="12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US" sz="1100" b="1" baseline="300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3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+ 14</a:t>
            </a:r>
            <a:r>
              <a:rPr lang="en-US" sz="12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– 29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, use the Remainder Theorem to find 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lang="en-US" sz="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2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42FA145-84C8-EC96-E16F-CF7E41EB356E}"/>
              </a:ext>
            </a:extLst>
          </p:cNvPr>
          <p:cNvSpPr/>
          <p:nvPr/>
        </p:nvSpPr>
        <p:spPr>
          <a:xfrm>
            <a:off x="482005" y="2719554"/>
            <a:ext cx="6528392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8. 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The population 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of an endangered species can be modeled by the function </a:t>
            </a:r>
            <a:b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</a:b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   </a:t>
            </a:r>
            <a:r>
              <a:rPr lang="en-US" sz="12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(</a:t>
            </a:r>
            <a:r>
              <a:rPr lang="en-US" sz="12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) = -</a:t>
            </a:r>
            <a:r>
              <a:rPr lang="en-US" sz="12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US" sz="1100" b="1" baseline="300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3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+ 32</a:t>
            </a:r>
            <a:r>
              <a:rPr lang="en-US" sz="12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US" sz="1100" b="1" baseline="300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2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– 50</a:t>
            </a:r>
            <a:r>
              <a:rPr lang="en-US" sz="12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+ 450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, where 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is the years since 2010.  Use the Remainder </a:t>
            </a:r>
            <a:b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</a:b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   Theorem to find the population of the species in 2024.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157</Words>
  <Application>Microsoft Office PowerPoint</Application>
  <PresentationFormat>Custom</PresentationFormat>
  <Paragraphs>17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Calibri</vt:lpstr>
      <vt:lpstr>Century Gothic</vt:lpstr>
      <vt:lpstr>Tahoma</vt:lpstr>
      <vt:lpstr>Times New Roman</vt:lpstr>
      <vt:lpstr>Office Theme</vt:lpstr>
      <vt:lpstr>Equation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Word - 11 - Quiz 5-1</dc:title>
  <dc:creator>Gina</dc:creator>
  <cp:lastModifiedBy>Gina Wilson</cp:lastModifiedBy>
  <cp:revision>42</cp:revision>
  <dcterms:created xsi:type="dcterms:W3CDTF">2017-10-16T11:23:21Z</dcterms:created>
  <dcterms:modified xsi:type="dcterms:W3CDTF">2022-06-13T19:50:23Z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2015-08-13T00:00:00Z</vt:filetime>
  </property>
  <property fmtid="{D5CDD505-2E9C-101B-9397-08002B2CF9AE}" pid="3" name="Creator">
    <vt:lpwstr>PrimoPDF http://www.primopdf.com</vt:lpwstr>
  </property>
  <property fmtid="{D5CDD505-2E9C-101B-9397-08002B2CF9AE}" pid="4" name="LastSaved">
    <vt:filetime>2017-10-16T00:00:00Z</vt:filetime>
  </property>
</Properties>
</file>