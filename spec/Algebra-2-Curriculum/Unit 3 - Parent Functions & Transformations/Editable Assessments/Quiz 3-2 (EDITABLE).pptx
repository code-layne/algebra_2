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1418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475231" y="1507236"/>
            <a:ext cx="94615" cy="0"/>
          </a:xfrm>
          <a:custGeom>
            <a:avLst/>
            <a:gdLst/>
            <a:ahLst/>
            <a:cxnLst/>
            <a:rect l="l" t="t" r="r" b="b"/>
            <a:pathLst>
              <a:path w="94615">
                <a:moveTo>
                  <a:pt x="0" y="0"/>
                </a:moveTo>
                <a:lnTo>
                  <a:pt x="94487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95632" y="9811271"/>
            <a:ext cx="1417954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4.png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3.wmf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object 6">
            <a:extLst>
              <a:ext uri="{FF2B5EF4-FFF2-40B4-BE49-F238E27FC236}">
                <a16:creationId xmlns:a16="http://schemas.microsoft.com/office/drawing/2014/main" id="{7452C9C9-69A1-4FC9-A110-307BF732060F}"/>
              </a:ext>
            </a:extLst>
          </p:cNvPr>
          <p:cNvSpPr txBox="1"/>
          <p:nvPr/>
        </p:nvSpPr>
        <p:spPr>
          <a:xfrm>
            <a:off x="627379" y="2308890"/>
            <a:ext cx="1430021" cy="1769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-5" dirty="0">
                <a:latin typeface="Century Gothic" panose="020B0502020202020204" pitchFamily="34" charset="0"/>
                <a:cs typeface="Tahoma"/>
              </a:rPr>
              <a:t>2.  </a:t>
            </a:r>
            <a:r>
              <a:rPr sz="1150" spc="-5" dirty="0">
                <a:latin typeface="Century Gothic" panose="020B0502020202020204" pitchFamily="34" charset="0"/>
                <a:cs typeface="Tahoma"/>
              </a:rPr>
              <a:t>Absolute</a:t>
            </a:r>
            <a:r>
              <a:rPr sz="1150" spc="-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50" spc="-5" dirty="0">
                <a:latin typeface="Century Gothic" panose="020B0502020202020204" pitchFamily="34" charset="0"/>
                <a:cs typeface="Tahoma"/>
              </a:rPr>
              <a:t>Value</a:t>
            </a:r>
            <a:endParaRPr sz="115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667A363-C557-4BDB-A371-D821814ED1A5}"/>
              </a:ext>
            </a:extLst>
          </p:cNvPr>
          <p:cNvSpPr/>
          <p:nvPr/>
        </p:nvSpPr>
        <p:spPr>
          <a:xfrm>
            <a:off x="551246" y="1652189"/>
            <a:ext cx="4401754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Identify the parent function of each function family.</a:t>
            </a: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\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B13678-AD88-4AEC-816B-AF2166CCF8DF}"/>
              </a:ext>
            </a:extLst>
          </p:cNvPr>
          <p:cNvSpPr/>
          <p:nvPr/>
        </p:nvSpPr>
        <p:spPr>
          <a:xfrm>
            <a:off x="544423" y="1889143"/>
            <a:ext cx="857927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Linear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972F05A-90E5-4D15-8D57-73C3B2F9907B}"/>
              </a:ext>
            </a:extLst>
          </p:cNvPr>
          <p:cNvSpPr/>
          <p:nvPr/>
        </p:nvSpPr>
        <p:spPr>
          <a:xfrm>
            <a:off x="551246" y="2732617"/>
            <a:ext cx="57531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 the transformations that were applied to the parent function.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1500D42-A74E-47DF-9663-55FD316649F4}"/>
              </a:ext>
            </a:extLst>
          </p:cNvPr>
          <p:cNvSpPr/>
          <p:nvPr/>
        </p:nvSpPr>
        <p:spPr>
          <a:xfrm>
            <a:off x="551246" y="3183131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6B3D25C-4E81-4562-8A69-CBA4A9DCEA27}"/>
              </a:ext>
            </a:extLst>
          </p:cNvPr>
          <p:cNvSpPr/>
          <p:nvPr/>
        </p:nvSpPr>
        <p:spPr>
          <a:xfrm>
            <a:off x="551246" y="3674766"/>
            <a:ext cx="309700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7DE4A31-05FB-4553-82F4-33297E55493E}"/>
              </a:ext>
            </a:extLst>
          </p:cNvPr>
          <p:cNvSpPr/>
          <p:nvPr/>
        </p:nvSpPr>
        <p:spPr>
          <a:xfrm>
            <a:off x="557229" y="4176449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699DD498-EA3C-4B01-A2A0-60D988684E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380" y="3198813"/>
          <a:ext cx="914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241200" progId="Equation.DSMT4">
                  <p:embed/>
                </p:oleObj>
              </mc:Choice>
              <mc:Fallback>
                <p:oleObj name="Equation" r:id="rId3" imgW="914400" imgH="241200" progId="Equation.DSMT4">
                  <p:embed/>
                  <p:pic>
                    <p:nvPicPr>
                      <p:cNvPr id="148" name="Object 14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7380" y="3198813"/>
                        <a:ext cx="914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2B927326-87C3-48F9-9CBB-DC08A22BD9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4340" y="3690834"/>
          <a:ext cx="914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241200" progId="Equation.DSMT4">
                  <p:embed/>
                </p:oleObj>
              </mc:Choice>
              <mc:Fallback>
                <p:oleObj name="Equation" r:id="rId5" imgW="914400" imgH="241200" progId="Equation.DSMT4">
                  <p:embed/>
                  <p:pic>
                    <p:nvPicPr>
                      <p:cNvPr id="149" name="Object 1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4340" y="3690834"/>
                        <a:ext cx="914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B7C19AF0-4849-460A-8F03-075B8BA654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914" y="4122979"/>
          <a:ext cx="1066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66680" imgH="368280" progId="Equation.DSMT4">
                  <p:embed/>
                </p:oleObj>
              </mc:Choice>
              <mc:Fallback>
                <p:oleObj name="Equation" r:id="rId7" imgW="1066680" imgH="368280" progId="Equation.DSMT4">
                  <p:embed/>
                  <p:pic>
                    <p:nvPicPr>
                      <p:cNvPr id="150" name="Object 14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8914" y="4122979"/>
                        <a:ext cx="1066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Rectangle 108">
            <a:extLst>
              <a:ext uri="{FF2B5EF4-FFF2-40B4-BE49-F238E27FC236}">
                <a16:creationId xmlns:a16="http://schemas.microsoft.com/office/drawing/2014/main" id="{A5E56A68-F862-4A23-A665-8EF73D055B40}"/>
              </a:ext>
            </a:extLst>
          </p:cNvPr>
          <p:cNvSpPr/>
          <p:nvPr/>
        </p:nvSpPr>
        <p:spPr>
          <a:xfrm>
            <a:off x="551246" y="4723414"/>
            <a:ext cx="4408865" cy="638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Dale graphed the absolute value parent function.  Then,</a:t>
            </a:r>
            <a:b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he reflected the graph over the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-axis, shifted it four units </a:t>
            </a:r>
            <a:b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to the right and three units up.  Give the new equation.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840CD49-3A62-4CA7-A16E-3F599CF3A9F4}"/>
              </a:ext>
            </a:extLst>
          </p:cNvPr>
          <p:cNvSpPr/>
          <p:nvPr/>
        </p:nvSpPr>
        <p:spPr>
          <a:xfrm>
            <a:off x="551246" y="5428871"/>
            <a:ext cx="51435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the vertex, then graph.  State the domain and range.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7ACB7F9-3527-4CC2-981E-9CCDD4632C3A}"/>
              </a:ext>
            </a:extLst>
          </p:cNvPr>
          <p:cNvSpPr/>
          <p:nvPr/>
        </p:nvSpPr>
        <p:spPr>
          <a:xfrm>
            <a:off x="546076" y="5827876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4BE21DD-BE6C-4FA5-A71C-61E798FECC1A}"/>
              </a:ext>
            </a:extLst>
          </p:cNvPr>
          <p:cNvSpPr/>
          <p:nvPr/>
        </p:nvSpPr>
        <p:spPr>
          <a:xfrm>
            <a:off x="546478" y="7849583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57" name="Object 156">
            <a:extLst>
              <a:ext uri="{FF2B5EF4-FFF2-40B4-BE49-F238E27FC236}">
                <a16:creationId xmlns:a16="http://schemas.microsoft.com/office/drawing/2014/main" id="{CB6A8BE9-8F01-4571-A55F-9998D25AA9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150" y="5851525"/>
          <a:ext cx="977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77760" imgH="241200" progId="Equation.DSMT4">
                  <p:embed/>
                </p:oleObj>
              </mc:Choice>
              <mc:Fallback>
                <p:oleObj name="Equation" r:id="rId9" imgW="977760" imgH="241200" progId="Equation.DSMT4">
                  <p:embed/>
                  <p:pic>
                    <p:nvPicPr>
                      <p:cNvPr id="158" name="Object 15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19150" y="5851525"/>
                        <a:ext cx="977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" name="Object 159">
            <a:extLst>
              <a:ext uri="{FF2B5EF4-FFF2-40B4-BE49-F238E27FC236}">
                <a16:creationId xmlns:a16="http://schemas.microsoft.com/office/drawing/2014/main" id="{63D762F3-2A2E-4CB9-83F5-DBDD4400E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7803630"/>
          <a:ext cx="1028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28520" imgH="368280" progId="Equation.DSMT4">
                  <p:embed/>
                </p:oleObj>
              </mc:Choice>
              <mc:Fallback>
                <p:oleObj name="Equation" r:id="rId11" imgW="1028520" imgH="368280" progId="Equation.DSMT4">
                  <p:embed/>
                  <p:pic>
                    <p:nvPicPr>
                      <p:cNvPr id="159" name="Object 15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8200" y="7803630"/>
                        <a:ext cx="1028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C9112F60-687B-4EF5-9130-4D50A86099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5715000"/>
            <a:ext cx="2054530" cy="20667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719F88-87F8-4F64-AC00-297150DFE5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7772400"/>
            <a:ext cx="2054530" cy="20667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58">
            <a:extLst>
              <a:ext uri="{FF2B5EF4-FFF2-40B4-BE49-F238E27FC236}">
                <a16:creationId xmlns:a16="http://schemas.microsoft.com/office/drawing/2014/main" id="{E6727554-7709-442D-B51C-88F8B9D3AF9C}"/>
              </a:ext>
            </a:extLst>
          </p:cNvPr>
          <p:cNvSpPr/>
          <p:nvPr/>
        </p:nvSpPr>
        <p:spPr>
          <a:xfrm>
            <a:off x="1514891" y="1370393"/>
            <a:ext cx="113794" cy="339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92BAB60-F998-4C1F-B84D-900859CEAF12}"/>
              </a:ext>
            </a:extLst>
          </p:cNvPr>
          <p:cNvSpPr/>
          <p:nvPr/>
        </p:nvSpPr>
        <p:spPr>
          <a:xfrm>
            <a:off x="461803" y="1235741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2109D1F-73DD-4D40-AE1A-7D21405C56A4}"/>
              </a:ext>
            </a:extLst>
          </p:cNvPr>
          <p:cNvSpPr/>
          <p:nvPr/>
        </p:nvSpPr>
        <p:spPr>
          <a:xfrm>
            <a:off x="461803" y="3369880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62" name="Object 161">
            <a:extLst>
              <a:ext uri="{FF2B5EF4-FFF2-40B4-BE49-F238E27FC236}">
                <a16:creationId xmlns:a16="http://schemas.microsoft.com/office/drawing/2014/main" id="{09AB930D-FB9B-4194-8D61-39D7CFE0A4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0" y="494665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164880" progId="Equation.DSMT4">
                  <p:embed/>
                </p:oleObj>
              </mc:Choice>
              <mc:Fallback>
                <p:oleObj name="Equation" r:id="rId3" imgW="114120" imgH="164880" progId="Equation.DSMT4">
                  <p:embed/>
                  <p:pic>
                    <p:nvPicPr>
                      <p:cNvPr id="229" name="Object 2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9050" y="4946650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" name="Object 162">
            <a:extLst>
              <a:ext uri="{FF2B5EF4-FFF2-40B4-BE49-F238E27FC236}">
                <a16:creationId xmlns:a16="http://schemas.microsoft.com/office/drawing/2014/main" id="{03C5FAA0-3FB7-4470-8573-0583269374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250" y="1060450"/>
          <a:ext cx="17049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1720" imgH="609480" progId="Equation.DSMT4">
                  <p:embed/>
                </p:oleObj>
              </mc:Choice>
              <mc:Fallback>
                <p:oleObj name="Equation" r:id="rId5" imgW="1701720" imgH="609480" progId="Equation.DSMT4">
                  <p:embed/>
                  <p:pic>
                    <p:nvPicPr>
                      <p:cNvPr id="237" name="Object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" y="1060450"/>
                        <a:ext cx="1704975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" name="Object 163">
            <a:extLst>
              <a:ext uri="{FF2B5EF4-FFF2-40B4-BE49-F238E27FC236}">
                <a16:creationId xmlns:a16="http://schemas.microsoft.com/office/drawing/2014/main" id="{00C48574-D9E8-4E71-9695-9A752D4A76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1878" y="3139190"/>
          <a:ext cx="187483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66600" imgH="749160" progId="Equation.DSMT4">
                  <p:embed/>
                </p:oleObj>
              </mc:Choice>
              <mc:Fallback>
                <p:oleObj name="Equation" r:id="rId7" imgW="1866600" imgH="749160" progId="Equation.DSMT4">
                  <p:embed/>
                  <p:pic>
                    <p:nvPicPr>
                      <p:cNvPr id="239" name="Object 2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878" y="3139190"/>
                        <a:ext cx="1874838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" name="Rectangle 164">
            <a:extLst>
              <a:ext uri="{FF2B5EF4-FFF2-40B4-BE49-F238E27FC236}">
                <a16:creationId xmlns:a16="http://schemas.microsoft.com/office/drawing/2014/main" id="{DDF93981-69E6-4470-B6A5-DDDF402D8531}"/>
              </a:ext>
            </a:extLst>
          </p:cNvPr>
          <p:cNvSpPr/>
          <p:nvPr/>
        </p:nvSpPr>
        <p:spPr>
          <a:xfrm>
            <a:off x="468899" y="5361729"/>
            <a:ext cx="185659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 each inequality.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6" name="Object 165">
            <a:extLst>
              <a:ext uri="{FF2B5EF4-FFF2-40B4-BE49-F238E27FC236}">
                <a16:creationId xmlns:a16="http://schemas.microsoft.com/office/drawing/2014/main" id="{6666D7DD-C004-4128-BB85-54E32C878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0817" y="5719750"/>
          <a:ext cx="92710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27000" imgH="241200" progId="Equation.DSMT4">
                  <p:embed/>
                </p:oleObj>
              </mc:Choice>
              <mc:Fallback>
                <p:oleObj name="Equation" r:id="rId9" imgW="927000" imgH="241200" progId="Equation.DSMT4">
                  <p:embed/>
                  <p:pic>
                    <p:nvPicPr>
                      <p:cNvPr id="246" name="Object 2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817" y="5719750"/>
                        <a:ext cx="927100" cy="23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" name="Rectangle 166">
            <a:extLst>
              <a:ext uri="{FF2B5EF4-FFF2-40B4-BE49-F238E27FC236}">
                <a16:creationId xmlns:a16="http://schemas.microsoft.com/office/drawing/2014/main" id="{5869EAEB-4FB6-4892-AF50-E97615F749BE}"/>
              </a:ext>
            </a:extLst>
          </p:cNvPr>
          <p:cNvSpPr/>
          <p:nvPr/>
        </p:nvSpPr>
        <p:spPr>
          <a:xfrm>
            <a:off x="485155" y="5694743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F9A3174-A180-4536-AEA4-C5F7E0DF7990}"/>
              </a:ext>
            </a:extLst>
          </p:cNvPr>
          <p:cNvSpPr/>
          <p:nvPr/>
        </p:nvSpPr>
        <p:spPr>
          <a:xfrm>
            <a:off x="468899" y="7624236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69" name="Object 168">
            <a:extLst>
              <a:ext uri="{FF2B5EF4-FFF2-40B4-BE49-F238E27FC236}">
                <a16:creationId xmlns:a16="http://schemas.microsoft.com/office/drawing/2014/main" id="{20F81843-ADD6-43EE-8E1B-FC602C61F6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0817" y="7576300"/>
          <a:ext cx="9525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52200" imgH="368280" progId="Equation.DSMT4">
                  <p:embed/>
                </p:oleObj>
              </mc:Choice>
              <mc:Fallback>
                <p:oleObj name="Equation" r:id="rId11" imgW="952200" imgH="368280" progId="Equation.DSMT4">
                  <p:embed/>
                  <p:pic>
                    <p:nvPicPr>
                      <p:cNvPr id="252" name="Object 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817" y="7576300"/>
                        <a:ext cx="9525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F034DF3-C5D4-43B8-B95C-297A1DD2BAB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685800"/>
            <a:ext cx="2054530" cy="20667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09A596-49FC-4C77-AA86-F54546DE76E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2895600"/>
            <a:ext cx="2054530" cy="20667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75CE77-E26C-4D26-944F-8276937338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0" y="5477106"/>
            <a:ext cx="2054530" cy="2066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74901C-07D2-426D-9775-0719C20F68F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0" y="7512204"/>
            <a:ext cx="2054530" cy="20667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105</Words>
  <Application>Microsoft Office PowerPoint</Application>
  <PresentationFormat>Custom</PresentationFormat>
  <Paragraphs>16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Century Gothic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- 11 - Quiz 3-1</dc:title>
  <dc:creator>Gina</dc:creator>
  <cp:lastModifiedBy>Gina Wilson</cp:lastModifiedBy>
  <cp:revision>37</cp:revision>
  <dcterms:created xsi:type="dcterms:W3CDTF">2017-08-16T15:22:09Z</dcterms:created>
  <dcterms:modified xsi:type="dcterms:W3CDTF">2021-05-18T13:25:44Z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2015-06-22T00:00:00Z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2017-08-16T00:00:00Z</vt:filetime>
  </property>
</Properties>
</file>