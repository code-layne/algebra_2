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1418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F9285D-42E8-42F5-B041-B5BA08B17FF8}" type="datetimeFigureOut">
              <a:rPr lang="en-US" smtClean="0"/>
              <a:t>5/18/2021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4925" y="1257300"/>
            <a:ext cx="262255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975C88-C10D-4851-866C-85BB35906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20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75C88-C10D-4851-866C-85BB35906E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56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165" dirty="0"/>
              <a:t>GGiinnaa</a:t>
            </a:r>
            <a:r>
              <a:rPr spc="10" dirty="0"/>
              <a:t> </a:t>
            </a:r>
            <a:r>
              <a:rPr spc="-165" dirty="0"/>
              <a:t>WWiillssoonn</a:t>
            </a:r>
            <a:r>
              <a:rPr spc="10" dirty="0"/>
              <a:t> </a:t>
            </a:r>
            <a:r>
              <a:rPr spc="-120" dirty="0"/>
              <a:t>((AAllll    </a:t>
            </a:r>
            <a:r>
              <a:rPr spc="-155" dirty="0"/>
              <a:t>TThhiinnggss                                                 </a:t>
            </a:r>
            <a:r>
              <a:rPr spc="-145" dirty="0"/>
              <a:t>AAllggeebbrraa)),,            </a:t>
            </a:r>
            <a:r>
              <a:rPr spc="-140" dirty="0"/>
              <a:t> </a:t>
            </a:r>
            <a:r>
              <a:rPr spc="-180" dirty="0"/>
              <a:t>22001155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165" dirty="0"/>
              <a:t>GGiinnaa</a:t>
            </a:r>
            <a:r>
              <a:rPr spc="10" dirty="0"/>
              <a:t> </a:t>
            </a:r>
            <a:r>
              <a:rPr spc="-165" dirty="0"/>
              <a:t>WWiillssoonn</a:t>
            </a:r>
            <a:r>
              <a:rPr spc="10" dirty="0"/>
              <a:t> </a:t>
            </a:r>
            <a:r>
              <a:rPr spc="-120" dirty="0"/>
              <a:t>((AAllll    </a:t>
            </a:r>
            <a:r>
              <a:rPr spc="-155" dirty="0"/>
              <a:t>TThhiinnggss                                                 </a:t>
            </a:r>
            <a:r>
              <a:rPr spc="-145" dirty="0"/>
              <a:t>AAllggeebbrraa)),,            </a:t>
            </a:r>
            <a:r>
              <a:rPr spc="-140" dirty="0"/>
              <a:t> </a:t>
            </a:r>
            <a:r>
              <a:rPr spc="-180" dirty="0"/>
              <a:t>22001155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165" dirty="0"/>
              <a:t>GGiinnaa</a:t>
            </a:r>
            <a:r>
              <a:rPr spc="10" dirty="0"/>
              <a:t> </a:t>
            </a:r>
            <a:r>
              <a:rPr spc="-165" dirty="0"/>
              <a:t>WWiillssoonn</a:t>
            </a:r>
            <a:r>
              <a:rPr spc="10" dirty="0"/>
              <a:t> </a:t>
            </a:r>
            <a:r>
              <a:rPr spc="-120" dirty="0"/>
              <a:t>((AAllll    </a:t>
            </a:r>
            <a:r>
              <a:rPr spc="-155" dirty="0"/>
              <a:t>TThhiinnggss                                                 </a:t>
            </a:r>
            <a:r>
              <a:rPr spc="-145" dirty="0"/>
              <a:t>AAllggeebbrraa)),,            </a:t>
            </a:r>
            <a:r>
              <a:rPr spc="-140" dirty="0"/>
              <a:t> </a:t>
            </a:r>
            <a:r>
              <a:rPr spc="-180" dirty="0"/>
              <a:t>22001155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165" dirty="0"/>
              <a:t>GGiinnaa</a:t>
            </a:r>
            <a:r>
              <a:rPr spc="10" dirty="0"/>
              <a:t> </a:t>
            </a:r>
            <a:r>
              <a:rPr spc="-165" dirty="0"/>
              <a:t>WWiillssoonn</a:t>
            </a:r>
            <a:r>
              <a:rPr spc="10" dirty="0"/>
              <a:t> </a:t>
            </a:r>
            <a:r>
              <a:rPr spc="-120" dirty="0"/>
              <a:t>((AAllll    </a:t>
            </a:r>
            <a:r>
              <a:rPr spc="-155" dirty="0"/>
              <a:t>TThhiinnggss                                                 </a:t>
            </a:r>
            <a:r>
              <a:rPr spc="-145" dirty="0"/>
              <a:t>AAllggeebbrraa)),,            </a:t>
            </a:r>
            <a:r>
              <a:rPr spc="-140" dirty="0"/>
              <a:t> </a:t>
            </a:r>
            <a:r>
              <a:rPr spc="-180" dirty="0"/>
              <a:t>22001155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165" dirty="0"/>
              <a:t>GGiinnaa</a:t>
            </a:r>
            <a:r>
              <a:rPr spc="10" dirty="0"/>
              <a:t> </a:t>
            </a:r>
            <a:r>
              <a:rPr spc="-165" dirty="0"/>
              <a:t>WWiillssoonn</a:t>
            </a:r>
            <a:r>
              <a:rPr spc="10" dirty="0"/>
              <a:t> </a:t>
            </a:r>
            <a:r>
              <a:rPr spc="-120" dirty="0"/>
              <a:t>((AAllll    </a:t>
            </a:r>
            <a:r>
              <a:rPr spc="-155" dirty="0"/>
              <a:t>TThhiinnggss                                                 </a:t>
            </a:r>
            <a:r>
              <a:rPr spc="-145" dirty="0"/>
              <a:t>AAllggeebbrraa)),,            </a:t>
            </a:r>
            <a:r>
              <a:rPr spc="-140" dirty="0"/>
              <a:t> </a:t>
            </a:r>
            <a:r>
              <a:rPr spc="-180" dirty="0"/>
              <a:t>22001155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475231" y="1507236"/>
            <a:ext cx="94615" cy="0"/>
          </a:xfrm>
          <a:custGeom>
            <a:avLst/>
            <a:gdLst/>
            <a:ahLst/>
            <a:cxnLst/>
            <a:rect l="l" t="t" r="r" b="b"/>
            <a:pathLst>
              <a:path w="94615">
                <a:moveTo>
                  <a:pt x="0" y="0"/>
                </a:moveTo>
                <a:lnTo>
                  <a:pt x="94487" y="0"/>
                </a:lnTo>
              </a:path>
            </a:pathLst>
          </a:custGeom>
          <a:ln w="62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795632" y="9811271"/>
            <a:ext cx="1417954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165" dirty="0"/>
              <a:t>GGiinnaa</a:t>
            </a:r>
            <a:r>
              <a:rPr spc="10" dirty="0"/>
              <a:t> </a:t>
            </a:r>
            <a:r>
              <a:rPr spc="-165" dirty="0"/>
              <a:t>WWiillssoonn</a:t>
            </a:r>
            <a:r>
              <a:rPr spc="10" dirty="0"/>
              <a:t> </a:t>
            </a:r>
            <a:r>
              <a:rPr spc="-120" dirty="0"/>
              <a:t>((AAllll    </a:t>
            </a:r>
            <a:r>
              <a:rPr spc="-155" dirty="0"/>
              <a:t>TThhiinnggss                                                 </a:t>
            </a:r>
            <a:r>
              <a:rPr spc="-145" dirty="0"/>
              <a:t>AAllggeebbrraa)),,            </a:t>
            </a:r>
            <a:r>
              <a:rPr spc="-140" dirty="0"/>
              <a:t> </a:t>
            </a:r>
            <a:r>
              <a:rPr spc="-180" dirty="0"/>
              <a:t>22001155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.JPG"/><Relationship Id="rId7" Type="http://schemas.openxmlformats.org/officeDocument/2006/relationships/image" Target="../media/image3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4.wmf"/><Relationship Id="rId3" Type="http://schemas.openxmlformats.org/officeDocument/2006/relationships/oleObject" Target="../embeddings/oleObject5.bin"/><Relationship Id="rId21" Type="http://schemas.openxmlformats.org/officeDocument/2006/relationships/image" Target="../media/image16.png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2.bin"/><Relationship Id="rId2" Type="http://schemas.openxmlformats.org/officeDocument/2006/relationships/image" Target="../media/image6.JPG"/><Relationship Id="rId16" Type="http://schemas.openxmlformats.org/officeDocument/2006/relationships/image" Target="../media/image13.wmf"/><Relationship Id="rId20" Type="http://schemas.openxmlformats.org/officeDocument/2006/relationships/image" Target="../media/image15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13.bin"/><Relationship Id="rId4" Type="http://schemas.openxmlformats.org/officeDocument/2006/relationships/image" Target="../media/image7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D86D6423-2253-4E10-993B-4288D4CBFBE4}"/>
              </a:ext>
            </a:extLst>
          </p:cNvPr>
          <p:cNvSpPr/>
          <p:nvPr/>
        </p:nvSpPr>
        <p:spPr>
          <a:xfrm>
            <a:off x="507521" y="1698754"/>
            <a:ext cx="64770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Use the table to graph each absolute value function.  Identify the domain and range.</a:t>
            </a:r>
            <a:endParaRPr lang="en-US" dirty="0">
              <a:latin typeface="Century Gothic" panose="020B0502020202020204" pitchFamily="34" charset="0"/>
            </a:endParaRP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C64D8920-1BEA-453F-8685-58765D23C1C9}"/>
              </a:ext>
            </a:extLst>
          </p:cNvPr>
          <p:cNvGrpSpPr/>
          <p:nvPr/>
        </p:nvGrpSpPr>
        <p:grpSpPr>
          <a:xfrm>
            <a:off x="1679579" y="2573113"/>
            <a:ext cx="2133600" cy="2124685"/>
            <a:chOff x="-30199" y="-10682"/>
            <a:chExt cx="2343295" cy="2331720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6B0FE0BC-D7EF-464E-AE9B-7D33EB42128B}"/>
                </a:ext>
              </a:extLst>
            </p:cNvPr>
            <p:cNvSpPr/>
            <p:nvPr/>
          </p:nvSpPr>
          <p:spPr>
            <a:xfrm>
              <a:off x="87426" y="104278"/>
              <a:ext cx="2102133" cy="2102133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226C5192-E902-4D25-9401-AFE823F331C0}"/>
                </a:ext>
              </a:extLst>
            </p:cNvPr>
            <p:cNvCxnSpPr/>
            <p:nvPr/>
          </p:nvCxnSpPr>
          <p:spPr>
            <a:xfrm flipH="1">
              <a:off x="87426" y="1023962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7CFB8987-03D6-452A-83E3-C2B2FA611D97}"/>
                </a:ext>
              </a:extLst>
            </p:cNvPr>
            <p:cNvCxnSpPr>
              <a:cxnSpLocks/>
            </p:cNvCxnSpPr>
            <p:nvPr/>
          </p:nvCxnSpPr>
          <p:spPr>
            <a:xfrm>
              <a:off x="1138493" y="-10682"/>
              <a:ext cx="0" cy="233172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headEnd type="stealth"/>
              <a:tailEnd type="stealth"/>
            </a:ln>
            <a:effectLst/>
          </p:spPr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BFD33796-E8E8-425C-84A7-858695B004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0199" y="1155346"/>
              <a:ext cx="2343295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headEnd type="stealth"/>
              <a:tailEnd type="stealth"/>
            </a:ln>
            <a:effectLst/>
          </p:spPr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3759F575-8BB7-4E8E-A5FC-E435C23046E9}"/>
                </a:ext>
              </a:extLst>
            </p:cNvPr>
            <p:cNvCxnSpPr/>
            <p:nvPr/>
          </p:nvCxnSpPr>
          <p:spPr>
            <a:xfrm>
              <a:off x="612959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D0756870-8881-4F4B-A12B-65AEDC4D7706}"/>
                </a:ext>
              </a:extLst>
            </p:cNvPr>
            <p:cNvCxnSpPr/>
            <p:nvPr/>
          </p:nvCxnSpPr>
          <p:spPr>
            <a:xfrm flipH="1">
              <a:off x="87426" y="892578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B1C31236-FC72-4827-A4C3-07E932C57B12}"/>
                </a:ext>
              </a:extLst>
            </p:cNvPr>
            <p:cNvCxnSpPr/>
            <p:nvPr/>
          </p:nvCxnSpPr>
          <p:spPr>
            <a:xfrm flipH="1">
              <a:off x="87426" y="761195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C308EF3C-7959-4B75-8A4A-C5601901EBD0}"/>
                </a:ext>
              </a:extLst>
            </p:cNvPr>
            <p:cNvCxnSpPr/>
            <p:nvPr/>
          </p:nvCxnSpPr>
          <p:spPr>
            <a:xfrm flipH="1">
              <a:off x="87426" y="629812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1025500B-FD81-4068-A9B8-7B06E8E29C49}"/>
                </a:ext>
              </a:extLst>
            </p:cNvPr>
            <p:cNvCxnSpPr/>
            <p:nvPr/>
          </p:nvCxnSpPr>
          <p:spPr>
            <a:xfrm flipH="1">
              <a:off x="87426" y="498428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DCAF2D50-7FF6-4695-BF25-137A51942446}"/>
                </a:ext>
              </a:extLst>
            </p:cNvPr>
            <p:cNvCxnSpPr/>
            <p:nvPr/>
          </p:nvCxnSpPr>
          <p:spPr>
            <a:xfrm flipH="1">
              <a:off x="87426" y="367045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03556FE4-5564-427F-B19A-728EC1EBE5BE}"/>
                </a:ext>
              </a:extLst>
            </p:cNvPr>
            <p:cNvCxnSpPr/>
            <p:nvPr/>
          </p:nvCxnSpPr>
          <p:spPr>
            <a:xfrm flipH="1">
              <a:off x="87426" y="235662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2255B5BF-6D88-4D35-8630-164D4B226E0C}"/>
                </a:ext>
              </a:extLst>
            </p:cNvPr>
            <p:cNvCxnSpPr/>
            <p:nvPr/>
          </p:nvCxnSpPr>
          <p:spPr>
            <a:xfrm flipH="1">
              <a:off x="87426" y="2075028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17E215F7-8670-4408-B2FF-C201101E952B}"/>
                </a:ext>
              </a:extLst>
            </p:cNvPr>
            <p:cNvCxnSpPr/>
            <p:nvPr/>
          </p:nvCxnSpPr>
          <p:spPr>
            <a:xfrm flipH="1">
              <a:off x="87426" y="1943645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E1EA43CB-043D-4293-8F16-10CE45740625}"/>
                </a:ext>
              </a:extLst>
            </p:cNvPr>
            <p:cNvCxnSpPr/>
            <p:nvPr/>
          </p:nvCxnSpPr>
          <p:spPr>
            <a:xfrm flipH="1">
              <a:off x="87426" y="1812262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8DE13FE2-029B-4ED2-B743-02BE7C66D390}"/>
                </a:ext>
              </a:extLst>
            </p:cNvPr>
            <p:cNvCxnSpPr/>
            <p:nvPr/>
          </p:nvCxnSpPr>
          <p:spPr>
            <a:xfrm flipH="1">
              <a:off x="87426" y="1680878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0478F62C-2ED8-4F22-A4AB-28F4BA687241}"/>
                </a:ext>
              </a:extLst>
            </p:cNvPr>
            <p:cNvCxnSpPr/>
            <p:nvPr/>
          </p:nvCxnSpPr>
          <p:spPr>
            <a:xfrm flipH="1">
              <a:off x="87426" y="1549495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51ECB112-302C-42D2-866F-D8F9C36240C1}"/>
                </a:ext>
              </a:extLst>
            </p:cNvPr>
            <p:cNvCxnSpPr/>
            <p:nvPr/>
          </p:nvCxnSpPr>
          <p:spPr>
            <a:xfrm flipH="1">
              <a:off x="87426" y="1418112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0089D70D-050B-4EBF-830B-8257255798A8}"/>
                </a:ext>
              </a:extLst>
            </p:cNvPr>
            <p:cNvCxnSpPr/>
            <p:nvPr/>
          </p:nvCxnSpPr>
          <p:spPr>
            <a:xfrm flipH="1">
              <a:off x="87426" y="1286728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4A75AEF-18C5-4B4E-9FE9-770753474960}"/>
                </a:ext>
              </a:extLst>
            </p:cNvPr>
            <p:cNvCxnSpPr/>
            <p:nvPr/>
          </p:nvCxnSpPr>
          <p:spPr>
            <a:xfrm>
              <a:off x="1007109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C127304F-52FD-4B17-9BE1-8CE7221343CE}"/>
                </a:ext>
              </a:extLst>
            </p:cNvPr>
            <p:cNvCxnSpPr/>
            <p:nvPr/>
          </p:nvCxnSpPr>
          <p:spPr>
            <a:xfrm>
              <a:off x="875725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C0D90443-44EA-49B3-9625-90C1ECBB94C5}"/>
                </a:ext>
              </a:extLst>
            </p:cNvPr>
            <p:cNvCxnSpPr/>
            <p:nvPr/>
          </p:nvCxnSpPr>
          <p:spPr>
            <a:xfrm>
              <a:off x="744342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BA01018E-144C-47B6-8ED5-5962DB38CDB5}"/>
                </a:ext>
              </a:extLst>
            </p:cNvPr>
            <p:cNvCxnSpPr/>
            <p:nvPr/>
          </p:nvCxnSpPr>
          <p:spPr>
            <a:xfrm>
              <a:off x="481576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2E6ABA88-643D-4137-8048-00CEAAD9E47F}"/>
                </a:ext>
              </a:extLst>
            </p:cNvPr>
            <p:cNvCxnSpPr/>
            <p:nvPr/>
          </p:nvCxnSpPr>
          <p:spPr>
            <a:xfrm>
              <a:off x="350192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28F9E044-A40F-4367-8C21-32B081146553}"/>
                </a:ext>
              </a:extLst>
            </p:cNvPr>
            <p:cNvCxnSpPr/>
            <p:nvPr/>
          </p:nvCxnSpPr>
          <p:spPr>
            <a:xfrm>
              <a:off x="218809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879B4E6A-9143-4B29-8623-710C4FAF44F8}"/>
                </a:ext>
              </a:extLst>
            </p:cNvPr>
            <p:cNvCxnSpPr/>
            <p:nvPr/>
          </p:nvCxnSpPr>
          <p:spPr>
            <a:xfrm>
              <a:off x="1664025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748D4774-7AB4-4B5F-A44B-209ABC00DC6C}"/>
                </a:ext>
              </a:extLst>
            </p:cNvPr>
            <p:cNvCxnSpPr/>
            <p:nvPr/>
          </p:nvCxnSpPr>
          <p:spPr>
            <a:xfrm>
              <a:off x="2058175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FBA6BE14-B2CC-40BA-BEA0-D9EF201588A7}"/>
                </a:ext>
              </a:extLst>
            </p:cNvPr>
            <p:cNvCxnSpPr/>
            <p:nvPr/>
          </p:nvCxnSpPr>
          <p:spPr>
            <a:xfrm>
              <a:off x="1926792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7EB55B40-EA9D-4C0C-B9A8-6B26A44190CD}"/>
                </a:ext>
              </a:extLst>
            </p:cNvPr>
            <p:cNvCxnSpPr/>
            <p:nvPr/>
          </p:nvCxnSpPr>
          <p:spPr>
            <a:xfrm>
              <a:off x="1795409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AA179063-8758-45EF-A9AC-EDBC8992288F}"/>
                </a:ext>
              </a:extLst>
            </p:cNvPr>
            <p:cNvCxnSpPr/>
            <p:nvPr/>
          </p:nvCxnSpPr>
          <p:spPr>
            <a:xfrm>
              <a:off x="1532642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52A91FB6-7693-472D-87CD-5BCD7BC8D1BD}"/>
                </a:ext>
              </a:extLst>
            </p:cNvPr>
            <p:cNvCxnSpPr/>
            <p:nvPr/>
          </p:nvCxnSpPr>
          <p:spPr>
            <a:xfrm>
              <a:off x="1401259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71709380-5C53-4178-83FE-93D7934E590D}"/>
                </a:ext>
              </a:extLst>
            </p:cNvPr>
            <p:cNvCxnSpPr/>
            <p:nvPr/>
          </p:nvCxnSpPr>
          <p:spPr>
            <a:xfrm>
              <a:off x="1269875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graphicFrame>
        <p:nvGraphicFramePr>
          <p:cNvPr id="188" name="Table 14">
            <a:extLst>
              <a:ext uri="{FF2B5EF4-FFF2-40B4-BE49-F238E27FC236}">
                <a16:creationId xmlns:a16="http://schemas.microsoft.com/office/drawing/2014/main" id="{B81F6C0B-2400-4619-918F-2CB6BCE42073}"/>
              </a:ext>
            </a:extLst>
          </p:cNvPr>
          <p:cNvGraphicFramePr>
            <a:graphicFrameLocks noGrp="1"/>
          </p:cNvGraphicFramePr>
          <p:nvPr/>
        </p:nvGraphicFramePr>
        <p:xfrm>
          <a:off x="710243" y="2686221"/>
          <a:ext cx="822960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63325300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712468457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</a:t>
                      </a:r>
                      <a:r>
                        <a:rPr lang="en-US" sz="12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5286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092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85938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6635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13223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4509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89666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320554"/>
                  </a:ext>
                </a:extLst>
              </a:tr>
            </a:tbl>
          </a:graphicData>
        </a:graphic>
      </p:graphicFrame>
      <p:grpSp>
        <p:nvGrpSpPr>
          <p:cNvPr id="189" name="Group 188">
            <a:extLst>
              <a:ext uri="{FF2B5EF4-FFF2-40B4-BE49-F238E27FC236}">
                <a16:creationId xmlns:a16="http://schemas.microsoft.com/office/drawing/2014/main" id="{8AF0534A-ABCE-4465-BE29-29C786C58B01}"/>
              </a:ext>
            </a:extLst>
          </p:cNvPr>
          <p:cNvGrpSpPr/>
          <p:nvPr/>
        </p:nvGrpSpPr>
        <p:grpSpPr>
          <a:xfrm>
            <a:off x="938843" y="4969431"/>
            <a:ext cx="2804531" cy="619155"/>
            <a:chOff x="1157868" y="4838700"/>
            <a:chExt cx="2804531" cy="619155"/>
          </a:xfrm>
        </p:grpSpPr>
        <p:sp>
          <p:nvSpPr>
            <p:cNvPr id="190" name="object 34">
              <a:extLst>
                <a:ext uri="{FF2B5EF4-FFF2-40B4-BE49-F238E27FC236}">
                  <a16:creationId xmlns:a16="http://schemas.microsoft.com/office/drawing/2014/main" id="{2E597922-F0A9-4683-8068-E23F53C7478B}"/>
                </a:ext>
              </a:extLst>
            </p:cNvPr>
            <p:cNvSpPr txBox="1"/>
            <p:nvPr/>
          </p:nvSpPr>
          <p:spPr>
            <a:xfrm>
              <a:off x="1157868" y="4838700"/>
              <a:ext cx="2728332" cy="2000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2074545" algn="l"/>
                </a:tabLst>
              </a:pPr>
              <a:r>
                <a:rPr sz="1300" i="1" spc="-5" dirty="0">
                  <a:latin typeface="Times New Roman"/>
                  <a:cs typeface="Times New Roman"/>
                </a:rPr>
                <a:t>D</a:t>
              </a:r>
              <a:r>
                <a:rPr sz="1150" spc="-5" dirty="0">
                  <a:latin typeface="Tahoma"/>
                  <a:cs typeface="Tahoma"/>
                </a:rPr>
                <a:t>:</a:t>
              </a:r>
              <a:r>
                <a:rPr lang="en-US" sz="1150" spc="-5" dirty="0">
                  <a:latin typeface="Tahoma"/>
                  <a:cs typeface="Tahoma"/>
                </a:rPr>
                <a:t> </a:t>
              </a:r>
              <a:r>
                <a:rPr lang="en-US" sz="1150" b="1" i="1" spc="-5" dirty="0">
                  <a:latin typeface="Century Gothic" panose="020B0502020202020204" pitchFamily="34" charset="0"/>
                  <a:cs typeface="Tahoma"/>
                </a:rPr>
                <a:t>__________________________________</a:t>
              </a:r>
              <a:endParaRPr sz="1150" dirty="0">
                <a:latin typeface="Times New Roman"/>
                <a:cs typeface="Times New Roman"/>
              </a:endParaRPr>
            </a:p>
          </p:txBody>
        </p:sp>
        <p:sp>
          <p:nvSpPr>
            <p:cNvPr id="191" name="object 35">
              <a:extLst>
                <a:ext uri="{FF2B5EF4-FFF2-40B4-BE49-F238E27FC236}">
                  <a16:creationId xmlns:a16="http://schemas.microsoft.com/office/drawing/2014/main" id="{78956F39-E76E-4633-A0AB-60538B0D2978}"/>
                </a:ext>
              </a:extLst>
            </p:cNvPr>
            <p:cNvSpPr txBox="1"/>
            <p:nvPr/>
          </p:nvSpPr>
          <p:spPr>
            <a:xfrm>
              <a:off x="1157868" y="5257800"/>
              <a:ext cx="2804531" cy="2000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2074545" algn="l"/>
                </a:tabLst>
                <a:defRPr/>
              </a:pPr>
              <a:r>
                <a:rPr kumimoji="0" lang="en-US" sz="1300" b="0" i="1" u="none" strike="noStrike" kern="1200" cap="none" spc="-5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rPr>
                <a:t>R</a:t>
              </a:r>
              <a:r>
                <a:rPr kumimoji="0" lang="en-US" sz="1150" b="0" i="0" u="none" strike="noStrike" kern="1200" cap="none" spc="-5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Tahoma"/>
                </a:rPr>
                <a:t>: </a:t>
              </a:r>
              <a:r>
                <a:rPr kumimoji="0" lang="en-US" sz="1150" b="1" i="1" u="none" strike="noStrike" kern="1200" cap="none" spc="-5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Tahoma"/>
                </a:rPr>
                <a:t>__________________________________</a:t>
              </a:r>
              <a:endPara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endParaRPr>
            </a:p>
          </p:txBody>
        </p:sp>
      </p:grpSp>
      <p:sp>
        <p:nvSpPr>
          <p:cNvPr id="192" name="Rectangle 191">
            <a:extLst>
              <a:ext uri="{FF2B5EF4-FFF2-40B4-BE49-F238E27FC236}">
                <a16:creationId xmlns:a16="http://schemas.microsoft.com/office/drawing/2014/main" id="{8A9CA1E2-1D88-40BF-98B9-9A8E3D7E0E6B}"/>
              </a:ext>
            </a:extLst>
          </p:cNvPr>
          <p:cNvSpPr/>
          <p:nvPr/>
        </p:nvSpPr>
        <p:spPr>
          <a:xfrm>
            <a:off x="481643" y="2032193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Century Gothic" panose="020B0502020202020204" pitchFamily="34" charset="0"/>
                <a:ea typeface="Calibri" panose="020F0502020204030204" pitchFamily="34" charset="0"/>
              </a:rPr>
              <a:t>1</a:t>
            </a:r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93" name="Object 192">
            <a:extLst>
              <a:ext uri="{FF2B5EF4-FFF2-40B4-BE49-F238E27FC236}">
                <a16:creationId xmlns:a16="http://schemas.microsoft.com/office/drawing/2014/main" id="{FDF9429B-1A54-46F8-8FF8-74A0D49FEF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2069262"/>
          <a:ext cx="1079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280" imgH="241200" progId="Equation.DSMT4">
                  <p:embed/>
                </p:oleObj>
              </mc:Choice>
              <mc:Fallback>
                <p:oleObj name="Equation" r:id="rId4" imgW="1079280" imgH="241200" progId="Equation.DSMT4">
                  <p:embed/>
                  <p:pic>
                    <p:nvPicPr>
                      <p:cNvPr id="59" name="Object 58">
                        <a:extLst>
                          <a:ext uri="{FF2B5EF4-FFF2-40B4-BE49-F238E27FC236}">
                            <a16:creationId xmlns:a16="http://schemas.microsoft.com/office/drawing/2014/main" id="{011B576B-D996-44A6-97B1-667C40867E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2000" y="2069262"/>
                        <a:ext cx="1079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" name="Group 193">
            <a:extLst>
              <a:ext uri="{FF2B5EF4-FFF2-40B4-BE49-F238E27FC236}">
                <a16:creationId xmlns:a16="http://schemas.microsoft.com/office/drawing/2014/main" id="{44E36DB5-B07F-4658-A917-2B340776BCF0}"/>
              </a:ext>
            </a:extLst>
          </p:cNvPr>
          <p:cNvGrpSpPr/>
          <p:nvPr/>
        </p:nvGrpSpPr>
        <p:grpSpPr>
          <a:xfrm>
            <a:off x="5166120" y="2533821"/>
            <a:ext cx="2133600" cy="2124685"/>
            <a:chOff x="-30199" y="-10682"/>
            <a:chExt cx="2343295" cy="2331720"/>
          </a:xfrm>
        </p:grpSpPr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4B6575C5-470B-40B8-926D-1E1D09B2533D}"/>
                </a:ext>
              </a:extLst>
            </p:cNvPr>
            <p:cNvSpPr/>
            <p:nvPr/>
          </p:nvSpPr>
          <p:spPr>
            <a:xfrm>
              <a:off x="87426" y="104278"/>
              <a:ext cx="2102133" cy="2102133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61501A69-785F-492D-8C6E-BC93FD1BF1CC}"/>
                </a:ext>
              </a:extLst>
            </p:cNvPr>
            <p:cNvCxnSpPr/>
            <p:nvPr/>
          </p:nvCxnSpPr>
          <p:spPr>
            <a:xfrm flipH="1">
              <a:off x="87426" y="1023962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753986E3-21A1-46FD-AF1E-72112FCD660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493" y="-10682"/>
              <a:ext cx="0" cy="233172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headEnd type="stealth"/>
              <a:tailEnd type="stealth"/>
            </a:ln>
            <a:effectLst/>
          </p:spPr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E6DED7DF-A34D-4F99-906E-94D5E2510F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0199" y="1155346"/>
              <a:ext cx="2343295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headEnd type="stealth"/>
              <a:tailEnd type="stealth"/>
            </a:ln>
            <a:effectLst/>
          </p:spPr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F483CD9B-8707-45BD-AE24-589BAEF2CA2D}"/>
                </a:ext>
              </a:extLst>
            </p:cNvPr>
            <p:cNvCxnSpPr/>
            <p:nvPr/>
          </p:nvCxnSpPr>
          <p:spPr>
            <a:xfrm>
              <a:off x="612959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4DA1E1CE-4694-4F3C-8DD4-8537E00DC518}"/>
                </a:ext>
              </a:extLst>
            </p:cNvPr>
            <p:cNvCxnSpPr/>
            <p:nvPr/>
          </p:nvCxnSpPr>
          <p:spPr>
            <a:xfrm flipH="1">
              <a:off x="87426" y="892578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B258DB22-3308-40A7-804A-AF5C6636A67F}"/>
                </a:ext>
              </a:extLst>
            </p:cNvPr>
            <p:cNvCxnSpPr/>
            <p:nvPr/>
          </p:nvCxnSpPr>
          <p:spPr>
            <a:xfrm flipH="1">
              <a:off x="87426" y="761195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7BF13CE4-13A8-4490-BA9E-90B39E4CF2E9}"/>
                </a:ext>
              </a:extLst>
            </p:cNvPr>
            <p:cNvCxnSpPr/>
            <p:nvPr/>
          </p:nvCxnSpPr>
          <p:spPr>
            <a:xfrm flipH="1">
              <a:off x="87426" y="629812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8281D49E-5642-458F-8EE9-CC941A554C67}"/>
                </a:ext>
              </a:extLst>
            </p:cNvPr>
            <p:cNvCxnSpPr/>
            <p:nvPr/>
          </p:nvCxnSpPr>
          <p:spPr>
            <a:xfrm flipH="1">
              <a:off x="87426" y="498428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EE5CA74F-F39F-4DBB-BD0C-F2BE70C154AA}"/>
                </a:ext>
              </a:extLst>
            </p:cNvPr>
            <p:cNvCxnSpPr/>
            <p:nvPr/>
          </p:nvCxnSpPr>
          <p:spPr>
            <a:xfrm flipH="1">
              <a:off x="87426" y="367045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3B3FA1B5-9755-4AFA-948B-54EBD182F48B}"/>
                </a:ext>
              </a:extLst>
            </p:cNvPr>
            <p:cNvCxnSpPr/>
            <p:nvPr/>
          </p:nvCxnSpPr>
          <p:spPr>
            <a:xfrm flipH="1">
              <a:off x="87426" y="235662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CDE86A31-EFCF-49C4-AD27-F0DD40A9D761}"/>
                </a:ext>
              </a:extLst>
            </p:cNvPr>
            <p:cNvCxnSpPr/>
            <p:nvPr/>
          </p:nvCxnSpPr>
          <p:spPr>
            <a:xfrm flipH="1">
              <a:off x="87426" y="2075028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A52D7DB8-2C18-47A5-AA3A-260C60EF62F5}"/>
                </a:ext>
              </a:extLst>
            </p:cNvPr>
            <p:cNvCxnSpPr/>
            <p:nvPr/>
          </p:nvCxnSpPr>
          <p:spPr>
            <a:xfrm flipH="1">
              <a:off x="87426" y="1943645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1D143507-1FB2-4987-A613-94130619D4AC}"/>
                </a:ext>
              </a:extLst>
            </p:cNvPr>
            <p:cNvCxnSpPr/>
            <p:nvPr/>
          </p:nvCxnSpPr>
          <p:spPr>
            <a:xfrm flipH="1">
              <a:off x="87426" y="1812262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BB955E0-9C71-4E88-8868-03DC4E711C3F}"/>
                </a:ext>
              </a:extLst>
            </p:cNvPr>
            <p:cNvCxnSpPr/>
            <p:nvPr/>
          </p:nvCxnSpPr>
          <p:spPr>
            <a:xfrm flipH="1">
              <a:off x="87426" y="1680878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F270FDF3-533C-4CBA-AAA0-798008D11B2B}"/>
                </a:ext>
              </a:extLst>
            </p:cNvPr>
            <p:cNvCxnSpPr/>
            <p:nvPr/>
          </p:nvCxnSpPr>
          <p:spPr>
            <a:xfrm flipH="1">
              <a:off x="87426" y="1549495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0CC39C99-D0C7-44D7-8052-7DE224BC58C0}"/>
                </a:ext>
              </a:extLst>
            </p:cNvPr>
            <p:cNvCxnSpPr/>
            <p:nvPr/>
          </p:nvCxnSpPr>
          <p:spPr>
            <a:xfrm flipH="1">
              <a:off x="87426" y="1418112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FEFB5007-B0FB-4678-95D8-49245FAC71B9}"/>
                </a:ext>
              </a:extLst>
            </p:cNvPr>
            <p:cNvCxnSpPr/>
            <p:nvPr/>
          </p:nvCxnSpPr>
          <p:spPr>
            <a:xfrm flipH="1">
              <a:off x="87426" y="1286728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E676E065-1383-46B6-9E39-1BC967B80969}"/>
                </a:ext>
              </a:extLst>
            </p:cNvPr>
            <p:cNvCxnSpPr/>
            <p:nvPr/>
          </p:nvCxnSpPr>
          <p:spPr>
            <a:xfrm>
              <a:off x="1007109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0B581F11-FEAA-4D51-A766-A992EA30E216}"/>
                </a:ext>
              </a:extLst>
            </p:cNvPr>
            <p:cNvCxnSpPr/>
            <p:nvPr/>
          </p:nvCxnSpPr>
          <p:spPr>
            <a:xfrm>
              <a:off x="875725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A9E4F2FE-50F2-4B70-8D40-E5115AA25B8C}"/>
                </a:ext>
              </a:extLst>
            </p:cNvPr>
            <p:cNvCxnSpPr/>
            <p:nvPr/>
          </p:nvCxnSpPr>
          <p:spPr>
            <a:xfrm>
              <a:off x="744342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1493C737-BE32-4FE5-9B4A-A5C2423AAA85}"/>
                </a:ext>
              </a:extLst>
            </p:cNvPr>
            <p:cNvCxnSpPr/>
            <p:nvPr/>
          </p:nvCxnSpPr>
          <p:spPr>
            <a:xfrm>
              <a:off x="481576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CBF49307-B37A-445E-B5EE-5482E5E88BC8}"/>
                </a:ext>
              </a:extLst>
            </p:cNvPr>
            <p:cNvCxnSpPr/>
            <p:nvPr/>
          </p:nvCxnSpPr>
          <p:spPr>
            <a:xfrm>
              <a:off x="350192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42B4D699-F078-44B4-9A5B-EB506498B72D}"/>
                </a:ext>
              </a:extLst>
            </p:cNvPr>
            <p:cNvCxnSpPr/>
            <p:nvPr/>
          </p:nvCxnSpPr>
          <p:spPr>
            <a:xfrm>
              <a:off x="218809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6FC5E161-167B-49D1-988F-3CF38935BD0C}"/>
                </a:ext>
              </a:extLst>
            </p:cNvPr>
            <p:cNvCxnSpPr/>
            <p:nvPr/>
          </p:nvCxnSpPr>
          <p:spPr>
            <a:xfrm>
              <a:off x="1664025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7F11F2D1-6436-48E3-BE4B-1AA14F1869A9}"/>
                </a:ext>
              </a:extLst>
            </p:cNvPr>
            <p:cNvCxnSpPr/>
            <p:nvPr/>
          </p:nvCxnSpPr>
          <p:spPr>
            <a:xfrm>
              <a:off x="2058175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F0F44054-B35A-4F0C-8511-AE0CFBE3C100}"/>
                </a:ext>
              </a:extLst>
            </p:cNvPr>
            <p:cNvCxnSpPr/>
            <p:nvPr/>
          </p:nvCxnSpPr>
          <p:spPr>
            <a:xfrm>
              <a:off x="1926792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0C626A6B-7AAD-430D-BC0B-B268D4635367}"/>
                </a:ext>
              </a:extLst>
            </p:cNvPr>
            <p:cNvCxnSpPr/>
            <p:nvPr/>
          </p:nvCxnSpPr>
          <p:spPr>
            <a:xfrm>
              <a:off x="1795409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2EE6D86F-AF3E-40E9-BADA-7B17C7AD68FD}"/>
                </a:ext>
              </a:extLst>
            </p:cNvPr>
            <p:cNvCxnSpPr/>
            <p:nvPr/>
          </p:nvCxnSpPr>
          <p:spPr>
            <a:xfrm>
              <a:off x="1532642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E4FA3092-7878-498C-87BF-035547F6B78B}"/>
                </a:ext>
              </a:extLst>
            </p:cNvPr>
            <p:cNvCxnSpPr/>
            <p:nvPr/>
          </p:nvCxnSpPr>
          <p:spPr>
            <a:xfrm>
              <a:off x="1401259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A22A5781-56E3-4D39-8155-A55A73E040A5}"/>
                </a:ext>
              </a:extLst>
            </p:cNvPr>
            <p:cNvCxnSpPr/>
            <p:nvPr/>
          </p:nvCxnSpPr>
          <p:spPr>
            <a:xfrm>
              <a:off x="1269875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graphicFrame>
        <p:nvGraphicFramePr>
          <p:cNvPr id="226" name="Table 14">
            <a:extLst>
              <a:ext uri="{FF2B5EF4-FFF2-40B4-BE49-F238E27FC236}">
                <a16:creationId xmlns:a16="http://schemas.microsoft.com/office/drawing/2014/main" id="{B2F5DA7A-0EC8-4A3A-A53D-A3E1B80F17E0}"/>
              </a:ext>
            </a:extLst>
          </p:cNvPr>
          <p:cNvGraphicFramePr>
            <a:graphicFrameLocks noGrp="1"/>
          </p:cNvGraphicFramePr>
          <p:nvPr/>
        </p:nvGraphicFramePr>
        <p:xfrm>
          <a:off x="4191468" y="2646929"/>
          <a:ext cx="822960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63325300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712468457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</a:t>
                      </a:r>
                      <a:r>
                        <a:rPr lang="en-US" sz="12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5286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092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85938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6635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13223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4509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89666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320554"/>
                  </a:ext>
                </a:extLst>
              </a:tr>
            </a:tbl>
          </a:graphicData>
        </a:graphic>
      </p:graphicFrame>
      <p:sp>
        <p:nvSpPr>
          <p:cNvPr id="227" name="Rectangle 226">
            <a:extLst>
              <a:ext uri="{FF2B5EF4-FFF2-40B4-BE49-F238E27FC236}">
                <a16:creationId xmlns:a16="http://schemas.microsoft.com/office/drawing/2014/main" id="{D173BFFB-E0E5-4E9B-AA71-0212CCF6CB40}"/>
              </a:ext>
            </a:extLst>
          </p:cNvPr>
          <p:cNvSpPr/>
          <p:nvPr/>
        </p:nvSpPr>
        <p:spPr>
          <a:xfrm>
            <a:off x="3962868" y="2032193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28" name="Object 227">
            <a:extLst>
              <a:ext uri="{FF2B5EF4-FFF2-40B4-BE49-F238E27FC236}">
                <a16:creationId xmlns:a16="http://schemas.microsoft.com/office/drawing/2014/main" id="{D1A04CD4-0C4C-4831-A773-DEF05160C9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59263" y="2049702"/>
          <a:ext cx="1104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840" imgH="241200" progId="Equation.DSMT4">
                  <p:embed/>
                </p:oleObj>
              </mc:Choice>
              <mc:Fallback>
                <p:oleObj name="Equation" r:id="rId6" imgW="1104840" imgH="241200" progId="Equation.DSMT4">
                  <p:embed/>
                  <p:pic>
                    <p:nvPicPr>
                      <p:cNvPr id="98" name="Object 97">
                        <a:extLst>
                          <a:ext uri="{FF2B5EF4-FFF2-40B4-BE49-F238E27FC236}">
                            <a16:creationId xmlns:a16="http://schemas.microsoft.com/office/drawing/2014/main" id="{63F6B507-4560-4A89-BC36-2829DCDCCD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59263" y="2049702"/>
                        <a:ext cx="1104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9" name="Group 228">
            <a:extLst>
              <a:ext uri="{FF2B5EF4-FFF2-40B4-BE49-F238E27FC236}">
                <a16:creationId xmlns:a16="http://schemas.microsoft.com/office/drawing/2014/main" id="{758E93FF-FB0B-44E7-ABAF-22BBF08667C1}"/>
              </a:ext>
            </a:extLst>
          </p:cNvPr>
          <p:cNvGrpSpPr/>
          <p:nvPr/>
        </p:nvGrpSpPr>
        <p:grpSpPr>
          <a:xfrm>
            <a:off x="4464168" y="4975781"/>
            <a:ext cx="2804531" cy="612805"/>
            <a:chOff x="1157868" y="4845050"/>
            <a:chExt cx="2804531" cy="612805"/>
          </a:xfrm>
        </p:grpSpPr>
        <p:sp>
          <p:nvSpPr>
            <p:cNvPr id="230" name="object 34">
              <a:extLst>
                <a:ext uri="{FF2B5EF4-FFF2-40B4-BE49-F238E27FC236}">
                  <a16:creationId xmlns:a16="http://schemas.microsoft.com/office/drawing/2014/main" id="{3CD7FFB0-BBF7-4C35-AF21-39651879B20E}"/>
                </a:ext>
              </a:extLst>
            </p:cNvPr>
            <p:cNvSpPr txBox="1"/>
            <p:nvPr/>
          </p:nvSpPr>
          <p:spPr>
            <a:xfrm>
              <a:off x="1157868" y="4845050"/>
              <a:ext cx="2728332" cy="2000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2074545" algn="l"/>
                </a:tabLst>
              </a:pPr>
              <a:r>
                <a:rPr sz="1300" i="1" spc="-5" dirty="0">
                  <a:latin typeface="Times New Roman"/>
                  <a:cs typeface="Times New Roman"/>
                </a:rPr>
                <a:t>D</a:t>
              </a:r>
              <a:r>
                <a:rPr sz="1150" spc="-5" dirty="0">
                  <a:latin typeface="Tahoma"/>
                  <a:cs typeface="Tahoma"/>
                </a:rPr>
                <a:t>:</a:t>
              </a:r>
              <a:r>
                <a:rPr lang="en-US" sz="1150" spc="-5" dirty="0">
                  <a:latin typeface="Tahoma"/>
                  <a:cs typeface="Tahoma"/>
                </a:rPr>
                <a:t> </a:t>
              </a:r>
              <a:r>
                <a:rPr lang="en-US" sz="1150" b="1" i="1" spc="-5" dirty="0">
                  <a:latin typeface="Century Gothic" panose="020B0502020202020204" pitchFamily="34" charset="0"/>
                  <a:cs typeface="Tahoma"/>
                </a:rPr>
                <a:t>__________________________________</a:t>
              </a:r>
              <a:endParaRPr sz="1150" dirty="0">
                <a:latin typeface="Times New Roman"/>
                <a:cs typeface="Times New Roman"/>
              </a:endParaRPr>
            </a:p>
          </p:txBody>
        </p:sp>
        <p:sp>
          <p:nvSpPr>
            <p:cNvPr id="231" name="object 35">
              <a:extLst>
                <a:ext uri="{FF2B5EF4-FFF2-40B4-BE49-F238E27FC236}">
                  <a16:creationId xmlns:a16="http://schemas.microsoft.com/office/drawing/2014/main" id="{CCC53C13-BFAF-49D5-A2C1-DD1D7CE2F431}"/>
                </a:ext>
              </a:extLst>
            </p:cNvPr>
            <p:cNvSpPr txBox="1"/>
            <p:nvPr/>
          </p:nvSpPr>
          <p:spPr>
            <a:xfrm>
              <a:off x="1157868" y="5257800"/>
              <a:ext cx="2804531" cy="20005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2074545" algn="l"/>
                </a:tabLst>
                <a:defRPr/>
              </a:pPr>
              <a:r>
                <a:rPr kumimoji="0" lang="en-US" sz="1300" b="0" i="1" u="none" strike="noStrike" kern="1200" cap="none" spc="-5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rPr>
                <a:t>R</a:t>
              </a:r>
              <a:r>
                <a:rPr kumimoji="0" lang="en-US" sz="1150" b="0" i="0" u="none" strike="noStrike" kern="1200" cap="none" spc="-5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Tahoma"/>
                </a:rPr>
                <a:t>: </a:t>
              </a:r>
              <a:r>
                <a:rPr kumimoji="0" lang="en-US" sz="1150" b="1" i="1" u="none" strike="noStrike" kern="1200" cap="none" spc="-5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Tahoma"/>
                </a:rPr>
                <a:t>__________________________________</a:t>
              </a:r>
              <a:endPara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endParaRP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729820FF-2CB5-4FFC-9A93-1F5EBD963D03}"/>
              </a:ext>
            </a:extLst>
          </p:cNvPr>
          <p:cNvGrpSpPr/>
          <p:nvPr/>
        </p:nvGrpSpPr>
        <p:grpSpPr>
          <a:xfrm>
            <a:off x="1690569" y="7287158"/>
            <a:ext cx="2133600" cy="2124685"/>
            <a:chOff x="-30199" y="-10682"/>
            <a:chExt cx="2343295" cy="2331720"/>
          </a:xfrm>
        </p:grpSpPr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77C539E5-2E89-4AEC-87CF-86560F65D68A}"/>
                </a:ext>
              </a:extLst>
            </p:cNvPr>
            <p:cNvSpPr/>
            <p:nvPr/>
          </p:nvSpPr>
          <p:spPr>
            <a:xfrm>
              <a:off x="87426" y="104278"/>
              <a:ext cx="2102133" cy="2102133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401A38A4-179F-4C88-8777-25D20141425A}"/>
                </a:ext>
              </a:extLst>
            </p:cNvPr>
            <p:cNvCxnSpPr/>
            <p:nvPr/>
          </p:nvCxnSpPr>
          <p:spPr>
            <a:xfrm flipH="1">
              <a:off x="87426" y="1023962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6DBA67E2-A617-499A-B961-855D39D77757}"/>
                </a:ext>
              </a:extLst>
            </p:cNvPr>
            <p:cNvCxnSpPr>
              <a:cxnSpLocks/>
            </p:cNvCxnSpPr>
            <p:nvPr/>
          </p:nvCxnSpPr>
          <p:spPr>
            <a:xfrm>
              <a:off x="1138493" y="-10682"/>
              <a:ext cx="0" cy="233172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headEnd type="stealth"/>
              <a:tailEnd type="stealth"/>
            </a:ln>
            <a:effectLst/>
          </p:spPr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5BF67DAB-AEC3-4269-884F-CA36AB0BE7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0199" y="1155346"/>
              <a:ext cx="2343295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headEnd type="stealth"/>
              <a:tailEnd type="stealth"/>
            </a:ln>
            <a:effectLst/>
          </p:spPr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4D351B14-AFE7-4CAB-874B-6EAE4B851F45}"/>
                </a:ext>
              </a:extLst>
            </p:cNvPr>
            <p:cNvCxnSpPr/>
            <p:nvPr/>
          </p:nvCxnSpPr>
          <p:spPr>
            <a:xfrm>
              <a:off x="612959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084299DD-0B8C-4A1B-BAA4-939D7A0D879E}"/>
                </a:ext>
              </a:extLst>
            </p:cNvPr>
            <p:cNvCxnSpPr/>
            <p:nvPr/>
          </p:nvCxnSpPr>
          <p:spPr>
            <a:xfrm flipH="1">
              <a:off x="87426" y="892578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14FB3581-180D-4095-91FC-4AFA8AB20902}"/>
                </a:ext>
              </a:extLst>
            </p:cNvPr>
            <p:cNvCxnSpPr/>
            <p:nvPr/>
          </p:nvCxnSpPr>
          <p:spPr>
            <a:xfrm flipH="1">
              <a:off x="87426" y="761195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BA61B4EF-33FE-4C59-B9F3-63EE8F72608E}"/>
                </a:ext>
              </a:extLst>
            </p:cNvPr>
            <p:cNvCxnSpPr/>
            <p:nvPr/>
          </p:nvCxnSpPr>
          <p:spPr>
            <a:xfrm flipH="1">
              <a:off x="87426" y="629812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5AE7BCC7-C4FA-444A-A639-7D47F609CD75}"/>
                </a:ext>
              </a:extLst>
            </p:cNvPr>
            <p:cNvCxnSpPr/>
            <p:nvPr/>
          </p:nvCxnSpPr>
          <p:spPr>
            <a:xfrm flipH="1">
              <a:off x="87426" y="498428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31600AC3-A2A3-4C76-B4D5-3B169AFEEA9E}"/>
                </a:ext>
              </a:extLst>
            </p:cNvPr>
            <p:cNvCxnSpPr/>
            <p:nvPr/>
          </p:nvCxnSpPr>
          <p:spPr>
            <a:xfrm flipH="1">
              <a:off x="87426" y="367045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7939BB5D-6D5B-4B09-8B7F-BB37CE829B0F}"/>
                </a:ext>
              </a:extLst>
            </p:cNvPr>
            <p:cNvCxnSpPr/>
            <p:nvPr/>
          </p:nvCxnSpPr>
          <p:spPr>
            <a:xfrm flipH="1">
              <a:off x="87426" y="235662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A0FE9B31-C61C-476A-ADBE-34B7429C58CE}"/>
                </a:ext>
              </a:extLst>
            </p:cNvPr>
            <p:cNvCxnSpPr/>
            <p:nvPr/>
          </p:nvCxnSpPr>
          <p:spPr>
            <a:xfrm flipH="1">
              <a:off x="87426" y="2075028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8CCD51F0-B4F4-4DDF-A08D-FD2FD8EDB141}"/>
                </a:ext>
              </a:extLst>
            </p:cNvPr>
            <p:cNvCxnSpPr/>
            <p:nvPr/>
          </p:nvCxnSpPr>
          <p:spPr>
            <a:xfrm flipH="1">
              <a:off x="87426" y="1943645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38888459-73D8-4C4F-980D-847BD7D25EE7}"/>
                </a:ext>
              </a:extLst>
            </p:cNvPr>
            <p:cNvCxnSpPr/>
            <p:nvPr/>
          </p:nvCxnSpPr>
          <p:spPr>
            <a:xfrm flipH="1">
              <a:off x="87426" y="1812262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1F97BAD8-E3C3-4F42-AEB8-EC91730F5833}"/>
                </a:ext>
              </a:extLst>
            </p:cNvPr>
            <p:cNvCxnSpPr/>
            <p:nvPr/>
          </p:nvCxnSpPr>
          <p:spPr>
            <a:xfrm flipH="1">
              <a:off x="87426" y="1680878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BF668542-1258-4749-B3B0-9AB8A7B5A78C}"/>
                </a:ext>
              </a:extLst>
            </p:cNvPr>
            <p:cNvCxnSpPr/>
            <p:nvPr/>
          </p:nvCxnSpPr>
          <p:spPr>
            <a:xfrm flipH="1">
              <a:off x="87426" y="1549495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6D469EA8-6BE0-4192-A249-84691E192051}"/>
                </a:ext>
              </a:extLst>
            </p:cNvPr>
            <p:cNvCxnSpPr/>
            <p:nvPr/>
          </p:nvCxnSpPr>
          <p:spPr>
            <a:xfrm flipH="1">
              <a:off x="87426" y="1418112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D3698A6D-0FB6-4868-8527-94EBA9D79A8D}"/>
                </a:ext>
              </a:extLst>
            </p:cNvPr>
            <p:cNvCxnSpPr/>
            <p:nvPr/>
          </p:nvCxnSpPr>
          <p:spPr>
            <a:xfrm flipH="1">
              <a:off x="87426" y="1286728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555AC1E5-35C7-47CC-B97A-3523CC6D9A56}"/>
                </a:ext>
              </a:extLst>
            </p:cNvPr>
            <p:cNvCxnSpPr/>
            <p:nvPr/>
          </p:nvCxnSpPr>
          <p:spPr>
            <a:xfrm>
              <a:off x="1007109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8CA9B2CD-D99A-4B54-9A76-89434D6B5960}"/>
                </a:ext>
              </a:extLst>
            </p:cNvPr>
            <p:cNvCxnSpPr/>
            <p:nvPr/>
          </p:nvCxnSpPr>
          <p:spPr>
            <a:xfrm>
              <a:off x="875725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65234D8B-F5B7-499E-A741-40D7486C1A16}"/>
                </a:ext>
              </a:extLst>
            </p:cNvPr>
            <p:cNvCxnSpPr/>
            <p:nvPr/>
          </p:nvCxnSpPr>
          <p:spPr>
            <a:xfrm>
              <a:off x="744342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43D5FDAA-E339-4B1C-A4D6-871F34CE95AC}"/>
                </a:ext>
              </a:extLst>
            </p:cNvPr>
            <p:cNvCxnSpPr/>
            <p:nvPr/>
          </p:nvCxnSpPr>
          <p:spPr>
            <a:xfrm>
              <a:off x="481576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DAA00A27-F83A-4F3A-BD36-6187B2591343}"/>
                </a:ext>
              </a:extLst>
            </p:cNvPr>
            <p:cNvCxnSpPr/>
            <p:nvPr/>
          </p:nvCxnSpPr>
          <p:spPr>
            <a:xfrm>
              <a:off x="350192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58AD1BC3-3E19-4DF1-9A1A-C2833B2A81EE}"/>
                </a:ext>
              </a:extLst>
            </p:cNvPr>
            <p:cNvCxnSpPr/>
            <p:nvPr/>
          </p:nvCxnSpPr>
          <p:spPr>
            <a:xfrm>
              <a:off x="218809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8EB327DB-5366-411C-9E38-2C235B7479CB}"/>
                </a:ext>
              </a:extLst>
            </p:cNvPr>
            <p:cNvCxnSpPr/>
            <p:nvPr/>
          </p:nvCxnSpPr>
          <p:spPr>
            <a:xfrm>
              <a:off x="1664025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B370546F-31D2-4473-BADA-358B92F23F97}"/>
                </a:ext>
              </a:extLst>
            </p:cNvPr>
            <p:cNvCxnSpPr/>
            <p:nvPr/>
          </p:nvCxnSpPr>
          <p:spPr>
            <a:xfrm>
              <a:off x="2058175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1DD76405-630F-429B-A6B7-93A99CD879EE}"/>
                </a:ext>
              </a:extLst>
            </p:cNvPr>
            <p:cNvCxnSpPr/>
            <p:nvPr/>
          </p:nvCxnSpPr>
          <p:spPr>
            <a:xfrm>
              <a:off x="1926792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B14F221F-613C-4CAE-AA93-81D7977A6790}"/>
                </a:ext>
              </a:extLst>
            </p:cNvPr>
            <p:cNvCxnSpPr/>
            <p:nvPr/>
          </p:nvCxnSpPr>
          <p:spPr>
            <a:xfrm>
              <a:off x="1795409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BDB54581-DC8C-4599-98A2-225483351C47}"/>
                </a:ext>
              </a:extLst>
            </p:cNvPr>
            <p:cNvCxnSpPr/>
            <p:nvPr/>
          </p:nvCxnSpPr>
          <p:spPr>
            <a:xfrm>
              <a:off x="1532642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90579369-5478-4B10-821E-5484A9904306}"/>
                </a:ext>
              </a:extLst>
            </p:cNvPr>
            <p:cNvCxnSpPr/>
            <p:nvPr/>
          </p:nvCxnSpPr>
          <p:spPr>
            <a:xfrm>
              <a:off x="1401259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A14A2007-85BA-420B-AF36-EB5C5E9758D4}"/>
                </a:ext>
              </a:extLst>
            </p:cNvPr>
            <p:cNvCxnSpPr/>
            <p:nvPr/>
          </p:nvCxnSpPr>
          <p:spPr>
            <a:xfrm>
              <a:off x="1269875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graphicFrame>
        <p:nvGraphicFramePr>
          <p:cNvPr id="339" name="Table 14">
            <a:extLst>
              <a:ext uri="{FF2B5EF4-FFF2-40B4-BE49-F238E27FC236}">
                <a16:creationId xmlns:a16="http://schemas.microsoft.com/office/drawing/2014/main" id="{06B33F4F-3F84-4870-B7CA-17EAD16E2004}"/>
              </a:ext>
            </a:extLst>
          </p:cNvPr>
          <p:cNvGraphicFramePr>
            <a:graphicFrameLocks noGrp="1"/>
          </p:cNvGraphicFramePr>
          <p:nvPr/>
        </p:nvGraphicFramePr>
        <p:xfrm>
          <a:off x="721233" y="7400266"/>
          <a:ext cx="822960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63325300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712468457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5286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092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85938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6635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13223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4509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89666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320554"/>
                  </a:ext>
                </a:extLst>
              </a:tr>
            </a:tbl>
          </a:graphicData>
        </a:graphic>
      </p:graphicFrame>
      <p:sp>
        <p:nvSpPr>
          <p:cNvPr id="340" name="Rectangle 339">
            <a:extLst>
              <a:ext uri="{FF2B5EF4-FFF2-40B4-BE49-F238E27FC236}">
                <a16:creationId xmlns:a16="http://schemas.microsoft.com/office/drawing/2014/main" id="{00201DE6-FB93-4C7C-BA1F-D86550603835}"/>
              </a:ext>
            </a:extLst>
          </p:cNvPr>
          <p:cNvSpPr/>
          <p:nvPr/>
        </p:nvSpPr>
        <p:spPr>
          <a:xfrm>
            <a:off x="492633" y="6655576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341" name="Object 340">
            <a:extLst>
              <a:ext uri="{FF2B5EF4-FFF2-40B4-BE49-F238E27FC236}">
                <a16:creationId xmlns:a16="http://schemas.microsoft.com/office/drawing/2014/main" id="{9F06FDCD-5CE8-4BA3-9375-E350F748FF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890" y="6686040"/>
          <a:ext cx="787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87320" imgH="241200" progId="Equation.DSMT4">
                  <p:embed/>
                </p:oleObj>
              </mc:Choice>
              <mc:Fallback>
                <p:oleObj name="Equation" r:id="rId8" imgW="787320" imgH="241200" progId="Equation.DSMT4">
                  <p:embed/>
                  <p:pic>
                    <p:nvPicPr>
                      <p:cNvPr id="293" name="Object 292">
                        <a:extLst>
                          <a:ext uri="{FF2B5EF4-FFF2-40B4-BE49-F238E27FC236}">
                            <a16:creationId xmlns:a16="http://schemas.microsoft.com/office/drawing/2014/main" id="{24416831-C54B-40B1-9D4A-24B5A933D8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66890" y="6686040"/>
                        <a:ext cx="787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2" name="Group 341">
            <a:extLst>
              <a:ext uri="{FF2B5EF4-FFF2-40B4-BE49-F238E27FC236}">
                <a16:creationId xmlns:a16="http://schemas.microsoft.com/office/drawing/2014/main" id="{5E8897FD-A547-4B9D-B8B8-B6A2A81012A2}"/>
              </a:ext>
            </a:extLst>
          </p:cNvPr>
          <p:cNvGrpSpPr/>
          <p:nvPr/>
        </p:nvGrpSpPr>
        <p:grpSpPr>
          <a:xfrm>
            <a:off x="5177110" y="7247866"/>
            <a:ext cx="2133600" cy="2124685"/>
            <a:chOff x="-30199" y="-10682"/>
            <a:chExt cx="2343295" cy="2331720"/>
          </a:xfrm>
        </p:grpSpPr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1A339C3D-DAFA-45AA-BB8D-5D7CD8E395F2}"/>
                </a:ext>
              </a:extLst>
            </p:cNvPr>
            <p:cNvSpPr/>
            <p:nvPr/>
          </p:nvSpPr>
          <p:spPr>
            <a:xfrm>
              <a:off x="87426" y="104278"/>
              <a:ext cx="2102133" cy="2102133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243ABB7E-9511-46C4-A9DA-8157E06AB7E4}"/>
                </a:ext>
              </a:extLst>
            </p:cNvPr>
            <p:cNvCxnSpPr/>
            <p:nvPr/>
          </p:nvCxnSpPr>
          <p:spPr>
            <a:xfrm flipH="1">
              <a:off x="87426" y="1023962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ADB0E877-A52C-49F1-A208-9980DA4BD33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493" y="-10682"/>
              <a:ext cx="0" cy="233172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headEnd type="stealth"/>
              <a:tailEnd type="stealth"/>
            </a:ln>
            <a:effectLst/>
          </p:spPr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5E5703C4-9C64-485E-BE86-F918B56356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0199" y="1155346"/>
              <a:ext cx="2343295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headEnd type="stealth"/>
              <a:tailEnd type="stealth"/>
            </a:ln>
            <a:effectLst/>
          </p:spPr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521B379B-6D98-4083-91E5-BA3868EEF1A7}"/>
                </a:ext>
              </a:extLst>
            </p:cNvPr>
            <p:cNvCxnSpPr/>
            <p:nvPr/>
          </p:nvCxnSpPr>
          <p:spPr>
            <a:xfrm>
              <a:off x="612959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BFD0A225-ABAD-4D97-BF2B-009E64F45A8E}"/>
                </a:ext>
              </a:extLst>
            </p:cNvPr>
            <p:cNvCxnSpPr/>
            <p:nvPr/>
          </p:nvCxnSpPr>
          <p:spPr>
            <a:xfrm flipH="1">
              <a:off x="87426" y="892578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4FE62E71-3C02-4FEE-B784-61E5DB5C2189}"/>
                </a:ext>
              </a:extLst>
            </p:cNvPr>
            <p:cNvCxnSpPr/>
            <p:nvPr/>
          </p:nvCxnSpPr>
          <p:spPr>
            <a:xfrm flipH="1">
              <a:off x="87426" y="761195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B9CF9DB1-93CD-4138-B426-D289AC7C8DB1}"/>
                </a:ext>
              </a:extLst>
            </p:cNvPr>
            <p:cNvCxnSpPr/>
            <p:nvPr/>
          </p:nvCxnSpPr>
          <p:spPr>
            <a:xfrm flipH="1">
              <a:off x="87426" y="629812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990F8BFE-CCC9-4039-8277-D5AD8A87ABD1}"/>
                </a:ext>
              </a:extLst>
            </p:cNvPr>
            <p:cNvCxnSpPr/>
            <p:nvPr/>
          </p:nvCxnSpPr>
          <p:spPr>
            <a:xfrm flipH="1">
              <a:off x="87426" y="498428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913D4300-636B-4857-9321-F208F53F95A6}"/>
                </a:ext>
              </a:extLst>
            </p:cNvPr>
            <p:cNvCxnSpPr/>
            <p:nvPr/>
          </p:nvCxnSpPr>
          <p:spPr>
            <a:xfrm flipH="1">
              <a:off x="87426" y="367045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0F89B108-8518-43D0-8EA3-CF1818E838D7}"/>
                </a:ext>
              </a:extLst>
            </p:cNvPr>
            <p:cNvCxnSpPr/>
            <p:nvPr/>
          </p:nvCxnSpPr>
          <p:spPr>
            <a:xfrm flipH="1">
              <a:off x="87426" y="235662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EB304B64-9DA1-4453-9B25-0601D9690D25}"/>
                </a:ext>
              </a:extLst>
            </p:cNvPr>
            <p:cNvCxnSpPr/>
            <p:nvPr/>
          </p:nvCxnSpPr>
          <p:spPr>
            <a:xfrm flipH="1">
              <a:off x="87426" y="2075028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A7C2551D-0391-46F8-81D2-7CCA08BC286A}"/>
                </a:ext>
              </a:extLst>
            </p:cNvPr>
            <p:cNvCxnSpPr/>
            <p:nvPr/>
          </p:nvCxnSpPr>
          <p:spPr>
            <a:xfrm flipH="1">
              <a:off x="87426" y="1943645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15E2CF8E-FC52-4ADC-A6F2-0E137CAE24FF}"/>
                </a:ext>
              </a:extLst>
            </p:cNvPr>
            <p:cNvCxnSpPr/>
            <p:nvPr/>
          </p:nvCxnSpPr>
          <p:spPr>
            <a:xfrm flipH="1">
              <a:off x="87426" y="1812262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F505E870-09E7-4EEE-9128-05C4DC857591}"/>
                </a:ext>
              </a:extLst>
            </p:cNvPr>
            <p:cNvCxnSpPr/>
            <p:nvPr/>
          </p:nvCxnSpPr>
          <p:spPr>
            <a:xfrm flipH="1">
              <a:off x="87426" y="1680878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AC8F68A4-75C6-47EE-B082-6760067232F0}"/>
                </a:ext>
              </a:extLst>
            </p:cNvPr>
            <p:cNvCxnSpPr/>
            <p:nvPr/>
          </p:nvCxnSpPr>
          <p:spPr>
            <a:xfrm flipH="1">
              <a:off x="87426" y="1549495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02EE3A22-1405-41FD-8ADA-1D0348331CF4}"/>
                </a:ext>
              </a:extLst>
            </p:cNvPr>
            <p:cNvCxnSpPr/>
            <p:nvPr/>
          </p:nvCxnSpPr>
          <p:spPr>
            <a:xfrm flipH="1">
              <a:off x="87426" y="1418112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CAAE6EDB-C8D0-4FE2-8238-24956E611509}"/>
                </a:ext>
              </a:extLst>
            </p:cNvPr>
            <p:cNvCxnSpPr/>
            <p:nvPr/>
          </p:nvCxnSpPr>
          <p:spPr>
            <a:xfrm flipH="1">
              <a:off x="87426" y="1286728"/>
              <a:ext cx="2102133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832B1335-D9C7-4DE4-A307-450E761351F4}"/>
                </a:ext>
              </a:extLst>
            </p:cNvPr>
            <p:cNvCxnSpPr/>
            <p:nvPr/>
          </p:nvCxnSpPr>
          <p:spPr>
            <a:xfrm>
              <a:off x="1007109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CBD4AF48-365F-4CAE-B808-97E32461D2B2}"/>
                </a:ext>
              </a:extLst>
            </p:cNvPr>
            <p:cNvCxnSpPr/>
            <p:nvPr/>
          </p:nvCxnSpPr>
          <p:spPr>
            <a:xfrm>
              <a:off x="875725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D8FA19A5-1C87-4EC1-9CFF-8531F0355A06}"/>
                </a:ext>
              </a:extLst>
            </p:cNvPr>
            <p:cNvCxnSpPr/>
            <p:nvPr/>
          </p:nvCxnSpPr>
          <p:spPr>
            <a:xfrm>
              <a:off x="744342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E0A1D900-B626-4A3A-BF33-063039E58359}"/>
                </a:ext>
              </a:extLst>
            </p:cNvPr>
            <p:cNvCxnSpPr/>
            <p:nvPr/>
          </p:nvCxnSpPr>
          <p:spPr>
            <a:xfrm>
              <a:off x="481576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65D02822-64ED-4B0D-9E96-AF2F105B37D4}"/>
                </a:ext>
              </a:extLst>
            </p:cNvPr>
            <p:cNvCxnSpPr/>
            <p:nvPr/>
          </p:nvCxnSpPr>
          <p:spPr>
            <a:xfrm>
              <a:off x="350192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269FDE9F-D08C-4E4C-9A3E-CF94A78DBE4A}"/>
                </a:ext>
              </a:extLst>
            </p:cNvPr>
            <p:cNvCxnSpPr/>
            <p:nvPr/>
          </p:nvCxnSpPr>
          <p:spPr>
            <a:xfrm>
              <a:off x="218809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0CF6DFB-FA9E-4FAE-9E20-96990C7B5285}"/>
                </a:ext>
              </a:extLst>
            </p:cNvPr>
            <p:cNvCxnSpPr/>
            <p:nvPr/>
          </p:nvCxnSpPr>
          <p:spPr>
            <a:xfrm>
              <a:off x="1664025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8B669CDE-65E0-401B-AF7D-4C69F448C336}"/>
                </a:ext>
              </a:extLst>
            </p:cNvPr>
            <p:cNvCxnSpPr/>
            <p:nvPr/>
          </p:nvCxnSpPr>
          <p:spPr>
            <a:xfrm>
              <a:off x="2058175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A0A65CCE-AEB2-4A92-918B-74C54B4391ED}"/>
                </a:ext>
              </a:extLst>
            </p:cNvPr>
            <p:cNvCxnSpPr/>
            <p:nvPr/>
          </p:nvCxnSpPr>
          <p:spPr>
            <a:xfrm>
              <a:off x="1926792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A856F474-3C2D-4DF8-BA5A-54C27CC994CE}"/>
                </a:ext>
              </a:extLst>
            </p:cNvPr>
            <p:cNvCxnSpPr/>
            <p:nvPr/>
          </p:nvCxnSpPr>
          <p:spPr>
            <a:xfrm>
              <a:off x="1795409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8BD16BBF-9118-432B-A0BB-25E3A82723BF}"/>
                </a:ext>
              </a:extLst>
            </p:cNvPr>
            <p:cNvCxnSpPr/>
            <p:nvPr/>
          </p:nvCxnSpPr>
          <p:spPr>
            <a:xfrm>
              <a:off x="1532642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BDA21979-0704-4113-9EC7-ED7EBFF91760}"/>
                </a:ext>
              </a:extLst>
            </p:cNvPr>
            <p:cNvCxnSpPr/>
            <p:nvPr/>
          </p:nvCxnSpPr>
          <p:spPr>
            <a:xfrm>
              <a:off x="1401259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D8AEF224-937C-4D62-B144-EA9C86150B82}"/>
                </a:ext>
              </a:extLst>
            </p:cNvPr>
            <p:cNvCxnSpPr/>
            <p:nvPr/>
          </p:nvCxnSpPr>
          <p:spPr>
            <a:xfrm>
              <a:off x="1269875" y="104278"/>
              <a:ext cx="0" cy="210213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graphicFrame>
        <p:nvGraphicFramePr>
          <p:cNvPr id="374" name="Table 14">
            <a:extLst>
              <a:ext uri="{FF2B5EF4-FFF2-40B4-BE49-F238E27FC236}">
                <a16:creationId xmlns:a16="http://schemas.microsoft.com/office/drawing/2014/main" id="{92DE3234-6883-4448-8C33-6D605350A291}"/>
              </a:ext>
            </a:extLst>
          </p:cNvPr>
          <p:cNvGraphicFramePr>
            <a:graphicFrameLocks noGrp="1"/>
          </p:cNvGraphicFramePr>
          <p:nvPr/>
        </p:nvGraphicFramePr>
        <p:xfrm>
          <a:off x="4202458" y="7360974"/>
          <a:ext cx="822960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63325300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712468457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5286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092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85938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6635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13223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4509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89666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320554"/>
                  </a:ext>
                </a:extLst>
              </a:tr>
            </a:tbl>
          </a:graphicData>
        </a:graphic>
      </p:graphicFrame>
      <p:sp>
        <p:nvSpPr>
          <p:cNvPr id="375" name="Rectangle 374">
            <a:extLst>
              <a:ext uri="{FF2B5EF4-FFF2-40B4-BE49-F238E27FC236}">
                <a16:creationId xmlns:a16="http://schemas.microsoft.com/office/drawing/2014/main" id="{6F6E3C27-663A-4FDC-AC81-3896F4426191}"/>
              </a:ext>
            </a:extLst>
          </p:cNvPr>
          <p:cNvSpPr/>
          <p:nvPr/>
        </p:nvSpPr>
        <p:spPr>
          <a:xfrm>
            <a:off x="3973858" y="6655576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Century Gothic" panose="020B0502020202020204" pitchFamily="34" charset="0"/>
                <a:ea typeface="Calibri" panose="020F0502020204030204" pitchFamily="34" charset="0"/>
              </a:rPr>
              <a:t>4</a:t>
            </a:r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376" name="Object 375">
            <a:extLst>
              <a:ext uri="{FF2B5EF4-FFF2-40B4-BE49-F238E27FC236}">
                <a16:creationId xmlns:a16="http://schemas.microsoft.com/office/drawing/2014/main" id="{7363301F-E2BC-4F22-B3A8-B830DABA6D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27721" y="6678613"/>
          <a:ext cx="825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25480" imgH="241200" progId="Equation.DSMT4">
                  <p:embed/>
                </p:oleObj>
              </mc:Choice>
              <mc:Fallback>
                <p:oleObj name="Equation" r:id="rId10" imgW="825480" imgH="241200" progId="Equation.DSMT4">
                  <p:embed/>
                  <p:pic>
                    <p:nvPicPr>
                      <p:cNvPr id="328" name="Object 327">
                        <a:extLst>
                          <a:ext uri="{FF2B5EF4-FFF2-40B4-BE49-F238E27FC236}">
                            <a16:creationId xmlns:a16="http://schemas.microsoft.com/office/drawing/2014/main" id="{8C1B6909-332D-4AD1-9D47-987C15E3DB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27721" y="6678613"/>
                        <a:ext cx="825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7" name="Rectangle 376">
            <a:extLst>
              <a:ext uri="{FF2B5EF4-FFF2-40B4-BE49-F238E27FC236}">
                <a16:creationId xmlns:a16="http://schemas.microsoft.com/office/drawing/2014/main" id="{B8E20099-F74F-4836-AA1E-A6CC552D3FA2}"/>
              </a:ext>
            </a:extLst>
          </p:cNvPr>
          <p:cNvSpPr/>
          <p:nvPr/>
        </p:nvSpPr>
        <p:spPr>
          <a:xfrm>
            <a:off x="457200" y="6235546"/>
            <a:ext cx="64770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Use the table to graph each absolute value inequality.  </a:t>
            </a:r>
            <a:endParaRPr lang="en-US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36">
            <a:extLst>
              <a:ext uri="{FF2B5EF4-FFF2-40B4-BE49-F238E27FC236}">
                <a16:creationId xmlns:a16="http://schemas.microsoft.com/office/drawing/2014/main" id="{2ADC8CA7-8CE1-4ABC-BBF2-5AC3B5CBA3D4}"/>
              </a:ext>
            </a:extLst>
          </p:cNvPr>
          <p:cNvSpPr/>
          <p:nvPr/>
        </p:nvSpPr>
        <p:spPr>
          <a:xfrm>
            <a:off x="590509" y="2988915"/>
            <a:ext cx="4896421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Graph each piecewise function.  State the domain and range.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D2FF2AE-9B73-4550-8AC8-87501AE12733}"/>
              </a:ext>
            </a:extLst>
          </p:cNvPr>
          <p:cNvSpPr/>
          <p:nvPr/>
        </p:nvSpPr>
        <p:spPr>
          <a:xfrm>
            <a:off x="1504104" y="3774589"/>
            <a:ext cx="283805" cy="3396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384C3C87-9644-4A10-B48A-2FF750F97D85}"/>
              </a:ext>
            </a:extLst>
          </p:cNvPr>
          <p:cNvSpPr/>
          <p:nvPr/>
        </p:nvSpPr>
        <p:spPr>
          <a:xfrm>
            <a:off x="568710" y="3520779"/>
            <a:ext cx="43473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Century Gothic" panose="020B0502020202020204" pitchFamily="34" charset="0"/>
                <a:ea typeface="Calibri" panose="020F0502020204030204" pitchFamily="34" charset="0"/>
              </a:rPr>
              <a:t>10</a:t>
            </a:r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41" name="Object 140">
            <a:extLst>
              <a:ext uri="{FF2B5EF4-FFF2-40B4-BE49-F238E27FC236}">
                <a16:creationId xmlns:a16="http://schemas.microsoft.com/office/drawing/2014/main" id="{450984E9-DD11-4D73-9D31-F4BCEF6FB7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4460" y="3351069"/>
          <a:ext cx="1628775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25400" imgH="609480" progId="Equation.DSMT4">
                  <p:embed/>
                </p:oleObj>
              </mc:Choice>
              <mc:Fallback>
                <p:oleObj name="Equation" r:id="rId3" imgW="1625400" imgH="60948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F9C94314-BF63-4CDF-88D5-601B8487C0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460" y="3351069"/>
                        <a:ext cx="1628775" cy="614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" name="Rectangle 186">
            <a:extLst>
              <a:ext uri="{FF2B5EF4-FFF2-40B4-BE49-F238E27FC236}">
                <a16:creationId xmlns:a16="http://schemas.microsoft.com/office/drawing/2014/main" id="{FBC58598-A940-4C19-91FF-25F36D1BBF77}"/>
              </a:ext>
            </a:extLst>
          </p:cNvPr>
          <p:cNvSpPr/>
          <p:nvPr/>
        </p:nvSpPr>
        <p:spPr>
          <a:xfrm>
            <a:off x="1504104" y="5904292"/>
            <a:ext cx="283805" cy="3396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25531A8-2E0E-4EB5-8FC1-839D5720875C}"/>
              </a:ext>
            </a:extLst>
          </p:cNvPr>
          <p:cNvSpPr/>
          <p:nvPr/>
        </p:nvSpPr>
        <p:spPr>
          <a:xfrm>
            <a:off x="568710" y="5650482"/>
            <a:ext cx="43473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Century Gothic" panose="020B0502020202020204" pitchFamily="34" charset="0"/>
                <a:ea typeface="Calibri" panose="020F0502020204030204" pitchFamily="34" charset="0"/>
              </a:rPr>
              <a:t>11</a:t>
            </a:r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89" name="Object 188">
            <a:extLst>
              <a:ext uri="{FF2B5EF4-FFF2-40B4-BE49-F238E27FC236}">
                <a16:creationId xmlns:a16="http://schemas.microsoft.com/office/drawing/2014/main" id="{E46EB68C-5217-48E3-B49A-3637303E55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9860" y="5544272"/>
          <a:ext cx="157797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74640" imgH="482400" progId="Equation.DSMT4">
                  <p:embed/>
                </p:oleObj>
              </mc:Choice>
              <mc:Fallback>
                <p:oleObj name="Equation" r:id="rId5" imgW="1574640" imgH="482400" progId="Equation.DSMT4">
                  <p:embed/>
                  <p:pic>
                    <p:nvPicPr>
                      <p:cNvPr id="241" name="Object 240">
                        <a:extLst>
                          <a:ext uri="{FF2B5EF4-FFF2-40B4-BE49-F238E27FC236}">
                            <a16:creationId xmlns:a16="http://schemas.microsoft.com/office/drawing/2014/main" id="{A87DE241-29CA-4364-993D-6AF8EA87A6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860" y="5544272"/>
                        <a:ext cx="1577975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" name="Rectangle 222">
            <a:extLst>
              <a:ext uri="{FF2B5EF4-FFF2-40B4-BE49-F238E27FC236}">
                <a16:creationId xmlns:a16="http://schemas.microsoft.com/office/drawing/2014/main" id="{894B9FCB-3AA3-4A12-B396-971B7D69B852}"/>
              </a:ext>
            </a:extLst>
          </p:cNvPr>
          <p:cNvSpPr/>
          <p:nvPr/>
        </p:nvSpPr>
        <p:spPr>
          <a:xfrm>
            <a:off x="1504104" y="8043520"/>
            <a:ext cx="283805" cy="3396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8B9A384-23BE-4B55-99A0-9B087B809F68}"/>
              </a:ext>
            </a:extLst>
          </p:cNvPr>
          <p:cNvSpPr/>
          <p:nvPr/>
        </p:nvSpPr>
        <p:spPr>
          <a:xfrm>
            <a:off x="568710" y="7789710"/>
            <a:ext cx="43473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Century Gothic" panose="020B0502020202020204" pitchFamily="34" charset="0"/>
                <a:ea typeface="Calibri" panose="020F0502020204030204" pitchFamily="34" charset="0"/>
              </a:rPr>
              <a:t>12</a:t>
            </a:r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25" name="Object 224">
            <a:extLst>
              <a:ext uri="{FF2B5EF4-FFF2-40B4-BE49-F238E27FC236}">
                <a16:creationId xmlns:a16="http://schemas.microsoft.com/office/drawing/2014/main" id="{161F71B9-8AF9-46B6-B7CF-7F94195DED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3510" y="7587674"/>
          <a:ext cx="2062163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57400" imgH="660240" progId="Equation.DSMT4">
                  <p:embed/>
                </p:oleObj>
              </mc:Choice>
              <mc:Fallback>
                <p:oleObj name="Equation" r:id="rId7" imgW="2057400" imgH="660240" progId="Equation.DSMT4">
                  <p:embed/>
                  <p:pic>
                    <p:nvPicPr>
                      <p:cNvPr id="279" name="Object 278">
                        <a:extLst>
                          <a:ext uri="{FF2B5EF4-FFF2-40B4-BE49-F238E27FC236}">
                            <a16:creationId xmlns:a16="http://schemas.microsoft.com/office/drawing/2014/main" id="{9583CA71-8766-4230-B25D-4A8F3CAF7F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510" y="7587674"/>
                        <a:ext cx="2062163" cy="66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4" name="Rectangle 333">
            <a:extLst>
              <a:ext uri="{FF2B5EF4-FFF2-40B4-BE49-F238E27FC236}">
                <a16:creationId xmlns:a16="http://schemas.microsoft.com/office/drawing/2014/main" id="{80FDAB6C-1D89-41A5-A27B-0FA61B5E7703}"/>
              </a:ext>
            </a:extLst>
          </p:cNvPr>
          <p:cNvSpPr/>
          <p:nvPr/>
        </p:nvSpPr>
        <p:spPr>
          <a:xfrm>
            <a:off x="1371600" y="1295400"/>
            <a:ext cx="283805" cy="3396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D2FB5C97-DF2A-4319-B0A3-BDC5CBE96279}"/>
              </a:ext>
            </a:extLst>
          </p:cNvPr>
          <p:cNvSpPr/>
          <p:nvPr/>
        </p:nvSpPr>
        <p:spPr>
          <a:xfrm>
            <a:off x="600075" y="479425"/>
            <a:ext cx="4896421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Find each value given the piecewise function below.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336" name="Object 335">
            <a:extLst>
              <a:ext uri="{FF2B5EF4-FFF2-40B4-BE49-F238E27FC236}">
                <a16:creationId xmlns:a16="http://schemas.microsoft.com/office/drawing/2014/main" id="{1DF600A3-9BE2-4062-86C5-3857D5C0E5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838200"/>
          <a:ext cx="2095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95200" imgH="685800" progId="Equation.DSMT4">
                  <p:embed/>
                </p:oleObj>
              </mc:Choice>
              <mc:Fallback>
                <p:oleObj name="Equation" r:id="rId9" imgW="2095200" imgH="6858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1F26EE83-2AF1-4789-B98E-3B6DDF1322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5800" y="838200"/>
                        <a:ext cx="20955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" name="Rectangle 336">
            <a:extLst>
              <a:ext uri="{FF2B5EF4-FFF2-40B4-BE49-F238E27FC236}">
                <a16:creationId xmlns:a16="http://schemas.microsoft.com/office/drawing/2014/main" id="{FD90B8BE-D5A7-44F4-8496-07F610BA6715}"/>
              </a:ext>
            </a:extLst>
          </p:cNvPr>
          <p:cNvSpPr/>
          <p:nvPr/>
        </p:nvSpPr>
        <p:spPr>
          <a:xfrm>
            <a:off x="3068097" y="768350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Century Gothic" panose="020B0502020202020204" pitchFamily="34" charset="0"/>
                <a:ea typeface="Calibri" panose="020F0502020204030204" pitchFamily="34" charset="0"/>
              </a:rPr>
              <a:t>5</a:t>
            </a:r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D3E0151B-91D2-4C4B-A54A-F7092AC32110}"/>
              </a:ext>
            </a:extLst>
          </p:cNvPr>
          <p:cNvSpPr/>
          <p:nvPr/>
        </p:nvSpPr>
        <p:spPr>
          <a:xfrm>
            <a:off x="3068097" y="1218854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6.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71449FF6-58EC-4586-8CD9-89B6BF531CC8}"/>
              </a:ext>
            </a:extLst>
          </p:cNvPr>
          <p:cNvSpPr/>
          <p:nvPr/>
        </p:nvSpPr>
        <p:spPr>
          <a:xfrm>
            <a:off x="3068097" y="1669358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Century Gothic" panose="020B0502020202020204" pitchFamily="34" charset="0"/>
                <a:ea typeface="Calibri" panose="020F0502020204030204" pitchFamily="34" charset="0"/>
              </a:rPr>
              <a:t>7</a:t>
            </a:r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60685561-602A-475D-A55B-451F790D388C}"/>
              </a:ext>
            </a:extLst>
          </p:cNvPr>
          <p:cNvSpPr/>
          <p:nvPr/>
        </p:nvSpPr>
        <p:spPr>
          <a:xfrm>
            <a:off x="3068097" y="2119862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8.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C9E179AE-09FD-42F8-A8A2-E9E6CAA360CA}"/>
              </a:ext>
            </a:extLst>
          </p:cNvPr>
          <p:cNvSpPr/>
          <p:nvPr/>
        </p:nvSpPr>
        <p:spPr>
          <a:xfrm>
            <a:off x="3068097" y="2570366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Century Gothic" panose="020B0502020202020204" pitchFamily="34" charset="0"/>
                <a:ea typeface="Calibri" panose="020F0502020204030204" pitchFamily="34" charset="0"/>
              </a:rPr>
              <a:t>9</a:t>
            </a:r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342" name="Object 341">
            <a:extLst>
              <a:ext uri="{FF2B5EF4-FFF2-40B4-BE49-F238E27FC236}">
                <a16:creationId xmlns:a16="http://schemas.microsoft.com/office/drawing/2014/main" id="{791028A2-C978-483D-9A00-AB5922A15F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5274" y="795338"/>
          <a:ext cx="406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06080" imgH="203040" progId="Equation.DSMT4">
                  <p:embed/>
                </p:oleObj>
              </mc:Choice>
              <mc:Fallback>
                <p:oleObj name="Equation" r:id="rId11" imgW="406080" imgH="2030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C83DBEB3-3EB5-45F7-9F52-55501A2635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35274" y="795338"/>
                        <a:ext cx="406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3" name="Object 342">
            <a:extLst>
              <a:ext uri="{FF2B5EF4-FFF2-40B4-BE49-F238E27FC236}">
                <a16:creationId xmlns:a16="http://schemas.microsoft.com/office/drawing/2014/main" id="{2E8370A2-AD65-44A7-8933-491836AF78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5274" y="1246156"/>
          <a:ext cx="368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68280" imgH="203040" progId="Equation.DSMT4">
                  <p:embed/>
                </p:oleObj>
              </mc:Choice>
              <mc:Fallback>
                <p:oleObj name="Equation" r:id="rId13" imgW="368280" imgH="203040" progId="Equation.DSMT4">
                  <p:embed/>
                  <p:pic>
                    <p:nvPicPr>
                      <p:cNvPr id="46" name="Object 45">
                        <a:extLst>
                          <a:ext uri="{FF2B5EF4-FFF2-40B4-BE49-F238E27FC236}">
                            <a16:creationId xmlns:a16="http://schemas.microsoft.com/office/drawing/2014/main" id="{D9158B55-D1D7-4B51-8379-0A5FF74328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35274" y="1246156"/>
                        <a:ext cx="3683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" name="Object 343">
            <a:extLst>
              <a:ext uri="{FF2B5EF4-FFF2-40B4-BE49-F238E27FC236}">
                <a16:creationId xmlns:a16="http://schemas.microsoft.com/office/drawing/2014/main" id="{D33C98AC-23CB-4816-93F1-A085BEECB8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5274" y="1696974"/>
          <a:ext cx="406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06080" imgH="203040" progId="Equation.DSMT4">
                  <p:embed/>
                </p:oleObj>
              </mc:Choice>
              <mc:Fallback>
                <p:oleObj name="Equation" r:id="rId15" imgW="406080" imgH="203040" progId="Equation.DSMT4">
                  <p:embed/>
                  <p:pic>
                    <p:nvPicPr>
                      <p:cNvPr id="47" name="Object 46">
                        <a:extLst>
                          <a:ext uri="{FF2B5EF4-FFF2-40B4-BE49-F238E27FC236}">
                            <a16:creationId xmlns:a16="http://schemas.microsoft.com/office/drawing/2014/main" id="{100A8BDC-8597-4E63-83E2-E46587062B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35274" y="1696974"/>
                        <a:ext cx="406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5" name="Object 344">
            <a:extLst>
              <a:ext uri="{FF2B5EF4-FFF2-40B4-BE49-F238E27FC236}">
                <a16:creationId xmlns:a16="http://schemas.microsoft.com/office/drawing/2014/main" id="{BDBD4085-2C68-464E-B290-C9DE9095AB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5274" y="2057400"/>
          <a:ext cx="508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07960" imgH="419040" progId="Equation.DSMT4">
                  <p:embed/>
                </p:oleObj>
              </mc:Choice>
              <mc:Fallback>
                <p:oleObj name="Equation" r:id="rId17" imgW="507960" imgH="419040" progId="Equation.DSMT4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361147D2-59D7-47C9-A890-2FB4EC5A2C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35274" y="2057400"/>
                        <a:ext cx="5080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" name="Object 345">
            <a:extLst>
              <a:ext uri="{FF2B5EF4-FFF2-40B4-BE49-F238E27FC236}">
                <a16:creationId xmlns:a16="http://schemas.microsoft.com/office/drawing/2014/main" id="{413F2454-19F6-44DD-9C04-3BF5D15CE3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5274" y="2514600"/>
          <a:ext cx="406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06080" imgH="419040" progId="Equation.DSMT4">
                  <p:embed/>
                </p:oleObj>
              </mc:Choice>
              <mc:Fallback>
                <p:oleObj name="Equation" r:id="rId19" imgW="406080" imgH="419040" progId="Equation.DSMT4">
                  <p:embed/>
                  <p:pic>
                    <p:nvPicPr>
                      <p:cNvPr id="49" name="Object 48">
                        <a:extLst>
                          <a:ext uri="{FF2B5EF4-FFF2-40B4-BE49-F238E27FC236}">
                            <a16:creationId xmlns:a16="http://schemas.microsoft.com/office/drawing/2014/main" id="{E7161175-789E-4E57-A1E9-951ADD708A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35274" y="2514600"/>
                        <a:ext cx="4064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965BB1A8-3CB9-411A-B16F-0B7AAC80E17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80732" y="3200400"/>
            <a:ext cx="2200847" cy="218865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6DC2D24-CC0B-42D5-BE44-5F13EB1BAEC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80732" y="5347008"/>
            <a:ext cx="2200847" cy="218865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8AFA9E4-6301-42CE-A1A3-73F7646748E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80732" y="7540080"/>
            <a:ext cx="2200847" cy="21886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1145</TotalTime>
  <Words>97</Words>
  <Application>Microsoft Office PowerPoint</Application>
  <PresentationFormat>Custom</PresentationFormat>
  <Paragraphs>29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Century Gothic</vt:lpstr>
      <vt:lpstr>Tahoma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- 11 - Quiz 3-1</dc:title>
  <dc:creator>Gina</dc:creator>
  <cp:lastModifiedBy>Gina Wilson</cp:lastModifiedBy>
  <cp:revision>40</cp:revision>
  <dcterms:created xsi:type="dcterms:W3CDTF">2017-08-16T15:22:09Z</dcterms:created>
  <dcterms:modified xsi:type="dcterms:W3CDTF">2021-05-18T13:23:25Z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2015-06-22T00:00:00Z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2017-08-16T00:00:00Z</vt:filetime>
  </property>
</Properties>
</file>