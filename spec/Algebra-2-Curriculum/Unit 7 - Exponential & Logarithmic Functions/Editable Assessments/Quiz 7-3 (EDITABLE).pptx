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02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22010" y="9745481"/>
            <a:ext cx="1413509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image" Target="../media/image1.JPG"/><Relationship Id="rId16" Type="http://schemas.openxmlformats.org/officeDocument/2006/relationships/image" Target="../media/image8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8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6.bin"/><Relationship Id="rId2" Type="http://schemas.openxmlformats.org/officeDocument/2006/relationships/image" Target="../media/image10.JPG"/><Relationship Id="rId16" Type="http://schemas.openxmlformats.org/officeDocument/2006/relationships/image" Target="../media/image17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72BB6EB-CF46-C283-5796-54F26437E933}"/>
              </a:ext>
            </a:extLst>
          </p:cNvPr>
          <p:cNvSpPr/>
          <p:nvPr/>
        </p:nvSpPr>
        <p:spPr>
          <a:xfrm>
            <a:off x="593272" y="1736272"/>
            <a:ext cx="219322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Part I: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Logarithmic Equations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05CC3E3-1038-789F-4D57-3919AC6B3A03}"/>
              </a:ext>
            </a:extLst>
          </p:cNvPr>
          <p:cNvSpPr/>
          <p:nvPr/>
        </p:nvSpPr>
        <p:spPr>
          <a:xfrm>
            <a:off x="617415" y="194582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5DFD16-E353-0403-A6D6-AFF772AB8F33}"/>
              </a:ext>
            </a:extLst>
          </p:cNvPr>
          <p:cNvSpPr/>
          <p:nvPr/>
        </p:nvSpPr>
        <p:spPr>
          <a:xfrm>
            <a:off x="2901465" y="1956708"/>
            <a:ext cx="34176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D54C529-0029-FE31-B0DC-63DA033800D6}"/>
              </a:ext>
            </a:extLst>
          </p:cNvPr>
          <p:cNvSpPr/>
          <p:nvPr/>
        </p:nvSpPr>
        <p:spPr>
          <a:xfrm>
            <a:off x="617415" y="3894364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F244BB-05F5-65FD-AC2E-E8DB196B0013}"/>
              </a:ext>
            </a:extLst>
          </p:cNvPr>
          <p:cNvSpPr/>
          <p:nvPr/>
        </p:nvSpPr>
        <p:spPr>
          <a:xfrm>
            <a:off x="2901465" y="3929744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45" name="Object 44">
            <a:extLst>
              <a:ext uri="{FF2B5EF4-FFF2-40B4-BE49-F238E27FC236}">
                <a16:creationId xmlns:a16="http://schemas.microsoft.com/office/drawing/2014/main" id="{96F4BC67-0168-71EC-B3B4-63D1F6CDC1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5416" y="1985736"/>
          <a:ext cx="1739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39880" imgH="215640" progId="Equation.DSMT4">
                  <p:embed/>
                </p:oleObj>
              </mc:Choice>
              <mc:Fallback>
                <p:oleObj name="Equation" r:id="rId3" imgW="1739880" imgH="215640" progId="Equation.DSMT4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5416" y="1985736"/>
                        <a:ext cx="17399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5">
            <a:extLst>
              <a:ext uri="{FF2B5EF4-FFF2-40B4-BE49-F238E27FC236}">
                <a16:creationId xmlns:a16="http://schemas.microsoft.com/office/drawing/2014/main" id="{BCAE33B1-B9A4-486C-E916-179997287A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2786" y="1998436"/>
          <a:ext cx="1727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26920" imgH="203040" progId="Equation.DSMT4">
                  <p:embed/>
                </p:oleObj>
              </mc:Choice>
              <mc:Fallback>
                <p:oleObj name="Equation" r:id="rId5" imgW="1726920" imgH="203040" progId="Equation.DSMT4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52786" y="1998436"/>
                        <a:ext cx="1727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200F0EA4-2DEE-D4DB-EA46-E44E7C1380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1499" y="3929809"/>
          <a:ext cx="1498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98320" imgH="215640" progId="Equation.DSMT4">
                  <p:embed/>
                </p:oleObj>
              </mc:Choice>
              <mc:Fallback>
                <p:oleObj name="Equation" r:id="rId7" imgW="1498320" imgH="215640" progId="Equation.DSMT4">
                  <p:embed/>
                  <p:pic>
                    <p:nvPicPr>
                      <p:cNvPr id="37" name="Object 3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71499" y="3929809"/>
                        <a:ext cx="1498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F2A67857-55F3-D643-82DC-40B7FE3FEA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1412" y="3933549"/>
          <a:ext cx="1943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42920" imgH="253800" progId="Equation.DSMT4">
                  <p:embed/>
                </p:oleObj>
              </mc:Choice>
              <mc:Fallback>
                <p:oleObj name="Equation" r:id="rId9" imgW="1942920" imgH="253800" progId="Equation.DSMT4">
                  <p:embed/>
                  <p:pic>
                    <p:nvPicPr>
                      <p:cNvPr id="38" name="Object 3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61412" y="3933549"/>
                        <a:ext cx="19431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 56">
            <a:extLst>
              <a:ext uri="{FF2B5EF4-FFF2-40B4-BE49-F238E27FC236}">
                <a16:creationId xmlns:a16="http://schemas.microsoft.com/office/drawing/2014/main" id="{04A15435-50E4-452D-9083-4A9E3D6C4BAF}"/>
              </a:ext>
            </a:extLst>
          </p:cNvPr>
          <p:cNvSpPr/>
          <p:nvPr/>
        </p:nvSpPr>
        <p:spPr>
          <a:xfrm>
            <a:off x="617415" y="5920155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34399F1-B572-E5F8-8550-40A151179085}"/>
              </a:ext>
            </a:extLst>
          </p:cNvPr>
          <p:cNvSpPr/>
          <p:nvPr/>
        </p:nvSpPr>
        <p:spPr>
          <a:xfrm>
            <a:off x="2901465" y="589866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C1F4E58-7C6E-85E4-0A04-BE096161E343}"/>
              </a:ext>
            </a:extLst>
          </p:cNvPr>
          <p:cNvSpPr/>
          <p:nvPr/>
        </p:nvSpPr>
        <p:spPr>
          <a:xfrm>
            <a:off x="617415" y="7901355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0C94751-6BD7-F9A3-E87B-F4EA2CD9EAB0}"/>
              </a:ext>
            </a:extLst>
          </p:cNvPr>
          <p:cNvSpPr/>
          <p:nvPr/>
        </p:nvSpPr>
        <p:spPr>
          <a:xfrm>
            <a:off x="2901465" y="7840785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46222430-01D9-1260-9E61-34AAC404BD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5416" y="5957278"/>
          <a:ext cx="1092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91880" imgH="215640" progId="Equation.DSMT4">
                  <p:embed/>
                </p:oleObj>
              </mc:Choice>
              <mc:Fallback>
                <p:oleObj name="Equation" r:id="rId11" imgW="1091880" imgH="21564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5416" y="5957278"/>
                        <a:ext cx="10922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617AC47C-A6F3-8640-3998-AFB3134158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1412" y="5845315"/>
          <a:ext cx="1155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55600" imgH="368280" progId="Equation.DSMT4">
                  <p:embed/>
                </p:oleObj>
              </mc:Choice>
              <mc:Fallback>
                <p:oleObj name="Equation" r:id="rId13" imgW="1155600" imgH="368280" progId="Equation.DSMT4">
                  <p:embed/>
                  <p:pic>
                    <p:nvPicPr>
                      <p:cNvPr id="52" name="Object 5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61412" y="5845315"/>
                        <a:ext cx="1155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FBA8624F-07B7-CC34-293B-1A3D40DE36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173" y="7940981"/>
          <a:ext cx="1422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22360" imgH="215640" progId="Equation.DSMT4">
                  <p:embed/>
                </p:oleObj>
              </mc:Choice>
              <mc:Fallback>
                <p:oleObj name="Equation" r:id="rId15" imgW="1422360" imgH="21564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98173" y="7940981"/>
                        <a:ext cx="1422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76440F23-1960-43A3-C45B-53AF1D5669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0139" y="7799388"/>
          <a:ext cx="157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74640" imgH="368280" progId="Equation.DSMT4">
                  <p:embed/>
                </p:oleObj>
              </mc:Choice>
              <mc:Fallback>
                <p:oleObj name="Equation" r:id="rId17" imgW="1574640" imgH="368280" progId="Equation.DSMT4">
                  <p:embed/>
                  <p:pic>
                    <p:nvPicPr>
                      <p:cNvPr id="54" name="Object 5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50139" y="7799388"/>
                        <a:ext cx="1574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C3C180F0-BC67-4E59-C209-7F804462AA36}"/>
              </a:ext>
            </a:extLst>
          </p:cNvPr>
          <p:cNvSpPr txBox="1"/>
          <p:nvPr/>
        </p:nvSpPr>
        <p:spPr>
          <a:xfrm>
            <a:off x="668532" y="669543"/>
            <a:ext cx="198882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Part II: 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Exponential</a:t>
            </a:r>
            <a:r>
              <a:rPr sz="1100" spc="-4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Equations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95FA52-88DD-458D-253E-D41CBE8133C4}"/>
              </a:ext>
            </a:extLst>
          </p:cNvPr>
          <p:cNvSpPr/>
          <p:nvPr/>
        </p:nvSpPr>
        <p:spPr>
          <a:xfrm>
            <a:off x="617415" y="974970"/>
            <a:ext cx="34176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368284-4E76-17BC-65CF-494770B121CE}"/>
              </a:ext>
            </a:extLst>
          </p:cNvPr>
          <p:cNvSpPr/>
          <p:nvPr/>
        </p:nvSpPr>
        <p:spPr>
          <a:xfrm>
            <a:off x="2903415" y="974970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86FFED-DE9C-37A7-BFBD-1A1F611BE47E}"/>
              </a:ext>
            </a:extLst>
          </p:cNvPr>
          <p:cNvSpPr/>
          <p:nvPr/>
        </p:nvSpPr>
        <p:spPr>
          <a:xfrm>
            <a:off x="609600" y="3124200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B40A46-E154-142D-8F59-D18F48E23616}"/>
              </a:ext>
            </a:extLst>
          </p:cNvPr>
          <p:cNvSpPr/>
          <p:nvPr/>
        </p:nvSpPr>
        <p:spPr>
          <a:xfrm>
            <a:off x="2895600" y="3124200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481E8AEE-3B67-6DA8-4E81-DCACA38714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8242" y="862265"/>
          <a:ext cx="774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0" imgH="469800" progId="Equation.DSMT4">
                  <p:embed/>
                </p:oleObj>
              </mc:Choice>
              <mc:Fallback>
                <p:oleObj name="Equation" r:id="rId3" imgW="774360" imgH="469800" progId="Equation.DSMT4">
                  <p:embed/>
                  <p:pic>
                    <p:nvPicPr>
                      <p:cNvPr id="33" name="Object 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8242" y="862265"/>
                        <a:ext cx="7747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0BAE5838-71ED-19C0-DF29-5C5F492442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3048" y="981320"/>
          <a:ext cx="723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600" imgH="215640" progId="Equation.DSMT4">
                  <p:embed/>
                </p:oleObj>
              </mc:Choice>
              <mc:Fallback>
                <p:oleObj name="Equation" r:id="rId5" imgW="723600" imgH="215640" progId="Equation.DSMT4">
                  <p:embed/>
                  <p:pic>
                    <p:nvPicPr>
                      <p:cNvPr id="34" name="Object 3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33048" y="981320"/>
                        <a:ext cx="7239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8EE77528-3290-EDFB-9FA3-EBBFBC9782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8312" y="3130719"/>
          <a:ext cx="495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95000" imgH="215640" progId="Equation.DSMT4">
                  <p:embed/>
                </p:oleObj>
              </mc:Choice>
              <mc:Fallback>
                <p:oleObj name="Equation" r:id="rId7" imgW="495000" imgH="215640" progId="Equation.DSMT4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38312" y="3130719"/>
                        <a:ext cx="495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4389A99A-E097-1BC3-DE5A-0438E255A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4349" y="3133257"/>
          <a:ext cx="596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96880" imgH="215640" progId="Equation.DSMT4">
                  <p:embed/>
                </p:oleObj>
              </mc:Choice>
              <mc:Fallback>
                <p:oleObj name="Equation" r:id="rId9" imgW="596880" imgH="215640" progId="Equation.DSMT4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24349" y="3133257"/>
                        <a:ext cx="5969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48F74FBD-30DE-0AD2-8202-5D0E07EB50E9}"/>
              </a:ext>
            </a:extLst>
          </p:cNvPr>
          <p:cNvSpPr/>
          <p:nvPr/>
        </p:nvSpPr>
        <p:spPr>
          <a:xfrm>
            <a:off x="617415" y="5386755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13.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B07113-FCD2-ECB8-DCBB-F91B4505F8E5}"/>
              </a:ext>
            </a:extLst>
          </p:cNvPr>
          <p:cNvSpPr/>
          <p:nvPr/>
        </p:nvSpPr>
        <p:spPr>
          <a:xfrm>
            <a:off x="2903415" y="5388705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14.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D8AD45-1762-AA7A-DC01-40CC8C1BF121}"/>
              </a:ext>
            </a:extLst>
          </p:cNvPr>
          <p:cNvSpPr/>
          <p:nvPr/>
        </p:nvSpPr>
        <p:spPr>
          <a:xfrm>
            <a:off x="617415" y="7643445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15.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68603C-43C9-7E6C-989D-E005A1514B1D}"/>
              </a:ext>
            </a:extLst>
          </p:cNvPr>
          <p:cNvSpPr/>
          <p:nvPr/>
        </p:nvSpPr>
        <p:spPr>
          <a:xfrm>
            <a:off x="2903415" y="7643445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16.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640974C8-209A-3FAB-B66A-6CCBAF0FF7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8539" y="5381878"/>
          <a:ext cx="787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87320" imgH="215640" progId="Equation.DSMT4">
                  <p:embed/>
                </p:oleObj>
              </mc:Choice>
              <mc:Fallback>
                <p:oleObj name="Equation" r:id="rId11" imgW="787320" imgH="215640" progId="Equation.DSMT4">
                  <p:embed/>
                  <p:pic>
                    <p:nvPicPr>
                      <p:cNvPr id="41" name="Object 4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58539" y="5381878"/>
                        <a:ext cx="787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CEE72106-4D44-811E-6DF9-B3B61B43E8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7041" y="5388855"/>
          <a:ext cx="1016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15920" imgH="215640" progId="Equation.DSMT4">
                  <p:embed/>
                </p:oleObj>
              </mc:Choice>
              <mc:Fallback>
                <p:oleObj name="Equation" r:id="rId13" imgW="1015920" imgH="21564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47041" y="5388855"/>
                        <a:ext cx="1016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E225DD9B-1137-8D35-A254-6420CBA14B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8539" y="7633037"/>
          <a:ext cx="1054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54080" imgH="215640" progId="Equation.DSMT4">
                  <p:embed/>
                </p:oleObj>
              </mc:Choice>
              <mc:Fallback>
                <p:oleObj name="Equation" r:id="rId15" imgW="1054080" imgH="215640" progId="Equation.DSMT4">
                  <p:embed/>
                  <p:pic>
                    <p:nvPicPr>
                      <p:cNvPr id="43" name="Object 4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58539" y="7633037"/>
                        <a:ext cx="1054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ED74F8E8-19A6-1C7C-E534-F5C9BEC7C9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4349" y="7643445"/>
          <a:ext cx="1041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41120" imgH="215640" progId="Equation.DSMT4">
                  <p:embed/>
                </p:oleObj>
              </mc:Choice>
              <mc:Fallback>
                <p:oleObj name="Equation" r:id="rId17" imgW="1041120" imgH="21564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24349" y="7643445"/>
                        <a:ext cx="1041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43</Words>
  <Application>Microsoft Office PowerPoint</Application>
  <PresentationFormat>Custom</PresentationFormat>
  <Paragraphs>18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Century Gothic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- 21 - Quiz 7-3</dc:title>
  <dc:creator>Gina</dc:creator>
  <cp:lastModifiedBy>Gina Wilson</cp:lastModifiedBy>
  <cp:revision>19</cp:revision>
  <dcterms:created xsi:type="dcterms:W3CDTF">2017-11-12T11:39:30Z</dcterms:created>
  <dcterms:modified xsi:type="dcterms:W3CDTF">2023-08-03T14:06:11Z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2015-10-07T00:00:00Z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2017-11-12T00:00:00Z</vt:filetime>
  </property>
</Properties>
</file>