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02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CC33-3B90-44AA-A4B6-1B07AA5B5AD5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359B9-595B-4F97-9A09-DAC8A3A9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3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359B9-595B-4F97-9A09-DAC8A3A91D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0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472189" y="874780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346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22010" y="9745481"/>
            <a:ext cx="1413509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.JPG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0.png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9.bin"/><Relationship Id="rId2" Type="http://schemas.openxmlformats.org/officeDocument/2006/relationships/image" Target="../media/image11.JPG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18.png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2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5">
            <a:extLst>
              <a:ext uri="{FF2B5EF4-FFF2-40B4-BE49-F238E27FC236}">
                <a16:creationId xmlns:a16="http://schemas.microsoft.com/office/drawing/2014/main" id="{D231079D-FF14-3441-28EA-2B64CFFBA752}"/>
              </a:ext>
            </a:extLst>
          </p:cNvPr>
          <p:cNvSpPr txBox="1"/>
          <p:nvPr/>
        </p:nvSpPr>
        <p:spPr>
          <a:xfrm>
            <a:off x="668528" y="4359613"/>
            <a:ext cx="393763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Graph each function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identify its key</a:t>
            </a:r>
            <a:r>
              <a:rPr sz="1100" b="1" spc="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characteristics.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0" name="object 927">
            <a:extLst>
              <a:ext uri="{FF2B5EF4-FFF2-40B4-BE49-F238E27FC236}">
                <a16:creationId xmlns:a16="http://schemas.microsoft.com/office/drawing/2014/main" id="{6E0B90A0-816A-353F-AA66-1A11588BBCB8}"/>
              </a:ext>
            </a:extLst>
          </p:cNvPr>
          <p:cNvSpPr txBox="1"/>
          <p:nvPr/>
        </p:nvSpPr>
        <p:spPr>
          <a:xfrm>
            <a:off x="695960" y="3332412"/>
            <a:ext cx="4028438" cy="550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83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4.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The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parent function </a:t>
            </a:r>
            <a:r>
              <a:rPr sz="1100" b="1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500" b="1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45" dirty="0">
                <a:latin typeface="Century Gothic" panose="020B0502020202020204" pitchFamily="34" charset="0"/>
                <a:cs typeface="Times New Roman"/>
              </a:rPr>
              <a:t>(</a:t>
            </a:r>
            <a:r>
              <a:rPr sz="1100" b="1" i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b="1" spc="45" dirty="0">
                <a:latin typeface="Century Gothic" panose="020B0502020202020204" pitchFamily="34" charset="0"/>
                <a:cs typeface="Times New Roman"/>
              </a:rPr>
              <a:t>)</a:t>
            </a:r>
            <a:r>
              <a:rPr lang="en-US" sz="1100" b="1" spc="45" dirty="0">
                <a:latin typeface="Century Gothic" panose="020B0502020202020204" pitchFamily="34" charset="0"/>
                <a:cs typeface="Times New Roman"/>
              </a:rPr>
              <a:t>=</a:t>
            </a:r>
            <a:r>
              <a:rPr sz="1100" b="1" spc="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b="1" spc="45" dirty="0">
                <a:latin typeface="Century Gothic" panose="020B0502020202020204" pitchFamily="34" charset="0"/>
                <a:cs typeface="Tahoma"/>
              </a:rPr>
              <a:t>2</a:t>
            </a:r>
            <a:r>
              <a:rPr lang="en-US" sz="1100" b="1" i="1" spc="67" baseline="37037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b="1" i="1" spc="67" baseline="37037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reflected across the </a:t>
            </a:r>
            <a:r>
              <a:rPr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-axis, then shifted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2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units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left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6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units down. Write an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equation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represent the new</a:t>
            </a:r>
            <a:r>
              <a:rPr sz="1100" spc="-3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function.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913" name="Rectangle 912">
            <a:extLst>
              <a:ext uri="{FF2B5EF4-FFF2-40B4-BE49-F238E27FC236}">
                <a16:creationId xmlns:a16="http://schemas.microsoft.com/office/drawing/2014/main" id="{67A7F3C3-A95D-A644-EA62-35D2659539D0}"/>
              </a:ext>
            </a:extLst>
          </p:cNvPr>
          <p:cNvSpPr/>
          <p:nvPr/>
        </p:nvSpPr>
        <p:spPr>
          <a:xfrm>
            <a:off x="588815" y="1728374"/>
            <a:ext cx="656474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For questions 1-3, indicate whether the function represents an exponential growth or decay.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3A78E21E-B1D0-923A-AB55-2FD90EF8CBC8}"/>
              </a:ext>
            </a:extLst>
          </p:cNvPr>
          <p:cNvSpPr/>
          <p:nvPr/>
        </p:nvSpPr>
        <p:spPr>
          <a:xfrm>
            <a:off x="618836" y="20520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4D7E5ACB-0CF4-20DA-9197-DF3752618DFE}"/>
              </a:ext>
            </a:extLst>
          </p:cNvPr>
          <p:cNvSpPr/>
          <p:nvPr/>
        </p:nvSpPr>
        <p:spPr>
          <a:xfrm>
            <a:off x="2276764" y="20520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32" name="Rectangle 931">
            <a:extLst>
              <a:ext uri="{FF2B5EF4-FFF2-40B4-BE49-F238E27FC236}">
                <a16:creationId xmlns:a16="http://schemas.microsoft.com/office/drawing/2014/main" id="{FF618940-7CB3-FC53-C21D-D00C4AC59A0A}"/>
              </a:ext>
            </a:extLst>
          </p:cNvPr>
          <p:cNvSpPr/>
          <p:nvPr/>
        </p:nvSpPr>
        <p:spPr>
          <a:xfrm>
            <a:off x="3761508" y="20520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942" name="Object 941">
            <a:extLst>
              <a:ext uri="{FF2B5EF4-FFF2-40B4-BE49-F238E27FC236}">
                <a16:creationId xmlns:a16="http://schemas.microsoft.com/office/drawing/2014/main" id="{B352E0BD-D267-52AE-55FF-E2765C023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1954213"/>
          <a:ext cx="77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457200" progId="Equation.DSMT4">
                  <p:embed/>
                </p:oleObj>
              </mc:Choice>
              <mc:Fallback>
                <p:oleObj name="Equation" r:id="rId4" imgW="774360" imgH="457200" progId="Equation.DSMT4">
                  <p:embed/>
                  <p:pic>
                    <p:nvPicPr>
                      <p:cNvPr id="936" name="Object 93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8050" y="1954213"/>
                        <a:ext cx="774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3" name="Object 942">
            <a:extLst>
              <a:ext uri="{FF2B5EF4-FFF2-40B4-BE49-F238E27FC236}">
                <a16:creationId xmlns:a16="http://schemas.microsoft.com/office/drawing/2014/main" id="{66701D42-3D0E-B7B8-8A99-A85E807F2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7463" y="1998663"/>
          <a:ext cx="787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368280" progId="Equation.DSMT4">
                  <p:embed/>
                </p:oleObj>
              </mc:Choice>
              <mc:Fallback>
                <p:oleObj name="Equation" r:id="rId6" imgW="787320" imgH="368280" progId="Equation.DSMT4">
                  <p:embed/>
                  <p:pic>
                    <p:nvPicPr>
                      <p:cNvPr id="937" name="Object 93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57463" y="1998663"/>
                        <a:ext cx="787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" name="Object 946">
            <a:extLst>
              <a:ext uri="{FF2B5EF4-FFF2-40B4-BE49-F238E27FC236}">
                <a16:creationId xmlns:a16="http://schemas.microsoft.com/office/drawing/2014/main" id="{2D1E5965-5348-498A-8D55-ECB4A3A0B0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5900" y="1954213"/>
          <a:ext cx="952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457200" progId="Equation.DSMT4">
                  <p:embed/>
                </p:oleObj>
              </mc:Choice>
              <mc:Fallback>
                <p:oleObj name="Equation" r:id="rId8" imgW="952200" imgH="457200" progId="Equation.DSMT4">
                  <p:embed/>
                  <p:pic>
                    <p:nvPicPr>
                      <p:cNvPr id="938" name="Object 93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25900" y="1954213"/>
                        <a:ext cx="952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8" name="Rectangle 947">
            <a:extLst>
              <a:ext uri="{FF2B5EF4-FFF2-40B4-BE49-F238E27FC236}">
                <a16:creationId xmlns:a16="http://schemas.microsoft.com/office/drawing/2014/main" id="{95962703-3742-DE96-1E21-0ED06C5059C7}"/>
              </a:ext>
            </a:extLst>
          </p:cNvPr>
          <p:cNvSpPr/>
          <p:nvPr/>
        </p:nvSpPr>
        <p:spPr>
          <a:xfrm>
            <a:off x="621148" y="4585209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949" name="Object 948">
            <a:extLst>
              <a:ext uri="{FF2B5EF4-FFF2-40B4-BE49-F238E27FC236}">
                <a16:creationId xmlns:a16="http://schemas.microsoft.com/office/drawing/2014/main" id="{A6C840FA-21DA-86E5-76FD-3999638459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368" y="4584529"/>
          <a:ext cx="901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1440" imgH="253800" progId="Equation.DSMT4">
                  <p:embed/>
                </p:oleObj>
              </mc:Choice>
              <mc:Fallback>
                <p:oleObj name="Equation" r:id="rId10" imgW="901440" imgH="253800" progId="Equation.DSMT4">
                  <p:embed/>
                  <p:pic>
                    <p:nvPicPr>
                      <p:cNvPr id="940" name="Object 93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0368" y="4584529"/>
                        <a:ext cx="901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" name="Rectangle 949">
            <a:extLst>
              <a:ext uri="{FF2B5EF4-FFF2-40B4-BE49-F238E27FC236}">
                <a16:creationId xmlns:a16="http://schemas.microsoft.com/office/drawing/2014/main" id="{ED1CA055-3219-8949-0C86-647E09EE0C64}"/>
              </a:ext>
            </a:extLst>
          </p:cNvPr>
          <p:cNvSpPr/>
          <p:nvPr/>
        </p:nvSpPr>
        <p:spPr>
          <a:xfrm>
            <a:off x="609600" y="7120593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951" name="Object 950">
            <a:extLst>
              <a:ext uri="{FF2B5EF4-FFF2-40B4-BE49-F238E27FC236}">
                <a16:creationId xmlns:a16="http://schemas.microsoft.com/office/drawing/2014/main" id="{2394FA6E-7276-8E78-9F1B-918636988C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072" y="7070697"/>
          <a:ext cx="101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5920" imgH="368280" progId="Equation.DSMT4">
                  <p:embed/>
                </p:oleObj>
              </mc:Choice>
              <mc:Fallback>
                <p:oleObj name="Equation" r:id="rId12" imgW="1015920" imgH="368280" progId="Equation.DSMT4">
                  <p:embed/>
                  <p:pic>
                    <p:nvPicPr>
                      <p:cNvPr id="956" name="Object 95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83072" y="7070697"/>
                        <a:ext cx="1016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" name="Group 951">
            <a:extLst>
              <a:ext uri="{FF2B5EF4-FFF2-40B4-BE49-F238E27FC236}">
                <a16:creationId xmlns:a16="http://schemas.microsoft.com/office/drawing/2014/main" id="{3E64674C-E04C-FC8C-56C9-B6DB49F60488}"/>
              </a:ext>
            </a:extLst>
          </p:cNvPr>
          <p:cNvGrpSpPr/>
          <p:nvPr/>
        </p:nvGrpSpPr>
        <p:grpSpPr>
          <a:xfrm>
            <a:off x="5226824" y="4615243"/>
            <a:ext cx="2285998" cy="2139047"/>
            <a:chOff x="5181600" y="4587533"/>
            <a:chExt cx="2285998" cy="2139047"/>
          </a:xfrm>
        </p:grpSpPr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A3790D84-FC5A-1AA1-CEE7-6B684D43EEA7}"/>
                </a:ext>
              </a:extLst>
            </p:cNvPr>
            <p:cNvSpPr/>
            <p:nvPr/>
          </p:nvSpPr>
          <p:spPr>
            <a:xfrm>
              <a:off x="5181600" y="4587533"/>
              <a:ext cx="2285998" cy="2139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Domain: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15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-intercept: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 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Asymptote: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</a:t>
              </a:r>
              <a:endParaRPr lang="en-US" dirty="0"/>
            </a:p>
          </p:txBody>
        </p:sp>
        <p:graphicFrame>
          <p:nvGraphicFramePr>
            <p:cNvPr id="961" name="Object 960">
              <a:extLst>
                <a:ext uri="{FF2B5EF4-FFF2-40B4-BE49-F238E27FC236}">
                  <a16:creationId xmlns:a16="http://schemas.microsoft.com/office/drawing/2014/main" id="{007EA276-1F8B-E6DD-EE1B-F28A279092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605829"/>
            <a:ext cx="4191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9040" imgH="139680" progId="Equation.DSMT4">
                    <p:embed/>
                  </p:oleObj>
                </mc:Choice>
                <mc:Fallback>
                  <p:oleObj name="Equation" r:id="rId14" imgW="419040" imgH="139680" progId="Equation.DSMT4">
                    <p:embed/>
                    <p:pic>
                      <p:nvPicPr>
                        <p:cNvPr id="957" name="Object 95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486400" y="5605829"/>
                          <a:ext cx="4191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" name="Object 961">
              <a:extLst>
                <a:ext uri="{FF2B5EF4-FFF2-40B4-BE49-F238E27FC236}">
                  <a16:creationId xmlns:a16="http://schemas.microsoft.com/office/drawing/2014/main" id="{870D08EB-7977-F7E6-A1A4-C9F3D0266C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34028" y="5553297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95000" imgH="203040" progId="Equation.DSMT4">
                    <p:embed/>
                  </p:oleObj>
                </mc:Choice>
                <mc:Fallback>
                  <p:oleObj name="Equation" r:id="rId16" imgW="495000" imgH="203040" progId="Equation.DSMT4">
                    <p:embed/>
                    <p:pic>
                      <p:nvPicPr>
                        <p:cNvPr id="958" name="Object 957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934028" y="5553297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3" name="Object 962">
              <a:extLst>
                <a:ext uri="{FF2B5EF4-FFF2-40B4-BE49-F238E27FC236}">
                  <a16:creationId xmlns:a16="http://schemas.microsoft.com/office/drawing/2014/main" id="{FBEB4E48-49E6-737D-7890-3B43BB2CD0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882921"/>
            <a:ext cx="4953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95000" imgH="139680" progId="Equation.DSMT4">
                    <p:embed/>
                  </p:oleObj>
                </mc:Choice>
                <mc:Fallback>
                  <p:oleObj name="Equation" r:id="rId18" imgW="495000" imgH="139680" progId="Equation.DSMT4">
                    <p:embed/>
                    <p:pic>
                      <p:nvPicPr>
                        <p:cNvPr id="959" name="Object 95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486400" y="5882921"/>
                          <a:ext cx="4953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4" name="Object 963">
              <a:extLst>
                <a:ext uri="{FF2B5EF4-FFF2-40B4-BE49-F238E27FC236}">
                  <a16:creationId xmlns:a16="http://schemas.microsoft.com/office/drawing/2014/main" id="{853E2EB7-B9C4-6BD2-669D-769553EBE0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17549" y="5824314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95000" imgH="203040" progId="Equation.DSMT4">
                    <p:embed/>
                  </p:oleObj>
                </mc:Choice>
                <mc:Fallback>
                  <p:oleObj name="Equation" r:id="rId20" imgW="495000" imgH="203040" progId="Equation.DSMT4">
                    <p:embed/>
                    <p:pic>
                      <p:nvPicPr>
                        <p:cNvPr id="960" name="Object 95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017549" y="5824314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B308430D-B5B2-BA7B-D320-EA2E790615B4}"/>
              </a:ext>
            </a:extLst>
          </p:cNvPr>
          <p:cNvGrpSpPr/>
          <p:nvPr/>
        </p:nvGrpSpPr>
        <p:grpSpPr>
          <a:xfrm>
            <a:off x="5226824" y="7301030"/>
            <a:ext cx="2285998" cy="2139047"/>
            <a:chOff x="5181600" y="4587533"/>
            <a:chExt cx="2285998" cy="2139047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FB2FA662-0E1B-0E5A-AFF6-7F97B3BCEECE}"/>
                </a:ext>
              </a:extLst>
            </p:cNvPr>
            <p:cNvSpPr/>
            <p:nvPr/>
          </p:nvSpPr>
          <p:spPr>
            <a:xfrm>
              <a:off x="5181600" y="4587533"/>
              <a:ext cx="2285998" cy="2139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Domain: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15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-intercept: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 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Asymptote: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</a:t>
              </a:r>
              <a:endParaRPr lang="en-US" dirty="0"/>
            </a:p>
          </p:txBody>
        </p:sp>
        <p:graphicFrame>
          <p:nvGraphicFramePr>
            <p:cNvPr id="1047" name="Object 1046">
              <a:extLst>
                <a:ext uri="{FF2B5EF4-FFF2-40B4-BE49-F238E27FC236}">
                  <a16:creationId xmlns:a16="http://schemas.microsoft.com/office/drawing/2014/main" id="{4FB334A2-194D-B965-7DF2-4752EF10E1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605829"/>
            <a:ext cx="4191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9040" imgH="139680" progId="Equation.DSMT4">
                    <p:embed/>
                  </p:oleObj>
                </mc:Choice>
                <mc:Fallback>
                  <p:oleObj name="Equation" r:id="rId14" imgW="419040" imgH="139680" progId="Equation.DSMT4">
                    <p:embed/>
                    <p:pic>
                      <p:nvPicPr>
                        <p:cNvPr id="941" name="Object 940">
                          <a:extLst>
                            <a:ext uri="{FF2B5EF4-FFF2-40B4-BE49-F238E27FC236}">
                              <a16:creationId xmlns:a16="http://schemas.microsoft.com/office/drawing/2014/main" id="{B5364296-4DE7-BC26-8470-CB6BD9E49F3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486400" y="5605829"/>
                          <a:ext cx="4191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" name="Object 1047">
              <a:extLst>
                <a:ext uri="{FF2B5EF4-FFF2-40B4-BE49-F238E27FC236}">
                  <a16:creationId xmlns:a16="http://schemas.microsoft.com/office/drawing/2014/main" id="{93B0055D-37C0-8071-0002-938AD4FED3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34028" y="5553297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95000" imgH="203040" progId="Equation.DSMT4">
                    <p:embed/>
                  </p:oleObj>
                </mc:Choice>
                <mc:Fallback>
                  <p:oleObj name="Equation" r:id="rId21" imgW="495000" imgH="203040" progId="Equation.DSMT4">
                    <p:embed/>
                    <p:pic>
                      <p:nvPicPr>
                        <p:cNvPr id="944" name="Object 943">
                          <a:extLst>
                            <a:ext uri="{FF2B5EF4-FFF2-40B4-BE49-F238E27FC236}">
                              <a16:creationId xmlns:a16="http://schemas.microsoft.com/office/drawing/2014/main" id="{730463D2-B1FB-0323-F0C4-472593677E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934028" y="5553297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9" name="Object 1048">
              <a:extLst>
                <a:ext uri="{FF2B5EF4-FFF2-40B4-BE49-F238E27FC236}">
                  <a16:creationId xmlns:a16="http://schemas.microsoft.com/office/drawing/2014/main" id="{00D918C7-ED04-1A3F-D8ED-079E20C4CF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882921"/>
            <a:ext cx="4953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95000" imgH="139680" progId="Equation.DSMT4">
                    <p:embed/>
                  </p:oleObj>
                </mc:Choice>
                <mc:Fallback>
                  <p:oleObj name="Equation" r:id="rId18" imgW="495000" imgH="139680" progId="Equation.DSMT4">
                    <p:embed/>
                    <p:pic>
                      <p:nvPicPr>
                        <p:cNvPr id="945" name="Object 944">
                          <a:extLst>
                            <a:ext uri="{FF2B5EF4-FFF2-40B4-BE49-F238E27FC236}">
                              <a16:creationId xmlns:a16="http://schemas.microsoft.com/office/drawing/2014/main" id="{9A35BF03-AF7C-9E3C-C78B-92A3F60566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486400" y="5882921"/>
                          <a:ext cx="4953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0" name="Object 1049">
              <a:extLst>
                <a:ext uri="{FF2B5EF4-FFF2-40B4-BE49-F238E27FC236}">
                  <a16:creationId xmlns:a16="http://schemas.microsoft.com/office/drawing/2014/main" id="{9A17698C-5964-3397-DE16-671F327A42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17549" y="5824314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95000" imgH="203040" progId="Equation.DSMT4">
                    <p:embed/>
                  </p:oleObj>
                </mc:Choice>
                <mc:Fallback>
                  <p:oleObj name="Equation" r:id="rId22" imgW="495000" imgH="203040" progId="Equation.DSMT4">
                    <p:embed/>
                    <p:pic>
                      <p:nvPicPr>
                        <p:cNvPr id="946" name="Object 945">
                          <a:extLst>
                            <a:ext uri="{FF2B5EF4-FFF2-40B4-BE49-F238E27FC236}">
                              <a16:creationId xmlns:a16="http://schemas.microsoft.com/office/drawing/2014/main" id="{9CE18828-8B80-2349-1183-CB36362A14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017549" y="5824314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51" name="Picture 1050">
            <a:extLst>
              <a:ext uri="{FF2B5EF4-FFF2-40B4-BE49-F238E27FC236}">
                <a16:creationId xmlns:a16="http://schemas.microsoft.com/office/drawing/2014/main" id="{A9A384C8-6DA5-C827-BE0B-81AD6AE494E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97877" y="4622659"/>
            <a:ext cx="2499577" cy="2499577"/>
          </a:xfrm>
          <a:prstGeom prst="rect">
            <a:avLst/>
          </a:prstGeom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8AB5C2E1-88F7-52D8-5F54-D9727DCDD12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97877" y="7251398"/>
            <a:ext cx="2499577" cy="2499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108E7B-2311-1FFC-83D9-06D59ABA6710}"/>
              </a:ext>
            </a:extLst>
          </p:cNvPr>
          <p:cNvSpPr/>
          <p:nvPr/>
        </p:nvSpPr>
        <p:spPr>
          <a:xfrm>
            <a:off x="1295400" y="762000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4" name="object 16">
            <a:extLst>
              <a:ext uri="{FF2B5EF4-FFF2-40B4-BE49-F238E27FC236}">
                <a16:creationId xmlns:a16="http://schemas.microsoft.com/office/drawing/2014/main" id="{7D9D3212-01B4-D6C1-700F-8BDAC19EBB7A}"/>
              </a:ext>
            </a:extLst>
          </p:cNvPr>
          <p:cNvSpPr txBox="1"/>
          <p:nvPr/>
        </p:nvSpPr>
        <p:spPr>
          <a:xfrm>
            <a:off x="627379" y="5409692"/>
            <a:ext cx="31750" cy="27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" b="1" spc="-5" dirty="0">
                <a:latin typeface="Tahoma"/>
                <a:cs typeface="Tahoma"/>
              </a:rPr>
              <a:t>s</a:t>
            </a:r>
            <a:endParaRPr sz="100">
              <a:latin typeface="Tahoma"/>
              <a:cs typeface="Tahom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6E8A34-8E30-8AC9-5D25-4C2F03F0187A}"/>
              </a:ext>
            </a:extLst>
          </p:cNvPr>
          <p:cNvSpPr/>
          <p:nvPr/>
        </p:nvSpPr>
        <p:spPr>
          <a:xfrm>
            <a:off x="618836" y="72505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8DE35-5A64-E283-FF9A-305F37DECFCA}"/>
              </a:ext>
            </a:extLst>
          </p:cNvPr>
          <p:cNvSpPr/>
          <p:nvPr/>
        </p:nvSpPr>
        <p:spPr>
          <a:xfrm>
            <a:off x="618836" y="310341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1D3066D-D457-2533-31E9-C6B902EE2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621492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760" imgH="457200" progId="Equation.DSMT4">
                  <p:embed/>
                </p:oleObj>
              </mc:Choice>
              <mc:Fallback>
                <p:oleObj name="Equation" r:id="rId3" imgW="977760" imgH="457200" progId="Equation.DSMT4">
                  <p:embed/>
                  <p:pic>
                    <p:nvPicPr>
                      <p:cNvPr id="952" name="Object 9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5350" y="621492"/>
                        <a:ext cx="977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A2ECA90-3AD7-1B46-FAD6-5F8EE5AA0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158" y="2999596"/>
          <a:ext cx="1092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457200" progId="Equation.DSMT4">
                  <p:embed/>
                </p:oleObj>
              </mc:Choice>
              <mc:Fallback>
                <p:oleObj name="Equation" r:id="rId5" imgW="1091880" imgH="457200" progId="Equation.DSMT4">
                  <p:embed/>
                  <p:pic>
                    <p:nvPicPr>
                      <p:cNvPr id="954" name="Object 9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6158" y="2999596"/>
                        <a:ext cx="1092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25541A8-BDAD-5521-A327-978EC9BC5484}"/>
              </a:ext>
            </a:extLst>
          </p:cNvPr>
          <p:cNvSpPr/>
          <p:nvPr/>
        </p:nvSpPr>
        <p:spPr>
          <a:xfrm>
            <a:off x="579580" y="5653314"/>
            <a:ext cx="16546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equation.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78C1FE-0A52-AB22-3354-06F3D5A786B8}"/>
              </a:ext>
            </a:extLst>
          </p:cNvPr>
          <p:cNvSpPr/>
          <p:nvPr/>
        </p:nvSpPr>
        <p:spPr>
          <a:xfrm>
            <a:off x="609600" y="587267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D2492-210D-9499-5697-5A8F0FFF9101}"/>
              </a:ext>
            </a:extLst>
          </p:cNvPr>
          <p:cNvSpPr/>
          <p:nvPr/>
        </p:nvSpPr>
        <p:spPr>
          <a:xfrm>
            <a:off x="3075708" y="5872678"/>
            <a:ext cx="4203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25DB0-5021-FDD2-3BFF-146228F7DE68}"/>
              </a:ext>
            </a:extLst>
          </p:cNvPr>
          <p:cNvSpPr/>
          <p:nvPr/>
        </p:nvSpPr>
        <p:spPr>
          <a:xfrm>
            <a:off x="618836" y="7896191"/>
            <a:ext cx="4203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33087E-0612-7961-6AF0-46F1B261B672}"/>
              </a:ext>
            </a:extLst>
          </p:cNvPr>
          <p:cNvSpPr/>
          <p:nvPr/>
        </p:nvSpPr>
        <p:spPr>
          <a:xfrm>
            <a:off x="3066472" y="7896191"/>
            <a:ext cx="4203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09554CE-133E-6BA7-2617-32B03776D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457" y="5869038"/>
          <a:ext cx="1092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880" imgH="228600" progId="Equation.DSMT4">
                  <p:embed/>
                </p:oleObj>
              </mc:Choice>
              <mc:Fallback>
                <p:oleObj name="Equation" r:id="rId7" imgW="1091880" imgH="228600" progId="Equation.DSMT4">
                  <p:embed/>
                  <p:pic>
                    <p:nvPicPr>
                      <p:cNvPr id="968" name="Object 9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8457" y="5869038"/>
                        <a:ext cx="1092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3102D320-2860-6C76-5601-7A3F348B7E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8371" y="5871178"/>
          <a:ext cx="685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228600" progId="Equation.DSMT4">
                  <p:embed/>
                </p:oleObj>
              </mc:Choice>
              <mc:Fallback>
                <p:oleObj name="Equation" r:id="rId9" imgW="685800" imgH="228600" progId="Equation.DSMT4">
                  <p:embed/>
                  <p:pic>
                    <p:nvPicPr>
                      <p:cNvPr id="969" name="Object 96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8371" y="5871178"/>
                        <a:ext cx="685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188954C5-B9F0-CE8D-7E08-1A99391D7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5272" y="7855274"/>
          <a:ext cx="812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2520" imgH="368280" progId="Equation.DSMT4">
                  <p:embed/>
                </p:oleObj>
              </mc:Choice>
              <mc:Fallback>
                <p:oleObj name="Equation" r:id="rId11" imgW="812520" imgH="368280" progId="Equation.DSMT4">
                  <p:embed/>
                  <p:pic>
                    <p:nvPicPr>
                      <p:cNvPr id="970" name="Object 96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5272" y="7855274"/>
                        <a:ext cx="812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0B593FE-645E-5068-929B-DFFEDDE7E0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7855274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368280" progId="Equation.DSMT4">
                  <p:embed/>
                </p:oleObj>
              </mc:Choice>
              <mc:Fallback>
                <p:oleObj name="Equation" r:id="rId13" imgW="914400" imgH="368280" progId="Equation.DSMT4">
                  <p:embed/>
                  <p:pic>
                    <p:nvPicPr>
                      <p:cNvPr id="971" name="Object 97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29000" y="7855274"/>
                        <a:ext cx="914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D291AF8-7D6F-CBE5-6E8C-4E419B5F417F}"/>
              </a:ext>
            </a:extLst>
          </p:cNvPr>
          <p:cNvGrpSpPr/>
          <p:nvPr/>
        </p:nvGrpSpPr>
        <p:grpSpPr>
          <a:xfrm>
            <a:off x="5182144" y="698486"/>
            <a:ext cx="2285998" cy="2139047"/>
            <a:chOff x="5181600" y="4587533"/>
            <a:chExt cx="2285998" cy="213904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343A7B-8001-13E1-0211-6EB0CB0D13C0}"/>
                </a:ext>
              </a:extLst>
            </p:cNvPr>
            <p:cNvSpPr/>
            <p:nvPr/>
          </p:nvSpPr>
          <p:spPr>
            <a:xfrm>
              <a:off x="5181600" y="4587533"/>
              <a:ext cx="2285998" cy="2139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Domain: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15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-intercept: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 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Asymptote: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</a:t>
              </a:r>
              <a:endParaRPr lang="en-US" dirty="0"/>
            </a:p>
          </p:txBody>
        </p:sp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189137B9-B1D4-BF6B-CCF7-E0BD94A848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605829"/>
            <a:ext cx="4191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19040" imgH="139680" progId="Equation.DSMT4">
                    <p:embed/>
                  </p:oleObj>
                </mc:Choice>
                <mc:Fallback>
                  <p:oleObj name="Equation" r:id="rId15" imgW="419040" imgH="139680" progId="Equation.DSMT4">
                    <p:embed/>
                    <p:pic>
                      <p:nvPicPr>
                        <p:cNvPr id="51" name="Object 50">
                          <a:extLst>
                            <a:ext uri="{FF2B5EF4-FFF2-40B4-BE49-F238E27FC236}">
                              <a16:creationId xmlns:a16="http://schemas.microsoft.com/office/drawing/2014/main" id="{4ED2EA05-FDBA-ADFF-97CB-B085054539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86400" y="5605829"/>
                          <a:ext cx="4191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id="{B203AA67-4041-CA17-8ECE-6FD3A48DD7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34028" y="5553297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95000" imgH="203040" progId="Equation.DSMT4">
                    <p:embed/>
                  </p:oleObj>
                </mc:Choice>
                <mc:Fallback>
                  <p:oleObj name="Equation" r:id="rId17" imgW="495000" imgH="203040" progId="Equation.DSMT4">
                    <p:embed/>
                    <p:pic>
                      <p:nvPicPr>
                        <p:cNvPr id="52" name="Object 51">
                          <a:extLst>
                            <a:ext uri="{FF2B5EF4-FFF2-40B4-BE49-F238E27FC236}">
                              <a16:creationId xmlns:a16="http://schemas.microsoft.com/office/drawing/2014/main" id="{086A3EEC-8B03-6523-EEE0-2B9A74A1857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934028" y="5553297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CFB30152-A9E2-51E9-BFBC-5E25FDD9E5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882921"/>
            <a:ext cx="4953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495000" imgH="139680" progId="Equation.DSMT4">
                    <p:embed/>
                  </p:oleObj>
                </mc:Choice>
                <mc:Fallback>
                  <p:oleObj name="Equation" r:id="rId19" imgW="495000" imgH="139680" progId="Equation.DSMT4">
                    <p:embed/>
                    <p:pic>
                      <p:nvPicPr>
                        <p:cNvPr id="53" name="Object 52">
                          <a:extLst>
                            <a:ext uri="{FF2B5EF4-FFF2-40B4-BE49-F238E27FC236}">
                              <a16:creationId xmlns:a16="http://schemas.microsoft.com/office/drawing/2014/main" id="{F9E46AFF-2F2F-8679-D2F1-4481FFC4CF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86400" y="5882921"/>
                          <a:ext cx="4953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944D0DE3-CC96-D338-1C06-4EADD41CCF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17549" y="5824314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95000" imgH="203040" progId="Equation.DSMT4">
                    <p:embed/>
                  </p:oleObj>
                </mc:Choice>
                <mc:Fallback>
                  <p:oleObj name="Equation" r:id="rId21" imgW="495000" imgH="203040" progId="Equation.DSMT4">
                    <p:embed/>
                    <p:pic>
                      <p:nvPicPr>
                        <p:cNvPr id="54" name="Object 53">
                          <a:extLst>
                            <a:ext uri="{FF2B5EF4-FFF2-40B4-BE49-F238E27FC236}">
                              <a16:creationId xmlns:a16="http://schemas.microsoft.com/office/drawing/2014/main" id="{2739C1B3-6164-DB2F-42BA-2E0D69CF3C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17549" y="5824314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7" name="Group 1006">
            <a:extLst>
              <a:ext uri="{FF2B5EF4-FFF2-40B4-BE49-F238E27FC236}">
                <a16:creationId xmlns:a16="http://schemas.microsoft.com/office/drawing/2014/main" id="{1A3E22B0-5B6E-2A63-9ED2-A1CA8CF7D897}"/>
              </a:ext>
            </a:extLst>
          </p:cNvPr>
          <p:cNvGrpSpPr/>
          <p:nvPr/>
        </p:nvGrpSpPr>
        <p:grpSpPr>
          <a:xfrm>
            <a:off x="5181116" y="3260050"/>
            <a:ext cx="2285998" cy="2139047"/>
            <a:chOff x="5181600" y="4587533"/>
            <a:chExt cx="2285998" cy="2139047"/>
          </a:xfrm>
        </p:grpSpPr>
        <p:sp>
          <p:nvSpPr>
            <p:cNvPr id="1008" name="Rectangle 1007">
              <a:extLst>
                <a:ext uri="{FF2B5EF4-FFF2-40B4-BE49-F238E27FC236}">
                  <a16:creationId xmlns:a16="http://schemas.microsoft.com/office/drawing/2014/main" id="{BAB3D44A-9C92-6362-EED6-9DE9E911F424}"/>
                </a:ext>
              </a:extLst>
            </p:cNvPr>
            <p:cNvSpPr/>
            <p:nvPr/>
          </p:nvSpPr>
          <p:spPr>
            <a:xfrm>
              <a:off x="5181600" y="4587533"/>
              <a:ext cx="2285998" cy="2139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Domain: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en-US" sz="100" b="1" i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15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-intercept: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 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Asymptote: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 </a:t>
              </a:r>
              <a:endParaRPr lang="en-US" dirty="0"/>
            </a:p>
          </p:txBody>
        </p:sp>
        <p:graphicFrame>
          <p:nvGraphicFramePr>
            <p:cNvPr id="1009" name="Object 1008">
              <a:extLst>
                <a:ext uri="{FF2B5EF4-FFF2-40B4-BE49-F238E27FC236}">
                  <a16:creationId xmlns:a16="http://schemas.microsoft.com/office/drawing/2014/main" id="{C5075052-55E0-9209-7B42-5771CBA626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605829"/>
            <a:ext cx="4191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19040" imgH="139680" progId="Equation.DSMT4">
                    <p:embed/>
                  </p:oleObj>
                </mc:Choice>
                <mc:Fallback>
                  <p:oleObj name="Equation" r:id="rId15" imgW="419040" imgH="139680" progId="Equation.DSMT4">
                    <p:embed/>
                    <p:pic>
                      <p:nvPicPr>
                        <p:cNvPr id="929" name="Object 928">
                          <a:extLst>
                            <a:ext uri="{FF2B5EF4-FFF2-40B4-BE49-F238E27FC236}">
                              <a16:creationId xmlns:a16="http://schemas.microsoft.com/office/drawing/2014/main" id="{C831728A-1213-36BE-4306-25CEE94D97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86400" y="5605829"/>
                          <a:ext cx="4191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0" name="Object 1009">
              <a:extLst>
                <a:ext uri="{FF2B5EF4-FFF2-40B4-BE49-F238E27FC236}">
                  <a16:creationId xmlns:a16="http://schemas.microsoft.com/office/drawing/2014/main" id="{0DC67E68-3E6D-DCC0-73D9-FDA6D08351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34028" y="5553297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95000" imgH="203040" progId="Equation.DSMT4">
                    <p:embed/>
                  </p:oleObj>
                </mc:Choice>
                <mc:Fallback>
                  <p:oleObj name="Equation" r:id="rId22" imgW="495000" imgH="203040" progId="Equation.DSMT4">
                    <p:embed/>
                    <p:pic>
                      <p:nvPicPr>
                        <p:cNvPr id="930" name="Object 929">
                          <a:extLst>
                            <a:ext uri="{FF2B5EF4-FFF2-40B4-BE49-F238E27FC236}">
                              <a16:creationId xmlns:a16="http://schemas.microsoft.com/office/drawing/2014/main" id="{F47F963B-5A4E-7FD8-68EF-E95E84B9B4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934028" y="5553297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1" name="Object 1010">
              <a:extLst>
                <a:ext uri="{FF2B5EF4-FFF2-40B4-BE49-F238E27FC236}">
                  <a16:creationId xmlns:a16="http://schemas.microsoft.com/office/drawing/2014/main" id="{9790458B-6CC9-871E-19C4-94E62D8432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5882921"/>
            <a:ext cx="4953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495000" imgH="139680" progId="Equation.DSMT4">
                    <p:embed/>
                  </p:oleObj>
                </mc:Choice>
                <mc:Fallback>
                  <p:oleObj name="Equation" r:id="rId19" imgW="495000" imgH="139680" progId="Equation.DSMT4">
                    <p:embed/>
                    <p:pic>
                      <p:nvPicPr>
                        <p:cNvPr id="931" name="Object 930">
                          <a:extLst>
                            <a:ext uri="{FF2B5EF4-FFF2-40B4-BE49-F238E27FC236}">
                              <a16:creationId xmlns:a16="http://schemas.microsoft.com/office/drawing/2014/main" id="{C9BE9D1F-B6C2-4EC0-4E12-CE9CA93F74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86400" y="5882921"/>
                          <a:ext cx="4953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2" name="Object 1011">
              <a:extLst>
                <a:ext uri="{FF2B5EF4-FFF2-40B4-BE49-F238E27FC236}">
                  <a16:creationId xmlns:a16="http://schemas.microsoft.com/office/drawing/2014/main" id="{4C74F543-2667-9477-BB15-64482066F7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17549" y="5824314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95000" imgH="203040" progId="Equation.DSMT4">
                    <p:embed/>
                  </p:oleObj>
                </mc:Choice>
                <mc:Fallback>
                  <p:oleObj name="Equation" r:id="rId23" imgW="495000" imgH="203040" progId="Equation.DSMT4">
                    <p:embed/>
                    <p:pic>
                      <p:nvPicPr>
                        <p:cNvPr id="932" name="Object 931">
                          <a:extLst>
                            <a:ext uri="{FF2B5EF4-FFF2-40B4-BE49-F238E27FC236}">
                              <a16:creationId xmlns:a16="http://schemas.microsoft.com/office/drawing/2014/main" id="{F10D69E6-6C89-FDDA-F571-A64F7AFA31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17549" y="5824314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53" name="Picture 1052">
            <a:extLst>
              <a:ext uri="{FF2B5EF4-FFF2-40B4-BE49-F238E27FC236}">
                <a16:creationId xmlns:a16="http://schemas.microsoft.com/office/drawing/2014/main" id="{A38CAC6F-50B8-38F3-967A-6A53DEE286C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65218" y="3224957"/>
            <a:ext cx="2499577" cy="2499577"/>
          </a:xfrm>
          <a:prstGeom prst="rect">
            <a:avLst/>
          </a:prstGeom>
        </p:spPr>
      </p:pic>
      <p:pic>
        <p:nvPicPr>
          <p:cNvPr id="1054" name="Picture 1053">
            <a:extLst>
              <a:ext uri="{FF2B5EF4-FFF2-40B4-BE49-F238E27FC236}">
                <a16:creationId xmlns:a16="http://schemas.microsoft.com/office/drawing/2014/main" id="{CB4A8C8E-7228-075F-17F3-F96E41EC5E4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65218" y="466993"/>
            <a:ext cx="2499577" cy="24995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385</Words>
  <Application>Microsoft Office PowerPoint</Application>
  <PresentationFormat>Custom</PresentationFormat>
  <Paragraphs>65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- 6 - Quiz 7-1</dc:title>
  <dc:creator>allth</dc:creator>
  <cp:lastModifiedBy>Gina Wilson</cp:lastModifiedBy>
  <cp:revision>14</cp:revision>
  <dcterms:created xsi:type="dcterms:W3CDTF">2017-11-12T11:39:05Z</dcterms:created>
  <dcterms:modified xsi:type="dcterms:W3CDTF">2023-08-03T14:02:40Z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2017-11-12T00:00:00Z</vt:filetime>
  </property>
</Properties>
</file>